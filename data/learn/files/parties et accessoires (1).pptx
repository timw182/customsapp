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4"/>
  </p:handoutMasterIdLst>
  <p:sldIdLst>
    <p:sldId id="256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65" r:id="rId13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chlink" initials="m" lastIdx="2" clrIdx="0">
    <p:extLst>
      <p:ext uri="{19B8F6BF-5375-455C-9EA6-DF929625EA0E}">
        <p15:presenceInfo xmlns:p15="http://schemas.microsoft.com/office/powerpoint/2012/main" userId="msch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039E8-4792-4DE3-AA83-F7516F3B65D7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7A034-ED28-44E1-8859-77E415D3450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6911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07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06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38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81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172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235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2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9200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77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01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256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C1B58-A5CB-4888-98D1-673EE0D4D308}" type="datetimeFigureOut">
              <a:rPr lang="fr-CH" smtClean="0"/>
              <a:t>06.09.2024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513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4770" y="1626958"/>
            <a:ext cx="10769600" cy="2716442"/>
          </a:xfrm>
        </p:spPr>
        <p:txBody>
          <a:bodyPr>
            <a:normAutofit/>
          </a:bodyPr>
          <a:lstStyle/>
          <a:p>
            <a:r>
              <a:rPr lang="fr-LU" sz="5400" b="1" dirty="0" smtClean="0">
                <a:ln w="9525">
                  <a:solidFill>
                    <a:schemeClr val="accent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Parties et accessoires</a:t>
            </a:r>
            <a:br>
              <a:rPr lang="fr-LU" sz="5400" b="1" dirty="0" smtClean="0">
                <a:ln w="9525">
                  <a:solidFill>
                    <a:schemeClr val="accent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CH" sz="5400" b="1" dirty="0">
              <a:ln w="9525">
                <a:solidFill>
                  <a:schemeClr val="accent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4" y="219138"/>
            <a:ext cx="3031402" cy="818232"/>
          </a:xfrm>
          <a:prstGeom prst="rect">
            <a:avLst/>
          </a:prstGeom>
        </p:spPr>
      </p:pic>
      <p:sp>
        <p:nvSpPr>
          <p:cNvPr id="7" name="Titel 3"/>
          <p:cNvSpPr txBox="1">
            <a:spLocks/>
          </p:cNvSpPr>
          <p:nvPr/>
        </p:nvSpPr>
        <p:spPr>
          <a:xfrm>
            <a:off x="644770" y="5003800"/>
            <a:ext cx="11547230" cy="1295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fr-CH" sz="2800" b="1" dirty="0"/>
          </a:p>
        </p:txBody>
      </p:sp>
    </p:spTree>
    <p:extLst>
      <p:ext uri="{BB962C8B-B14F-4D97-AF65-F5344CB8AC3E}">
        <p14:creationId xmlns:p14="http://schemas.microsoft.com/office/powerpoint/2010/main" val="412030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Parties et accessoires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Pas de définition générale dans le tarif</a:t>
            </a:r>
          </a:p>
          <a:p>
            <a:r>
              <a:rPr lang="fr-FR" dirty="0" smtClean="0"/>
              <a:t>Seulement une définition ou règle pour certaines sections ou certains chapitres</a:t>
            </a:r>
          </a:p>
          <a:p>
            <a:r>
              <a:rPr lang="fr-FR" dirty="0" smtClean="0"/>
              <a:t>Arrêts de la CJUE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063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Parties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La </a:t>
            </a:r>
            <a:r>
              <a:rPr lang="fr-FR" dirty="0"/>
              <a:t>notion de «parties» implique la présence d’un ensemble pour le fonctionnement duquel celles-ci sont </a:t>
            </a:r>
            <a:r>
              <a:rPr lang="fr-FR" dirty="0" smtClean="0"/>
              <a:t>indispensables. (C-152/10 </a:t>
            </a:r>
            <a:r>
              <a:rPr lang="fr-FR" dirty="0" err="1" smtClean="0"/>
              <a:t>Unomedical</a:t>
            </a:r>
            <a:r>
              <a:rPr lang="fr-FR" dirty="0" smtClean="0"/>
              <a:t> §29)</a:t>
            </a:r>
          </a:p>
          <a:p>
            <a:pPr marL="0" indent="0">
              <a:buNone/>
            </a:pPr>
            <a:r>
              <a:rPr lang="fr-CH" dirty="0" smtClean="0">
                <a:sym typeface="Wingdings" panose="05000000000000000000" pitchFamily="2" charset="2"/>
              </a:rPr>
              <a:t> Les parties doivent être indispensables</a:t>
            </a:r>
            <a:r>
              <a:rPr lang="fr-FR" dirty="0" smtClean="0"/>
              <a:t> </a:t>
            </a:r>
            <a:r>
              <a:rPr lang="fr-FR" dirty="0"/>
              <a:t>pour le fonctionnement </a:t>
            </a:r>
            <a:r>
              <a:rPr lang="fr-FR" dirty="0" smtClean="0"/>
              <a:t>de l’ensemble!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6766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Accessoires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La </a:t>
            </a:r>
            <a:r>
              <a:rPr lang="fr-FR" dirty="0"/>
              <a:t>notion d’«accessoires» suppose d’être en présence d’organes d’équipement interchangeables permettant d’adapter un appareil à un travail particulier ou lui conférant des possibilités supplémentaires ou encore le mettant en mesure d’assurer un service particulier en corrélation avec sa fonction </a:t>
            </a:r>
            <a:r>
              <a:rPr lang="fr-FR" dirty="0" smtClean="0"/>
              <a:t>principale. </a:t>
            </a:r>
            <a:r>
              <a:rPr lang="fr-FR" dirty="0"/>
              <a:t>(C-152/10 </a:t>
            </a:r>
            <a:r>
              <a:rPr lang="fr-FR" dirty="0" err="1"/>
              <a:t>Unomedical</a:t>
            </a:r>
            <a:r>
              <a:rPr lang="fr-FR" dirty="0"/>
              <a:t> §29</a:t>
            </a:r>
            <a:r>
              <a:rPr lang="fr-FR" dirty="0" smtClean="0"/>
              <a:t>)</a:t>
            </a:r>
          </a:p>
          <a:p>
            <a:r>
              <a:rPr lang="fr-FR" dirty="0"/>
              <a:t>permettant d’adapter un appareil à un travail </a:t>
            </a:r>
            <a:r>
              <a:rPr lang="fr-FR" dirty="0" smtClean="0"/>
              <a:t>particulier</a:t>
            </a:r>
          </a:p>
          <a:p>
            <a:r>
              <a:rPr lang="fr-FR" dirty="0"/>
              <a:t>lui conférant des possibilités </a:t>
            </a:r>
            <a:r>
              <a:rPr lang="fr-FR" dirty="0" smtClean="0"/>
              <a:t>supplémentaires</a:t>
            </a:r>
          </a:p>
          <a:p>
            <a:r>
              <a:rPr lang="fr-FR" dirty="0"/>
              <a:t>le mettant en mesure d’assurer un service particulier en corrélation avec sa fonction principale</a:t>
            </a:r>
            <a:endParaRPr lang="fr-CH" dirty="0"/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52391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Parties section XVI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 smtClean="0"/>
              <a:t>Les </a:t>
            </a:r>
            <a:r>
              <a:rPr lang="fr-FR" dirty="0"/>
              <a:t>parties de machines </a:t>
            </a:r>
            <a:r>
              <a:rPr lang="fr-FR" dirty="0" smtClean="0"/>
              <a:t>sont </a:t>
            </a:r>
            <a:r>
              <a:rPr lang="fr-FR" dirty="0"/>
              <a:t>classées conformément aux règles </a:t>
            </a:r>
            <a:r>
              <a:rPr lang="fr-FR" dirty="0" smtClean="0"/>
              <a:t>ci-après:</a:t>
            </a:r>
          </a:p>
          <a:p>
            <a:r>
              <a:rPr lang="fr-FR" dirty="0" smtClean="0"/>
              <a:t>les </a:t>
            </a:r>
            <a:r>
              <a:rPr lang="fr-FR" dirty="0"/>
              <a:t>parties consistant en articles compris dans l'une quelconque des positions des chapitres 84 ou 85 </a:t>
            </a:r>
            <a:r>
              <a:rPr lang="fr-FR" dirty="0" smtClean="0"/>
              <a:t>relèvent </a:t>
            </a:r>
            <a:r>
              <a:rPr lang="fr-FR" dirty="0"/>
              <a:t>de ladite position, quelle que soit la machine à laquelle elles sont destinées;</a:t>
            </a:r>
          </a:p>
          <a:p>
            <a:r>
              <a:rPr lang="fr-FR" dirty="0" smtClean="0"/>
              <a:t>lorsqu'elles </a:t>
            </a:r>
            <a:r>
              <a:rPr lang="fr-FR" dirty="0"/>
              <a:t>sont reconnaissables comme exclusivement ou principalement destinées à une machine particulière ou à plusieurs machines d'une même </a:t>
            </a:r>
            <a:r>
              <a:rPr lang="fr-FR" dirty="0" smtClean="0"/>
              <a:t>position, les parties sont </a:t>
            </a:r>
            <a:r>
              <a:rPr lang="fr-FR" dirty="0"/>
              <a:t>classées dans la position afférente à cette ou à ces machines </a:t>
            </a:r>
            <a:endParaRPr lang="fr-FR" dirty="0" smtClean="0"/>
          </a:p>
          <a:p>
            <a:r>
              <a:rPr lang="fr-FR" dirty="0" smtClean="0"/>
              <a:t>les </a:t>
            </a:r>
            <a:r>
              <a:rPr lang="fr-FR" dirty="0"/>
              <a:t>autres parties relèvent des nos 8409, 8431, 8448, 8466, 8473, 8503, 8522, 8529 ou 8538, selon le cas, ou, à défaut, des nos 8487 ou 8548.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1060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Parties chapitre 90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/>
              <a:t>Les </a:t>
            </a:r>
            <a:r>
              <a:rPr lang="fr-FR" dirty="0"/>
              <a:t>parties et accessoires pour machines, appareils, instruments ou articles du présent chapitre sont classés conformément aux règles </a:t>
            </a:r>
            <a:r>
              <a:rPr lang="fr-FR" dirty="0" smtClean="0"/>
              <a:t>ci-après:</a:t>
            </a:r>
            <a:endParaRPr lang="fr-FR" dirty="0"/>
          </a:p>
          <a:p>
            <a:pPr lvl="1"/>
            <a:r>
              <a:rPr lang="fr-FR" dirty="0"/>
              <a:t>les parties et accessoires consistant en articles compris dans l'une quelconque des positions du présent chapitre ou des chapitres 84, 85 ou 91 </a:t>
            </a:r>
            <a:r>
              <a:rPr lang="fr-FR" dirty="0" smtClean="0"/>
              <a:t>relèvent </a:t>
            </a:r>
            <a:r>
              <a:rPr lang="fr-FR" dirty="0"/>
              <a:t>de ladite position quels que soient les machines, appareils ou instruments auxquels ils sont destinés; </a:t>
            </a:r>
          </a:p>
          <a:p>
            <a:pPr lvl="1"/>
            <a:r>
              <a:rPr lang="fr-FR" dirty="0"/>
              <a:t>lorsqu'ils sont reconnaissables comme exclusivement ou principalement destinés à une machine, un instrument ou un appareil particuliers ou à plusieurs machines, instruments ou appareils d'une même </a:t>
            </a:r>
            <a:r>
              <a:rPr lang="fr-FR" dirty="0" smtClean="0"/>
              <a:t>position, les </a:t>
            </a:r>
            <a:r>
              <a:rPr lang="fr-FR" dirty="0"/>
              <a:t>parties et </a:t>
            </a:r>
            <a:r>
              <a:rPr lang="fr-FR" dirty="0" smtClean="0"/>
              <a:t>accessoires sont </a:t>
            </a:r>
            <a:r>
              <a:rPr lang="fr-FR" dirty="0"/>
              <a:t>classés dans la position afférente à cette ou ces machines, instruments ou appareils</a:t>
            </a:r>
            <a:r>
              <a:rPr lang="fr-FR" dirty="0" smtClean="0"/>
              <a:t>;</a:t>
            </a:r>
            <a:endParaRPr lang="fr-FR" dirty="0"/>
          </a:p>
          <a:p>
            <a:pPr lvl="1"/>
            <a:r>
              <a:rPr lang="fr-FR" dirty="0"/>
              <a:t>les autres parties et accessoires relèvent du no 9033.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1113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Parties chapitre 95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Les </a:t>
            </a:r>
            <a:r>
              <a:rPr lang="fr-FR" dirty="0"/>
              <a:t>parties et accessoires reconnaissables comme étant exclusivement ou principalement destinés aux articles du présent chapitre sont classés avec ceux-ci.</a:t>
            </a:r>
          </a:p>
        </p:txBody>
      </p:sp>
    </p:spTree>
    <p:extLst>
      <p:ext uri="{BB962C8B-B14F-4D97-AF65-F5344CB8AC3E}">
        <p14:creationId xmlns:p14="http://schemas.microsoft.com/office/powerpoint/2010/main" val="94084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Parties et </a:t>
            </a:r>
            <a:r>
              <a:rPr lang="en-US" dirty="0" err="1" smtClean="0"/>
              <a:t>fournitures</a:t>
            </a:r>
            <a:r>
              <a:rPr lang="en-US" dirty="0" smtClean="0"/>
              <a:t> </a:t>
            </a:r>
            <a:r>
              <a:rPr lang="en-US" dirty="0" err="1" smtClean="0"/>
              <a:t>d’emploi</a:t>
            </a:r>
            <a:r>
              <a:rPr lang="en-US" dirty="0" smtClean="0"/>
              <a:t> </a:t>
            </a:r>
            <a:r>
              <a:rPr lang="en-US" dirty="0" err="1" smtClean="0"/>
              <a:t>général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 articles des positions 7307 (</a:t>
            </a:r>
            <a:r>
              <a:rPr lang="en-US" smtClean="0"/>
              <a:t>accessoires</a:t>
            </a:r>
            <a:r>
              <a:rPr lang="en-US" dirty="0" smtClean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tuyauterie</a:t>
            </a:r>
            <a:r>
              <a:rPr lang="en-US" dirty="0" smtClean="0"/>
              <a:t>), 7312 (</a:t>
            </a:r>
            <a:r>
              <a:rPr lang="en-US" dirty="0" err="1" smtClean="0"/>
              <a:t>câbles</a:t>
            </a:r>
            <a:r>
              <a:rPr lang="en-US" dirty="0" smtClean="0"/>
              <a:t>) , 7315 (</a:t>
            </a:r>
            <a:r>
              <a:rPr lang="en-US" dirty="0" err="1" smtClean="0"/>
              <a:t>chaînes</a:t>
            </a:r>
            <a:r>
              <a:rPr lang="en-US" dirty="0" smtClean="0"/>
              <a:t>), 7317 (</a:t>
            </a:r>
            <a:r>
              <a:rPr lang="en-US" dirty="0" err="1" smtClean="0"/>
              <a:t>clous</a:t>
            </a:r>
            <a:r>
              <a:rPr lang="en-US" dirty="0" smtClean="0"/>
              <a:t>) </a:t>
            </a:r>
            <a:r>
              <a:rPr lang="en-US" dirty="0" err="1" smtClean="0"/>
              <a:t>ou</a:t>
            </a:r>
            <a:r>
              <a:rPr lang="en-US" dirty="0" smtClean="0"/>
              <a:t> 7318 (vis), </a:t>
            </a:r>
            <a:r>
              <a:rPr lang="en-US" dirty="0" err="1" smtClean="0"/>
              <a:t>ainsi</a:t>
            </a:r>
            <a:r>
              <a:rPr lang="en-US" dirty="0" smtClean="0"/>
              <a:t> que les </a:t>
            </a:r>
            <a:r>
              <a:rPr lang="en-US" dirty="0" err="1" smtClean="0"/>
              <a:t>artciles</a:t>
            </a:r>
            <a:r>
              <a:rPr lang="en-US" dirty="0" smtClean="0"/>
              <a:t> </a:t>
            </a:r>
            <a:r>
              <a:rPr lang="en-US" dirty="0" err="1" smtClean="0"/>
              <a:t>similaires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métaux</a:t>
            </a:r>
            <a:r>
              <a:rPr lang="en-US" dirty="0" smtClean="0"/>
              <a:t> </a:t>
            </a:r>
            <a:r>
              <a:rPr lang="en-US" dirty="0" err="1" smtClean="0"/>
              <a:t>communs</a:t>
            </a:r>
            <a:r>
              <a:rPr lang="en-US" dirty="0" smtClean="0"/>
              <a:t>, </a:t>
            </a:r>
            <a:r>
              <a:rPr lang="en-US" dirty="0" err="1" smtClean="0"/>
              <a:t>autres</a:t>
            </a:r>
            <a:r>
              <a:rPr lang="en-US" dirty="0" smtClean="0"/>
              <a:t> que </a:t>
            </a:r>
            <a:r>
              <a:rPr lang="en-US" dirty="0" err="1" smtClean="0"/>
              <a:t>ceux</a:t>
            </a:r>
            <a:r>
              <a:rPr lang="en-US" dirty="0" smtClean="0"/>
              <a:t> </a:t>
            </a:r>
            <a:r>
              <a:rPr lang="en-US" dirty="0" err="1" smtClean="0"/>
              <a:t>spécialement</a:t>
            </a:r>
            <a:r>
              <a:rPr lang="en-US" dirty="0" smtClean="0"/>
              <a:t> </a:t>
            </a:r>
            <a:r>
              <a:rPr lang="en-US" dirty="0" err="1" smtClean="0"/>
              <a:t>conçus</a:t>
            </a:r>
            <a:r>
              <a:rPr lang="en-US" dirty="0" smtClean="0"/>
              <a:t> pour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utilisés</a:t>
            </a:r>
            <a:r>
              <a:rPr lang="en-US" dirty="0" smtClean="0"/>
              <a:t> </a:t>
            </a:r>
            <a:r>
              <a:rPr lang="en-US" dirty="0" err="1" smtClean="0"/>
              <a:t>comme</a:t>
            </a:r>
            <a:r>
              <a:rPr lang="en-US" dirty="0" smtClean="0"/>
              <a:t> implants </a:t>
            </a:r>
            <a:r>
              <a:rPr lang="en-US" dirty="0" err="1" smtClean="0"/>
              <a:t>dans</a:t>
            </a:r>
            <a:r>
              <a:rPr lang="en-US" dirty="0" smtClean="0"/>
              <a:t> la </a:t>
            </a:r>
            <a:r>
              <a:rPr lang="en-US" dirty="0" err="1" smtClean="0"/>
              <a:t>médecine</a:t>
            </a:r>
            <a:r>
              <a:rPr lang="en-US" dirty="0" smtClean="0"/>
              <a:t>, la </a:t>
            </a:r>
            <a:r>
              <a:rPr lang="en-US" dirty="0" err="1" smtClean="0"/>
              <a:t>chirurgie</a:t>
            </a:r>
            <a:r>
              <a:rPr lang="en-US" dirty="0" smtClean="0"/>
              <a:t>, </a:t>
            </a:r>
            <a:r>
              <a:rPr lang="en-US" dirty="0" err="1" smtClean="0"/>
              <a:t>l’art</a:t>
            </a:r>
            <a:r>
              <a:rPr lang="en-US" dirty="0" smtClean="0"/>
              <a:t> </a:t>
            </a:r>
            <a:r>
              <a:rPr lang="en-US" dirty="0" err="1" smtClean="0"/>
              <a:t>dentaire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l’art</a:t>
            </a:r>
            <a:r>
              <a:rPr lang="en-US" dirty="0" smtClean="0"/>
              <a:t> </a:t>
            </a:r>
            <a:r>
              <a:rPr lang="en-US" dirty="0" err="1" smtClean="0"/>
              <a:t>vétérinaire</a:t>
            </a:r>
            <a:endParaRPr lang="en-US" dirty="0" smtClean="0"/>
          </a:p>
          <a:p>
            <a:r>
              <a:rPr lang="en-US" dirty="0" smtClean="0"/>
              <a:t>Les </a:t>
            </a:r>
            <a:r>
              <a:rPr lang="en-US" dirty="0" err="1" smtClean="0"/>
              <a:t>ressorts</a:t>
            </a:r>
            <a:r>
              <a:rPr lang="en-US" dirty="0" smtClean="0"/>
              <a:t> et lames de resorts </a:t>
            </a:r>
            <a:r>
              <a:rPr lang="en-US" dirty="0" err="1" smtClean="0"/>
              <a:t>autres</a:t>
            </a:r>
            <a:r>
              <a:rPr lang="en-US" dirty="0" smtClean="0"/>
              <a:t> que les resorts </a:t>
            </a:r>
            <a:r>
              <a:rPr lang="en-US" dirty="0" err="1" smtClean="0"/>
              <a:t>d’horlogerie</a:t>
            </a:r>
            <a:r>
              <a:rPr lang="en-US" dirty="0" smtClean="0"/>
              <a:t> </a:t>
            </a:r>
          </a:p>
          <a:p>
            <a:r>
              <a:rPr lang="en-US" dirty="0" smtClean="0"/>
              <a:t>Les articles des positions 8301 (</a:t>
            </a:r>
            <a:r>
              <a:rPr lang="en-US" dirty="0" err="1" smtClean="0"/>
              <a:t>cadenas</a:t>
            </a:r>
            <a:r>
              <a:rPr lang="en-US" dirty="0" smtClean="0"/>
              <a:t>, </a:t>
            </a:r>
            <a:r>
              <a:rPr lang="en-US" dirty="0" err="1" smtClean="0"/>
              <a:t>serrures</a:t>
            </a:r>
            <a:r>
              <a:rPr lang="en-US" dirty="0" smtClean="0"/>
              <a:t>), 8302 (garnitures pour </a:t>
            </a:r>
            <a:r>
              <a:rPr lang="en-US" dirty="0" err="1" smtClean="0"/>
              <a:t>meubles</a:t>
            </a:r>
            <a:r>
              <a:rPr lang="en-US" dirty="0" smtClean="0"/>
              <a:t>), 8308 (</a:t>
            </a:r>
            <a:r>
              <a:rPr lang="en-US" dirty="0" err="1" smtClean="0"/>
              <a:t>fermoirs</a:t>
            </a:r>
            <a:r>
              <a:rPr lang="en-US" dirty="0" smtClean="0"/>
              <a:t>) , 8310 (plaques indicatrices) </a:t>
            </a:r>
            <a:r>
              <a:rPr lang="en-US" dirty="0" err="1" smtClean="0"/>
              <a:t>ainsi</a:t>
            </a:r>
            <a:r>
              <a:rPr lang="en-US" dirty="0" smtClean="0"/>
              <a:t> que les cadres et la </a:t>
            </a:r>
            <a:r>
              <a:rPr lang="en-US" dirty="0" err="1" smtClean="0"/>
              <a:t>miroiterie</a:t>
            </a:r>
            <a:r>
              <a:rPr lang="en-US" dirty="0" smtClean="0"/>
              <a:t> du 8306.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1011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 2 Section XV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9417"/>
            <a:ext cx="10515600" cy="4597545"/>
          </a:xfrm>
        </p:spPr>
        <p:txBody>
          <a:bodyPr>
            <a:normAutofit/>
          </a:bodyPr>
          <a:lstStyle/>
          <a:p>
            <a:r>
              <a:rPr lang="fr-FR" u="sng" dirty="0" smtClean="0"/>
              <a:t>Parties </a:t>
            </a:r>
            <a:r>
              <a:rPr lang="fr-FR" u="sng" dirty="0"/>
              <a:t>et fournitures d'emploi </a:t>
            </a:r>
            <a:r>
              <a:rPr lang="fr-FR" u="sng" dirty="0" smtClean="0"/>
              <a:t>général:</a:t>
            </a:r>
          </a:p>
          <a:p>
            <a:endParaRPr lang="fr-FR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05" y="2686744"/>
            <a:ext cx="1543050" cy="123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46" y="2746985"/>
            <a:ext cx="1980248" cy="1317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585" y="2509622"/>
            <a:ext cx="1592494" cy="1592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187" y="2504238"/>
            <a:ext cx="2416711" cy="15937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171" y="2458328"/>
            <a:ext cx="1639629" cy="16396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05" y="4611334"/>
            <a:ext cx="1672244" cy="16722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4446" y="4663451"/>
            <a:ext cx="1909715" cy="16201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8585" y="4656123"/>
            <a:ext cx="1542780" cy="16347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2939" y="4611334"/>
            <a:ext cx="1790115" cy="16492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4171" y="4591160"/>
            <a:ext cx="1585802" cy="158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1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594D413724C84DBC52E19F2035DA73" ma:contentTypeVersion="" ma:contentTypeDescription="Crée un document." ma:contentTypeScope="" ma:versionID="6be60aed9bf2246e6faa0417455f3c0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30ed06cadc9c5daf8dab6f76759a2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5E6B39-D90C-46D9-8E23-C17AEBBFBE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0BB115-53AA-4E01-B533-A210718193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884D65B-81A2-4F51-85BB-C7B4958E0E6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</vt:lpstr>
      <vt:lpstr>Parties et accessoires </vt:lpstr>
      <vt:lpstr>Parties et accessoires</vt:lpstr>
      <vt:lpstr>Parties</vt:lpstr>
      <vt:lpstr>Accessoires</vt:lpstr>
      <vt:lpstr>Parties section XVI</vt:lpstr>
      <vt:lpstr>Parties chapitre 90</vt:lpstr>
      <vt:lpstr>Parties chapitre 95</vt:lpstr>
      <vt:lpstr>Parties et fournitures d’emploi général</vt:lpstr>
      <vt:lpstr>Note 2 Section XV</vt:lpstr>
    </vt:vector>
  </TitlesOfParts>
  <Company>DOUANES ET ACCISES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Taxe sur les boissons non alcoolisées sucrées</dc:title>
  <dc:creator>mschlink</dc:creator>
  <cp:lastModifiedBy>bofferdingd</cp:lastModifiedBy>
  <cp:revision>53</cp:revision>
  <cp:lastPrinted>2017-07-12T12:12:41Z</cp:lastPrinted>
  <dcterms:created xsi:type="dcterms:W3CDTF">2017-07-11T09:59:41Z</dcterms:created>
  <dcterms:modified xsi:type="dcterms:W3CDTF">2024-09-06T09:35:22Z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0x010100F8594D413724C84DBC52E19F2035DA73</vt:lpwstr>
  </property>
</Properties>
</file>