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3"/>
  </p:notesMasterIdLst>
  <p:sldIdLst>
    <p:sldId id="304" r:id="rId2"/>
    <p:sldId id="447" r:id="rId3"/>
    <p:sldId id="448" r:id="rId4"/>
    <p:sldId id="498" r:id="rId5"/>
    <p:sldId id="464" r:id="rId6"/>
    <p:sldId id="465" r:id="rId7"/>
    <p:sldId id="466" r:id="rId8"/>
    <p:sldId id="467" r:id="rId9"/>
    <p:sldId id="500" r:id="rId10"/>
    <p:sldId id="501" r:id="rId11"/>
    <p:sldId id="518" r:id="rId12"/>
    <p:sldId id="502" r:id="rId13"/>
    <p:sldId id="517" r:id="rId14"/>
    <p:sldId id="503" r:id="rId15"/>
    <p:sldId id="510" r:id="rId16"/>
    <p:sldId id="511" r:id="rId17"/>
    <p:sldId id="512" r:id="rId18"/>
    <p:sldId id="504" r:id="rId19"/>
    <p:sldId id="513" r:id="rId20"/>
    <p:sldId id="520" r:id="rId21"/>
    <p:sldId id="519" r:id="rId22"/>
    <p:sldId id="515" r:id="rId23"/>
    <p:sldId id="516" r:id="rId24"/>
    <p:sldId id="521" r:id="rId25"/>
    <p:sldId id="507" r:id="rId26"/>
    <p:sldId id="522" r:id="rId27"/>
    <p:sldId id="523" r:id="rId28"/>
    <p:sldId id="524" r:id="rId29"/>
    <p:sldId id="525" r:id="rId30"/>
    <p:sldId id="499" r:id="rId31"/>
    <p:sldId id="445" r:id="rId32"/>
    <p:sldId id="438" r:id="rId33"/>
    <p:sldId id="440" r:id="rId34"/>
    <p:sldId id="468" r:id="rId35"/>
    <p:sldId id="442" r:id="rId36"/>
    <p:sldId id="458" r:id="rId37"/>
    <p:sldId id="469" r:id="rId38"/>
    <p:sldId id="470" r:id="rId39"/>
    <p:sldId id="401" r:id="rId40"/>
    <p:sldId id="471" r:id="rId41"/>
    <p:sldId id="309" r:id="rId42"/>
    <p:sldId id="472" r:id="rId43"/>
    <p:sldId id="459" r:id="rId44"/>
    <p:sldId id="473" r:id="rId45"/>
    <p:sldId id="474" r:id="rId46"/>
    <p:sldId id="475" r:id="rId47"/>
    <p:sldId id="476" r:id="rId48"/>
    <p:sldId id="477" r:id="rId49"/>
    <p:sldId id="478" r:id="rId50"/>
    <p:sldId id="485" r:id="rId51"/>
    <p:sldId id="479" r:id="rId52"/>
    <p:sldId id="480" r:id="rId53"/>
    <p:sldId id="486" r:id="rId54"/>
    <p:sldId id="481" r:id="rId55"/>
    <p:sldId id="482" r:id="rId56"/>
    <p:sldId id="483" r:id="rId57"/>
    <p:sldId id="484" r:id="rId58"/>
    <p:sldId id="487" r:id="rId59"/>
    <p:sldId id="488" r:id="rId60"/>
    <p:sldId id="489" r:id="rId61"/>
    <p:sldId id="491" r:id="rId62"/>
    <p:sldId id="490" r:id="rId63"/>
    <p:sldId id="492" r:id="rId64"/>
    <p:sldId id="493" r:id="rId65"/>
    <p:sldId id="494" r:id="rId66"/>
    <p:sldId id="495" r:id="rId67"/>
    <p:sldId id="496" r:id="rId68"/>
    <p:sldId id="497" r:id="rId69"/>
    <p:sldId id="434" r:id="rId70"/>
    <p:sldId id="446" r:id="rId71"/>
    <p:sldId id="284" r:id="rId72"/>
  </p:sldIdLst>
  <p:sldSz cx="12192000" cy="6858000"/>
  <p:notesSz cx="6858000" cy="9144000"/>
  <p:defaultText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9C7B4F-934B-4D14-826A-A7708455A20A}" v="236" dt="2020-06-01T07:10:30.954"/>
    <p1510:client id="{E76598A3-A913-4822-A8F1-CB075C0F86B7}" v="3" dt="2020-06-01T12:24:58.6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3" d="100"/>
          <a:sy n="103" d="100"/>
        </p:scale>
        <p:origin x="138" y="6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126"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lph kemp" userId="b9b5e5f6d19aaab0" providerId="LiveId" clId="{A29C7B4F-934B-4D14-826A-A7708455A20A}"/>
    <pc:docChg chg="undo custSel mod addSld delSld modSld sldOrd">
      <pc:chgData name="ralph kemp" userId="b9b5e5f6d19aaab0" providerId="LiveId" clId="{A29C7B4F-934B-4D14-826A-A7708455A20A}" dt="2020-06-01T07:11:13.518" v="7318" actId="20577"/>
      <pc:docMkLst>
        <pc:docMk/>
      </pc:docMkLst>
      <pc:sldChg chg="del">
        <pc:chgData name="ralph kemp" userId="b9b5e5f6d19aaab0" providerId="LiveId" clId="{A29C7B4F-934B-4D14-826A-A7708455A20A}" dt="2020-06-01T06:00:07.425" v="5949" actId="2696"/>
        <pc:sldMkLst>
          <pc:docMk/>
          <pc:sldMk cId="786570699" sldId="257"/>
        </pc:sldMkLst>
      </pc:sldChg>
      <pc:sldChg chg="del">
        <pc:chgData name="ralph kemp" userId="b9b5e5f6d19aaab0" providerId="LiveId" clId="{A29C7B4F-934B-4D14-826A-A7708455A20A}" dt="2020-06-01T06:00:46.035" v="5951" actId="2696"/>
        <pc:sldMkLst>
          <pc:docMk/>
          <pc:sldMk cId="1824659767" sldId="258"/>
        </pc:sldMkLst>
      </pc:sldChg>
      <pc:sldChg chg="modSp mod">
        <pc:chgData name="ralph kemp" userId="b9b5e5f6d19aaab0" providerId="LiveId" clId="{A29C7B4F-934B-4D14-826A-A7708455A20A}" dt="2020-06-01T06:04:01.849" v="6035" actId="1076"/>
        <pc:sldMkLst>
          <pc:docMk/>
          <pc:sldMk cId="2363639681" sldId="259"/>
        </pc:sldMkLst>
        <pc:spChg chg="mod">
          <ac:chgData name="ralph kemp" userId="b9b5e5f6d19aaab0" providerId="LiveId" clId="{A29C7B4F-934B-4D14-826A-A7708455A20A}" dt="2020-06-01T06:04:01.849" v="6035" actId="1076"/>
          <ac:spMkLst>
            <pc:docMk/>
            <pc:sldMk cId="2363639681" sldId="259"/>
            <ac:spMk id="2" creationId="{00000000-0000-0000-0000-000000000000}"/>
          </ac:spMkLst>
        </pc:spChg>
        <pc:spChg chg="mod">
          <ac:chgData name="ralph kemp" userId="b9b5e5f6d19aaab0" providerId="LiveId" clId="{A29C7B4F-934B-4D14-826A-A7708455A20A}" dt="2020-06-01T06:03:53.567" v="6033" actId="1076"/>
          <ac:spMkLst>
            <pc:docMk/>
            <pc:sldMk cId="2363639681" sldId="259"/>
            <ac:spMk id="3" creationId="{00000000-0000-0000-0000-000000000000}"/>
          </ac:spMkLst>
        </pc:spChg>
      </pc:sldChg>
      <pc:sldChg chg="modSp del mod">
        <pc:chgData name="ralph kemp" userId="b9b5e5f6d19aaab0" providerId="LiveId" clId="{A29C7B4F-934B-4D14-826A-A7708455A20A}" dt="2020-06-01T06:02:29.076" v="5965" actId="2696"/>
        <pc:sldMkLst>
          <pc:docMk/>
          <pc:sldMk cId="1880347331" sldId="260"/>
        </pc:sldMkLst>
        <pc:spChg chg="mod">
          <ac:chgData name="ralph kemp" userId="b9b5e5f6d19aaab0" providerId="LiveId" clId="{A29C7B4F-934B-4D14-826A-A7708455A20A}" dt="2020-06-01T06:02:07.812" v="5960" actId="21"/>
          <ac:spMkLst>
            <pc:docMk/>
            <pc:sldMk cId="1880347331" sldId="260"/>
            <ac:spMk id="3" creationId="{00000000-0000-0000-0000-000000000000}"/>
          </ac:spMkLst>
        </pc:spChg>
      </pc:sldChg>
      <pc:sldChg chg="modSp mod">
        <pc:chgData name="ralph kemp" userId="b9b5e5f6d19aaab0" providerId="LiveId" clId="{A29C7B4F-934B-4D14-826A-A7708455A20A}" dt="2020-06-01T06:11:36.112" v="6188" actId="27636"/>
        <pc:sldMkLst>
          <pc:docMk/>
          <pc:sldMk cId="2701221404" sldId="261"/>
        </pc:sldMkLst>
        <pc:spChg chg="mod">
          <ac:chgData name="ralph kemp" userId="b9b5e5f6d19aaab0" providerId="LiveId" clId="{A29C7B4F-934B-4D14-826A-A7708455A20A}" dt="2020-06-01T06:05:37.980" v="6070" actId="20577"/>
          <ac:spMkLst>
            <pc:docMk/>
            <pc:sldMk cId="2701221404" sldId="261"/>
            <ac:spMk id="2" creationId="{00000000-0000-0000-0000-000000000000}"/>
          </ac:spMkLst>
        </pc:spChg>
        <pc:spChg chg="mod">
          <ac:chgData name="ralph kemp" userId="b9b5e5f6d19aaab0" providerId="LiveId" clId="{A29C7B4F-934B-4D14-826A-A7708455A20A}" dt="2020-06-01T06:11:36.112" v="6188" actId="27636"/>
          <ac:spMkLst>
            <pc:docMk/>
            <pc:sldMk cId="2701221404" sldId="261"/>
            <ac:spMk id="3" creationId="{00000000-0000-0000-0000-000000000000}"/>
          </ac:spMkLst>
        </pc:spChg>
      </pc:sldChg>
      <pc:sldChg chg="modSp del mod">
        <pc:chgData name="ralph kemp" userId="b9b5e5f6d19aaab0" providerId="LiveId" clId="{A29C7B4F-934B-4D14-826A-A7708455A20A}" dt="2020-06-01T06:09:57.881" v="6173" actId="2696"/>
        <pc:sldMkLst>
          <pc:docMk/>
          <pc:sldMk cId="86556387" sldId="262"/>
        </pc:sldMkLst>
        <pc:spChg chg="mod">
          <ac:chgData name="ralph kemp" userId="b9b5e5f6d19aaab0" providerId="LiveId" clId="{A29C7B4F-934B-4D14-826A-A7708455A20A}" dt="2020-06-01T06:07:34.076" v="6135" actId="21"/>
          <ac:spMkLst>
            <pc:docMk/>
            <pc:sldMk cId="86556387" sldId="262"/>
            <ac:spMk id="3" creationId="{00000000-0000-0000-0000-000000000000}"/>
          </ac:spMkLst>
        </pc:spChg>
      </pc:sldChg>
      <pc:sldChg chg="delSp modSp mod">
        <pc:chgData name="ralph kemp" userId="b9b5e5f6d19aaab0" providerId="LiveId" clId="{A29C7B4F-934B-4D14-826A-A7708455A20A}" dt="2020-06-01T06:13:12.174" v="6235" actId="1076"/>
        <pc:sldMkLst>
          <pc:docMk/>
          <pc:sldMk cId="2547356398" sldId="263"/>
        </pc:sldMkLst>
        <pc:spChg chg="mod">
          <ac:chgData name="ralph kemp" userId="b9b5e5f6d19aaab0" providerId="LiveId" clId="{A29C7B4F-934B-4D14-826A-A7708455A20A}" dt="2020-06-01T06:13:12.174" v="6235" actId="1076"/>
          <ac:spMkLst>
            <pc:docMk/>
            <pc:sldMk cId="2547356398" sldId="263"/>
            <ac:spMk id="3" creationId="{00000000-0000-0000-0000-000000000000}"/>
          </ac:spMkLst>
        </pc:spChg>
        <pc:picChg chg="del">
          <ac:chgData name="ralph kemp" userId="b9b5e5f6d19aaab0" providerId="LiveId" clId="{A29C7B4F-934B-4D14-826A-A7708455A20A}" dt="2020-06-01T06:10:40.541" v="6178" actId="478"/>
          <ac:picMkLst>
            <pc:docMk/>
            <pc:sldMk cId="2547356398" sldId="263"/>
            <ac:picMk id="5" creationId="{00000000-0000-0000-0000-000000000000}"/>
          </ac:picMkLst>
        </pc:picChg>
      </pc:sldChg>
      <pc:sldChg chg="modSp mod">
        <pc:chgData name="ralph kemp" userId="b9b5e5f6d19aaab0" providerId="LiveId" clId="{A29C7B4F-934B-4D14-826A-A7708455A20A}" dt="2020-06-01T06:10:35.426" v="6177" actId="1076"/>
        <pc:sldMkLst>
          <pc:docMk/>
          <pc:sldMk cId="862864849" sldId="264"/>
        </pc:sldMkLst>
        <pc:spChg chg="mod">
          <ac:chgData name="ralph kemp" userId="b9b5e5f6d19aaab0" providerId="LiveId" clId="{A29C7B4F-934B-4D14-826A-A7708455A20A}" dt="2020-06-01T06:09:27.166" v="6171" actId="20577"/>
          <ac:spMkLst>
            <pc:docMk/>
            <pc:sldMk cId="862864849" sldId="264"/>
            <ac:spMk id="2" creationId="{00000000-0000-0000-0000-000000000000}"/>
          </ac:spMkLst>
        </pc:spChg>
        <pc:spChg chg="mod">
          <ac:chgData name="ralph kemp" userId="b9b5e5f6d19aaab0" providerId="LiveId" clId="{A29C7B4F-934B-4D14-826A-A7708455A20A}" dt="2020-06-01T06:10:24.152" v="6175" actId="122"/>
          <ac:spMkLst>
            <pc:docMk/>
            <pc:sldMk cId="862864849" sldId="264"/>
            <ac:spMk id="3" creationId="{00000000-0000-0000-0000-000000000000}"/>
          </ac:spMkLst>
        </pc:spChg>
        <pc:picChg chg="mod">
          <ac:chgData name="ralph kemp" userId="b9b5e5f6d19aaab0" providerId="LiveId" clId="{A29C7B4F-934B-4D14-826A-A7708455A20A}" dt="2020-06-01T06:10:35.426" v="6177" actId="1076"/>
          <ac:picMkLst>
            <pc:docMk/>
            <pc:sldMk cId="862864849" sldId="264"/>
            <ac:picMk id="5" creationId="{00000000-0000-0000-0000-000000000000}"/>
          </ac:picMkLst>
        </pc:picChg>
      </pc:sldChg>
      <pc:sldChg chg="modSp mod">
        <pc:chgData name="ralph kemp" userId="b9b5e5f6d19aaab0" providerId="LiveId" clId="{A29C7B4F-934B-4D14-826A-A7708455A20A}" dt="2020-06-01T06:15:16.891" v="6252" actId="20577"/>
        <pc:sldMkLst>
          <pc:docMk/>
          <pc:sldMk cId="1073301653" sldId="265"/>
        </pc:sldMkLst>
        <pc:spChg chg="mod">
          <ac:chgData name="ralph kemp" userId="b9b5e5f6d19aaab0" providerId="LiveId" clId="{A29C7B4F-934B-4D14-826A-A7708455A20A}" dt="2020-06-01T06:15:16.891" v="6252" actId="20577"/>
          <ac:spMkLst>
            <pc:docMk/>
            <pc:sldMk cId="1073301653" sldId="265"/>
            <ac:spMk id="2" creationId="{00000000-0000-0000-0000-000000000000}"/>
          </ac:spMkLst>
        </pc:spChg>
        <pc:graphicFrameChg chg="mod">
          <ac:chgData name="ralph kemp" userId="b9b5e5f6d19aaab0" providerId="LiveId" clId="{A29C7B4F-934B-4D14-826A-A7708455A20A}" dt="2020-06-01T06:14:43.175" v="6246" actId="6559"/>
          <ac:graphicFrameMkLst>
            <pc:docMk/>
            <pc:sldMk cId="1073301653" sldId="265"/>
            <ac:graphicFrameMk id="5" creationId="{00000000-0000-0000-0000-000000000000}"/>
          </ac:graphicFrameMkLst>
        </pc:graphicFrameChg>
      </pc:sldChg>
      <pc:sldChg chg="modSp">
        <pc:chgData name="ralph kemp" userId="b9b5e5f6d19aaab0" providerId="LiveId" clId="{A29C7B4F-934B-4D14-826A-A7708455A20A}" dt="2020-06-01T06:16:44.964" v="6271" actId="6559"/>
        <pc:sldMkLst>
          <pc:docMk/>
          <pc:sldMk cId="4241626609" sldId="266"/>
        </pc:sldMkLst>
        <pc:graphicFrameChg chg="mod">
          <ac:chgData name="ralph kemp" userId="b9b5e5f6d19aaab0" providerId="LiveId" clId="{A29C7B4F-934B-4D14-826A-A7708455A20A}" dt="2020-06-01T06:16:44.964" v="6271" actId="6559"/>
          <ac:graphicFrameMkLst>
            <pc:docMk/>
            <pc:sldMk cId="4241626609" sldId="266"/>
            <ac:graphicFrameMk id="5" creationId="{00000000-0000-0000-0000-000000000000}"/>
          </ac:graphicFrameMkLst>
        </pc:graphicFrameChg>
      </pc:sldChg>
      <pc:sldChg chg="modSp mod">
        <pc:chgData name="ralph kemp" userId="b9b5e5f6d19aaab0" providerId="LiveId" clId="{A29C7B4F-934B-4D14-826A-A7708455A20A}" dt="2020-06-01T06:18:02.528" v="6315" actId="1076"/>
        <pc:sldMkLst>
          <pc:docMk/>
          <pc:sldMk cId="408362590" sldId="267"/>
        </pc:sldMkLst>
        <pc:spChg chg="mod">
          <ac:chgData name="ralph kemp" userId="b9b5e5f6d19aaab0" providerId="LiveId" clId="{A29C7B4F-934B-4D14-826A-A7708455A20A}" dt="2020-06-01T06:18:02.528" v="6315" actId="1076"/>
          <ac:spMkLst>
            <pc:docMk/>
            <pc:sldMk cId="408362590" sldId="267"/>
            <ac:spMk id="2" creationId="{00000000-0000-0000-0000-000000000000}"/>
          </ac:spMkLst>
        </pc:spChg>
        <pc:spChg chg="mod">
          <ac:chgData name="ralph kemp" userId="b9b5e5f6d19aaab0" providerId="LiveId" clId="{A29C7B4F-934B-4D14-826A-A7708455A20A}" dt="2020-06-01T06:17:59.188" v="6314" actId="1076"/>
          <ac:spMkLst>
            <pc:docMk/>
            <pc:sldMk cId="408362590" sldId="267"/>
            <ac:spMk id="3" creationId="{00000000-0000-0000-0000-000000000000}"/>
          </ac:spMkLst>
        </pc:spChg>
      </pc:sldChg>
      <pc:sldChg chg="del">
        <pc:chgData name="ralph kemp" userId="b9b5e5f6d19aaab0" providerId="LiveId" clId="{A29C7B4F-934B-4D14-826A-A7708455A20A}" dt="2020-06-01T06:18:58.945" v="6316" actId="2696"/>
        <pc:sldMkLst>
          <pc:docMk/>
          <pc:sldMk cId="2168527577" sldId="268"/>
        </pc:sldMkLst>
      </pc:sldChg>
      <pc:sldChg chg="del">
        <pc:chgData name="ralph kemp" userId="b9b5e5f6d19aaab0" providerId="LiveId" clId="{A29C7B4F-934B-4D14-826A-A7708455A20A}" dt="2020-06-01T06:18:58.945" v="6316" actId="2696"/>
        <pc:sldMkLst>
          <pc:docMk/>
          <pc:sldMk cId="4177723236" sldId="269"/>
        </pc:sldMkLst>
      </pc:sldChg>
      <pc:sldChg chg="del">
        <pc:chgData name="ralph kemp" userId="b9b5e5f6d19aaab0" providerId="LiveId" clId="{A29C7B4F-934B-4D14-826A-A7708455A20A}" dt="2020-06-01T06:18:58.945" v="6316" actId="2696"/>
        <pc:sldMkLst>
          <pc:docMk/>
          <pc:sldMk cId="4037132285" sldId="270"/>
        </pc:sldMkLst>
      </pc:sldChg>
      <pc:sldChg chg="modSp mod">
        <pc:chgData name="ralph kemp" userId="b9b5e5f6d19aaab0" providerId="LiveId" clId="{A29C7B4F-934B-4D14-826A-A7708455A20A}" dt="2020-06-01T06:20:38.098" v="6356" actId="20577"/>
        <pc:sldMkLst>
          <pc:docMk/>
          <pc:sldMk cId="346588168" sldId="271"/>
        </pc:sldMkLst>
        <pc:spChg chg="mod">
          <ac:chgData name="ralph kemp" userId="b9b5e5f6d19aaab0" providerId="LiveId" clId="{A29C7B4F-934B-4D14-826A-A7708455A20A}" dt="2020-06-01T06:20:38.098" v="6356" actId="20577"/>
          <ac:spMkLst>
            <pc:docMk/>
            <pc:sldMk cId="346588168" sldId="271"/>
            <ac:spMk id="2" creationId="{00000000-0000-0000-0000-000000000000}"/>
          </ac:spMkLst>
        </pc:spChg>
      </pc:sldChg>
      <pc:sldChg chg="modSp">
        <pc:chgData name="ralph kemp" userId="b9b5e5f6d19aaab0" providerId="LiveId" clId="{A29C7B4F-934B-4D14-826A-A7708455A20A}" dt="2020-06-01T06:24:45.460" v="6500" actId="20577"/>
        <pc:sldMkLst>
          <pc:docMk/>
          <pc:sldMk cId="1755588568" sldId="272"/>
        </pc:sldMkLst>
        <pc:graphicFrameChg chg="mod">
          <ac:chgData name="ralph kemp" userId="b9b5e5f6d19aaab0" providerId="LiveId" clId="{A29C7B4F-934B-4D14-826A-A7708455A20A}" dt="2020-06-01T06:24:45.460" v="6500" actId="20577"/>
          <ac:graphicFrameMkLst>
            <pc:docMk/>
            <pc:sldMk cId="1755588568" sldId="272"/>
            <ac:graphicFrameMk id="5" creationId="{00000000-0000-0000-0000-000000000000}"/>
          </ac:graphicFrameMkLst>
        </pc:graphicFrameChg>
      </pc:sldChg>
      <pc:sldChg chg="modSp mod">
        <pc:chgData name="ralph kemp" userId="b9b5e5f6d19aaab0" providerId="LiveId" clId="{A29C7B4F-934B-4D14-826A-A7708455A20A}" dt="2020-06-01T06:43:58.152" v="6846" actId="20577"/>
        <pc:sldMkLst>
          <pc:docMk/>
          <pc:sldMk cId="3918976556" sldId="273"/>
        </pc:sldMkLst>
        <pc:spChg chg="mod">
          <ac:chgData name="ralph kemp" userId="b9b5e5f6d19aaab0" providerId="LiveId" clId="{A29C7B4F-934B-4D14-826A-A7708455A20A}" dt="2020-06-01T06:43:58.152" v="6846" actId="20577"/>
          <ac:spMkLst>
            <pc:docMk/>
            <pc:sldMk cId="3918976556" sldId="273"/>
            <ac:spMk id="2" creationId="{00000000-0000-0000-0000-000000000000}"/>
          </ac:spMkLst>
        </pc:spChg>
        <pc:spChg chg="mod">
          <ac:chgData name="ralph kemp" userId="b9b5e5f6d19aaab0" providerId="LiveId" clId="{A29C7B4F-934B-4D14-826A-A7708455A20A}" dt="2020-06-01T06:28:52.377" v="6570" actId="14100"/>
          <ac:spMkLst>
            <pc:docMk/>
            <pc:sldMk cId="3918976556" sldId="273"/>
            <ac:spMk id="3" creationId="{00000000-0000-0000-0000-000000000000}"/>
          </ac:spMkLst>
        </pc:spChg>
        <pc:spChg chg="mod">
          <ac:chgData name="ralph kemp" userId="b9b5e5f6d19aaab0" providerId="LiveId" clId="{A29C7B4F-934B-4D14-826A-A7708455A20A}" dt="2020-06-01T06:27:35.062" v="6564" actId="1076"/>
          <ac:spMkLst>
            <pc:docMk/>
            <pc:sldMk cId="3918976556" sldId="273"/>
            <ac:spMk id="6" creationId="{00000000-0000-0000-0000-000000000000}"/>
          </ac:spMkLst>
        </pc:spChg>
        <pc:picChg chg="mod">
          <ac:chgData name="ralph kemp" userId="b9b5e5f6d19aaab0" providerId="LiveId" clId="{A29C7B4F-934B-4D14-826A-A7708455A20A}" dt="2020-06-01T06:27:39.308" v="6565" actId="1076"/>
          <ac:picMkLst>
            <pc:docMk/>
            <pc:sldMk cId="3918976556" sldId="273"/>
            <ac:picMk id="5" creationId="{00000000-0000-0000-0000-000000000000}"/>
          </ac:picMkLst>
        </pc:picChg>
      </pc:sldChg>
      <pc:sldChg chg="modSp mod">
        <pc:chgData name="ralph kemp" userId="b9b5e5f6d19aaab0" providerId="LiveId" clId="{A29C7B4F-934B-4D14-826A-A7708455A20A}" dt="2020-06-01T06:31:49.966" v="6608" actId="1076"/>
        <pc:sldMkLst>
          <pc:docMk/>
          <pc:sldMk cId="1875805434" sldId="274"/>
        </pc:sldMkLst>
        <pc:spChg chg="mod">
          <ac:chgData name="ralph kemp" userId="b9b5e5f6d19aaab0" providerId="LiveId" clId="{A29C7B4F-934B-4D14-826A-A7708455A20A}" dt="2020-06-01T06:31:30.043" v="6607" actId="20577"/>
          <ac:spMkLst>
            <pc:docMk/>
            <pc:sldMk cId="1875805434" sldId="274"/>
            <ac:spMk id="3" creationId="{00000000-0000-0000-0000-000000000000}"/>
          </ac:spMkLst>
        </pc:spChg>
        <pc:spChg chg="mod">
          <ac:chgData name="ralph kemp" userId="b9b5e5f6d19aaab0" providerId="LiveId" clId="{A29C7B4F-934B-4D14-826A-A7708455A20A}" dt="2020-06-01T06:29:52.009" v="6590" actId="1076"/>
          <ac:spMkLst>
            <pc:docMk/>
            <pc:sldMk cId="1875805434" sldId="274"/>
            <ac:spMk id="6" creationId="{00000000-0000-0000-0000-000000000000}"/>
          </ac:spMkLst>
        </pc:spChg>
        <pc:picChg chg="mod">
          <ac:chgData name="ralph kemp" userId="b9b5e5f6d19aaab0" providerId="LiveId" clId="{A29C7B4F-934B-4D14-826A-A7708455A20A}" dt="2020-06-01T06:31:49.966" v="6608" actId="1076"/>
          <ac:picMkLst>
            <pc:docMk/>
            <pc:sldMk cId="1875805434" sldId="274"/>
            <ac:picMk id="5" creationId="{00000000-0000-0000-0000-000000000000}"/>
          </ac:picMkLst>
        </pc:picChg>
      </pc:sldChg>
      <pc:sldChg chg="modSp del mod">
        <pc:chgData name="ralph kemp" userId="b9b5e5f6d19aaab0" providerId="LiveId" clId="{A29C7B4F-934B-4D14-826A-A7708455A20A}" dt="2020-06-01T06:31:58.810" v="6609" actId="2696"/>
        <pc:sldMkLst>
          <pc:docMk/>
          <pc:sldMk cId="2496809258" sldId="275"/>
        </pc:sldMkLst>
        <pc:spChg chg="mod">
          <ac:chgData name="ralph kemp" userId="b9b5e5f6d19aaab0" providerId="LiveId" clId="{A29C7B4F-934B-4D14-826A-A7708455A20A}" dt="2020-06-01T06:30:07.337" v="6591" actId="255"/>
          <ac:spMkLst>
            <pc:docMk/>
            <pc:sldMk cId="2496809258" sldId="275"/>
            <ac:spMk id="3" creationId="{00000000-0000-0000-0000-000000000000}"/>
          </ac:spMkLst>
        </pc:spChg>
      </pc:sldChg>
      <pc:sldChg chg="modSp mod">
        <pc:chgData name="ralph kemp" userId="b9b5e5f6d19aaab0" providerId="LiveId" clId="{A29C7B4F-934B-4D14-826A-A7708455A20A}" dt="2020-06-01T06:35:28.296" v="6721" actId="1076"/>
        <pc:sldMkLst>
          <pc:docMk/>
          <pc:sldMk cId="515912946" sldId="276"/>
        </pc:sldMkLst>
        <pc:spChg chg="mod">
          <ac:chgData name="ralph kemp" userId="b9b5e5f6d19aaab0" providerId="LiveId" clId="{A29C7B4F-934B-4D14-826A-A7708455A20A}" dt="2020-06-01T06:35:10.264" v="6715" actId="20577"/>
          <ac:spMkLst>
            <pc:docMk/>
            <pc:sldMk cId="515912946" sldId="276"/>
            <ac:spMk id="2" creationId="{00000000-0000-0000-0000-000000000000}"/>
          </ac:spMkLst>
        </pc:spChg>
        <pc:spChg chg="mod">
          <ac:chgData name="ralph kemp" userId="b9b5e5f6d19aaab0" providerId="LiveId" clId="{A29C7B4F-934B-4D14-826A-A7708455A20A}" dt="2020-06-01T06:35:22.832" v="6720" actId="20577"/>
          <ac:spMkLst>
            <pc:docMk/>
            <pc:sldMk cId="515912946" sldId="276"/>
            <ac:spMk id="3" creationId="{00000000-0000-0000-0000-000000000000}"/>
          </ac:spMkLst>
        </pc:spChg>
        <pc:picChg chg="mod">
          <ac:chgData name="ralph kemp" userId="b9b5e5f6d19aaab0" providerId="LiveId" clId="{A29C7B4F-934B-4D14-826A-A7708455A20A}" dt="2020-06-01T06:35:28.296" v="6721" actId="1076"/>
          <ac:picMkLst>
            <pc:docMk/>
            <pc:sldMk cId="515912946" sldId="276"/>
            <ac:picMk id="5" creationId="{00000000-0000-0000-0000-000000000000}"/>
          </ac:picMkLst>
        </pc:picChg>
      </pc:sldChg>
      <pc:sldChg chg="modSp mod">
        <pc:chgData name="ralph kemp" userId="b9b5e5f6d19aaab0" providerId="LiveId" clId="{A29C7B4F-934B-4D14-826A-A7708455A20A}" dt="2020-06-01T06:47:46.243" v="6980" actId="20577"/>
        <pc:sldMkLst>
          <pc:docMk/>
          <pc:sldMk cId="1072159602" sldId="277"/>
        </pc:sldMkLst>
        <pc:spChg chg="mod">
          <ac:chgData name="ralph kemp" userId="b9b5e5f6d19aaab0" providerId="LiveId" clId="{A29C7B4F-934B-4D14-826A-A7708455A20A}" dt="2020-06-01T06:47:46.243" v="6980" actId="20577"/>
          <ac:spMkLst>
            <pc:docMk/>
            <pc:sldMk cId="1072159602" sldId="277"/>
            <ac:spMk id="3" creationId="{00000000-0000-0000-0000-000000000000}"/>
          </ac:spMkLst>
        </pc:spChg>
      </pc:sldChg>
      <pc:sldChg chg="addSp modSp mod">
        <pc:chgData name="ralph kemp" userId="b9b5e5f6d19aaab0" providerId="LiveId" clId="{A29C7B4F-934B-4D14-826A-A7708455A20A}" dt="2020-06-01T06:51:43.421" v="7038" actId="12"/>
        <pc:sldMkLst>
          <pc:docMk/>
          <pc:sldMk cId="3241968902" sldId="278"/>
        </pc:sldMkLst>
        <pc:spChg chg="mod">
          <ac:chgData name="ralph kemp" userId="b9b5e5f6d19aaab0" providerId="LiveId" clId="{A29C7B4F-934B-4D14-826A-A7708455A20A}" dt="2020-06-01T06:47:55.803" v="6991" actId="20577"/>
          <ac:spMkLst>
            <pc:docMk/>
            <pc:sldMk cId="3241968902" sldId="278"/>
            <ac:spMk id="2" creationId="{00000000-0000-0000-0000-000000000000}"/>
          </ac:spMkLst>
        </pc:spChg>
        <pc:spChg chg="mod">
          <ac:chgData name="ralph kemp" userId="b9b5e5f6d19aaab0" providerId="LiveId" clId="{A29C7B4F-934B-4D14-826A-A7708455A20A}" dt="2020-06-01T06:51:43.421" v="7038" actId="12"/>
          <ac:spMkLst>
            <pc:docMk/>
            <pc:sldMk cId="3241968902" sldId="278"/>
            <ac:spMk id="3" creationId="{00000000-0000-0000-0000-000000000000}"/>
          </ac:spMkLst>
        </pc:spChg>
        <pc:spChg chg="add mod">
          <ac:chgData name="ralph kemp" userId="b9b5e5f6d19aaab0" providerId="LiveId" clId="{A29C7B4F-934B-4D14-826A-A7708455A20A}" dt="2020-06-01T06:50:05.705" v="7016" actId="1076"/>
          <ac:spMkLst>
            <pc:docMk/>
            <pc:sldMk cId="3241968902" sldId="278"/>
            <ac:spMk id="7" creationId="{3BB4215C-FEF4-4B2D-B321-6FDB6262D68C}"/>
          </ac:spMkLst>
        </pc:spChg>
        <pc:picChg chg="add mod">
          <ac:chgData name="ralph kemp" userId="b9b5e5f6d19aaab0" providerId="LiveId" clId="{A29C7B4F-934B-4D14-826A-A7708455A20A}" dt="2020-06-01T06:49:31.088" v="7009" actId="1076"/>
          <ac:picMkLst>
            <pc:docMk/>
            <pc:sldMk cId="3241968902" sldId="278"/>
            <ac:picMk id="5" creationId="{B6437AC0-7DE3-4A0D-AF27-FDD6A63C6D4D}"/>
          </ac:picMkLst>
        </pc:picChg>
        <pc:picChg chg="add mod">
          <ac:chgData name="ralph kemp" userId="b9b5e5f6d19aaab0" providerId="LiveId" clId="{A29C7B4F-934B-4D14-826A-A7708455A20A}" dt="2020-06-01T06:49:50.067" v="7013" actId="1076"/>
          <ac:picMkLst>
            <pc:docMk/>
            <pc:sldMk cId="3241968902" sldId="278"/>
            <ac:picMk id="6" creationId="{7D5D0A39-54C3-409E-AFB5-AF2EEF5ACA40}"/>
          </ac:picMkLst>
        </pc:picChg>
        <pc:picChg chg="add mod">
          <ac:chgData name="ralph kemp" userId="b9b5e5f6d19aaab0" providerId="LiveId" clId="{A29C7B4F-934B-4D14-826A-A7708455A20A}" dt="2020-06-01T06:50:22.365" v="7019" actId="1076"/>
          <ac:picMkLst>
            <pc:docMk/>
            <pc:sldMk cId="3241968902" sldId="278"/>
            <ac:picMk id="8" creationId="{A5B2B31F-9D33-487A-85A2-8E397094A9B0}"/>
          </ac:picMkLst>
        </pc:picChg>
      </pc:sldChg>
      <pc:sldChg chg="delSp modSp del mod">
        <pc:chgData name="ralph kemp" userId="b9b5e5f6d19aaab0" providerId="LiveId" clId="{A29C7B4F-934B-4D14-826A-A7708455A20A}" dt="2020-06-01T06:50:37.075" v="7021" actId="2696"/>
        <pc:sldMkLst>
          <pc:docMk/>
          <pc:sldMk cId="1582153969" sldId="279"/>
        </pc:sldMkLst>
        <pc:spChg chg="mod">
          <ac:chgData name="ralph kemp" userId="b9b5e5f6d19aaab0" providerId="LiveId" clId="{A29C7B4F-934B-4D14-826A-A7708455A20A}" dt="2020-06-01T06:48:22.740" v="6995" actId="21"/>
          <ac:spMkLst>
            <pc:docMk/>
            <pc:sldMk cId="1582153969" sldId="279"/>
            <ac:spMk id="3" creationId="{00000000-0000-0000-0000-000000000000}"/>
          </ac:spMkLst>
        </pc:spChg>
        <pc:spChg chg="del mod">
          <ac:chgData name="ralph kemp" userId="b9b5e5f6d19aaab0" providerId="LiveId" clId="{A29C7B4F-934B-4D14-826A-A7708455A20A}" dt="2020-06-01T06:49:55.692" v="7014" actId="21"/>
          <ac:spMkLst>
            <pc:docMk/>
            <pc:sldMk cId="1582153969" sldId="279"/>
            <ac:spMk id="7" creationId="{00000000-0000-0000-0000-000000000000}"/>
          </ac:spMkLst>
        </pc:spChg>
        <pc:spChg chg="del mod">
          <ac:chgData name="ralph kemp" userId="b9b5e5f6d19aaab0" providerId="LiveId" clId="{A29C7B4F-934B-4D14-826A-A7708455A20A}" dt="2020-06-01T06:50:10.415" v="7017" actId="21"/>
          <ac:spMkLst>
            <pc:docMk/>
            <pc:sldMk cId="1582153969" sldId="279"/>
            <ac:spMk id="8" creationId="{00000000-0000-0000-0000-000000000000}"/>
          </ac:spMkLst>
        </pc:spChg>
        <pc:picChg chg="del mod">
          <ac:chgData name="ralph kemp" userId="b9b5e5f6d19aaab0" providerId="LiveId" clId="{A29C7B4F-934B-4D14-826A-A7708455A20A}" dt="2020-06-01T06:49:18.851" v="7006" actId="21"/>
          <ac:picMkLst>
            <pc:docMk/>
            <pc:sldMk cId="1582153969" sldId="279"/>
            <ac:picMk id="5" creationId="{00000000-0000-0000-0000-000000000000}"/>
          </ac:picMkLst>
        </pc:picChg>
        <pc:picChg chg="del mod">
          <ac:chgData name="ralph kemp" userId="b9b5e5f6d19aaab0" providerId="LiveId" clId="{A29C7B4F-934B-4D14-826A-A7708455A20A}" dt="2020-06-01T06:49:36.850" v="7011" actId="21"/>
          <ac:picMkLst>
            <pc:docMk/>
            <pc:sldMk cId="1582153969" sldId="279"/>
            <ac:picMk id="6" creationId="{00000000-0000-0000-0000-000000000000}"/>
          </ac:picMkLst>
        </pc:picChg>
      </pc:sldChg>
      <pc:sldChg chg="addSp modSp mod">
        <pc:chgData name="ralph kemp" userId="b9b5e5f6d19aaab0" providerId="LiveId" clId="{A29C7B4F-934B-4D14-826A-A7708455A20A}" dt="2020-06-01T06:57:49.292" v="7104" actId="1076"/>
        <pc:sldMkLst>
          <pc:docMk/>
          <pc:sldMk cId="3582666542" sldId="280"/>
        </pc:sldMkLst>
        <pc:spChg chg="mod">
          <ac:chgData name="ralph kemp" userId="b9b5e5f6d19aaab0" providerId="LiveId" clId="{A29C7B4F-934B-4D14-826A-A7708455A20A}" dt="2020-06-01T06:57:25.603" v="7101" actId="1076"/>
          <ac:spMkLst>
            <pc:docMk/>
            <pc:sldMk cId="3582666542" sldId="280"/>
            <ac:spMk id="3" creationId="{00000000-0000-0000-0000-000000000000}"/>
          </ac:spMkLst>
        </pc:spChg>
        <pc:picChg chg="add mod modCrop">
          <ac:chgData name="ralph kemp" userId="b9b5e5f6d19aaab0" providerId="LiveId" clId="{A29C7B4F-934B-4D14-826A-A7708455A20A}" dt="2020-06-01T06:57:44.942" v="7103" actId="1076"/>
          <ac:picMkLst>
            <pc:docMk/>
            <pc:sldMk cId="3582666542" sldId="280"/>
            <ac:picMk id="5" creationId="{23F688A6-2CE9-4BF1-8E8A-EFC23C196B34}"/>
          </ac:picMkLst>
        </pc:picChg>
        <pc:picChg chg="add mod">
          <ac:chgData name="ralph kemp" userId="b9b5e5f6d19aaab0" providerId="LiveId" clId="{A29C7B4F-934B-4D14-826A-A7708455A20A}" dt="2020-06-01T06:57:49.292" v="7104" actId="1076"/>
          <ac:picMkLst>
            <pc:docMk/>
            <pc:sldMk cId="3582666542" sldId="280"/>
            <ac:picMk id="6" creationId="{84E8A3BD-AB4A-413C-B11B-F240C551AC12}"/>
          </ac:picMkLst>
        </pc:picChg>
        <pc:picChg chg="add mod">
          <ac:chgData name="ralph kemp" userId="b9b5e5f6d19aaab0" providerId="LiveId" clId="{A29C7B4F-934B-4D14-826A-A7708455A20A}" dt="2020-06-01T06:57:32.126" v="7102" actId="1076"/>
          <ac:picMkLst>
            <pc:docMk/>
            <pc:sldMk cId="3582666542" sldId="280"/>
            <ac:picMk id="7" creationId="{46761C3A-1AA8-40B3-88C2-1AF99DA66ED1}"/>
          </ac:picMkLst>
        </pc:picChg>
      </pc:sldChg>
      <pc:sldChg chg="delSp modSp del mod">
        <pc:chgData name="ralph kemp" userId="b9b5e5f6d19aaab0" providerId="LiveId" clId="{A29C7B4F-934B-4D14-826A-A7708455A20A}" dt="2020-06-01T06:56:06.272" v="7094" actId="2696"/>
        <pc:sldMkLst>
          <pc:docMk/>
          <pc:sldMk cId="1557400213" sldId="282"/>
        </pc:sldMkLst>
        <pc:spChg chg="mod">
          <ac:chgData name="ralph kemp" userId="b9b5e5f6d19aaab0" providerId="LiveId" clId="{A29C7B4F-934B-4D14-826A-A7708455A20A}" dt="2020-06-01T06:52:21.394" v="7041" actId="21"/>
          <ac:spMkLst>
            <pc:docMk/>
            <pc:sldMk cId="1557400213" sldId="282"/>
            <ac:spMk id="3" creationId="{00000000-0000-0000-0000-000000000000}"/>
          </ac:spMkLst>
        </pc:spChg>
        <pc:spChg chg="del">
          <ac:chgData name="ralph kemp" userId="b9b5e5f6d19aaab0" providerId="LiveId" clId="{A29C7B4F-934B-4D14-826A-A7708455A20A}" dt="2020-06-01T06:55:28.740" v="7088" actId="21"/>
          <ac:spMkLst>
            <pc:docMk/>
            <pc:sldMk cId="1557400213" sldId="282"/>
            <ac:spMk id="7" creationId="{00000000-0000-0000-0000-000000000000}"/>
          </ac:spMkLst>
        </pc:spChg>
        <pc:picChg chg="del">
          <ac:chgData name="ralph kemp" userId="b9b5e5f6d19aaab0" providerId="LiveId" clId="{A29C7B4F-934B-4D14-826A-A7708455A20A}" dt="2020-06-01T06:54:33.686" v="7083" actId="21"/>
          <ac:picMkLst>
            <pc:docMk/>
            <pc:sldMk cId="1557400213" sldId="282"/>
            <ac:picMk id="5" creationId="{00000000-0000-0000-0000-000000000000}"/>
          </ac:picMkLst>
        </pc:picChg>
        <pc:picChg chg="del">
          <ac:chgData name="ralph kemp" userId="b9b5e5f6d19aaab0" providerId="LiveId" clId="{A29C7B4F-934B-4D14-826A-A7708455A20A}" dt="2020-06-01T06:55:46.860" v="7091" actId="21"/>
          <ac:picMkLst>
            <pc:docMk/>
            <pc:sldMk cId="1557400213" sldId="282"/>
            <ac:picMk id="6" creationId="{00000000-0000-0000-0000-000000000000}"/>
          </ac:picMkLst>
        </pc:picChg>
      </pc:sldChg>
      <pc:sldChg chg="modSp mod">
        <pc:chgData name="ralph kemp" userId="b9b5e5f6d19aaab0" providerId="LiveId" clId="{A29C7B4F-934B-4D14-826A-A7708455A20A}" dt="2020-06-01T06:33:32.044" v="6650" actId="1076"/>
        <pc:sldMkLst>
          <pc:docMk/>
          <pc:sldMk cId="2948794998" sldId="283"/>
        </pc:sldMkLst>
        <pc:spChg chg="mod">
          <ac:chgData name="ralph kemp" userId="b9b5e5f6d19aaab0" providerId="LiveId" clId="{A29C7B4F-934B-4D14-826A-A7708455A20A}" dt="2020-06-01T06:33:32.044" v="6650" actId="1076"/>
          <ac:spMkLst>
            <pc:docMk/>
            <pc:sldMk cId="2948794998" sldId="283"/>
            <ac:spMk id="2" creationId="{00000000-0000-0000-0000-000000000000}"/>
          </ac:spMkLst>
        </pc:spChg>
        <pc:spChg chg="mod">
          <ac:chgData name="ralph kemp" userId="b9b5e5f6d19aaab0" providerId="LiveId" clId="{A29C7B4F-934B-4D14-826A-A7708455A20A}" dt="2020-06-01T06:33:25.820" v="6648" actId="1076"/>
          <ac:spMkLst>
            <pc:docMk/>
            <pc:sldMk cId="2948794998" sldId="283"/>
            <ac:spMk id="3" creationId="{00000000-0000-0000-0000-000000000000}"/>
          </ac:spMkLst>
        </pc:spChg>
      </pc:sldChg>
      <pc:sldChg chg="modSp mod">
        <pc:chgData name="ralph kemp" userId="b9b5e5f6d19aaab0" providerId="LiveId" clId="{A29C7B4F-934B-4D14-826A-A7708455A20A}" dt="2020-06-01T06:34:12.778" v="6666" actId="1076"/>
        <pc:sldMkLst>
          <pc:docMk/>
          <pc:sldMk cId="1035910379" sldId="284"/>
        </pc:sldMkLst>
        <pc:spChg chg="mod">
          <ac:chgData name="ralph kemp" userId="b9b5e5f6d19aaab0" providerId="LiveId" clId="{A29C7B4F-934B-4D14-826A-A7708455A20A}" dt="2020-06-01T06:34:12.778" v="6666" actId="1076"/>
          <ac:spMkLst>
            <pc:docMk/>
            <pc:sldMk cId="1035910379" sldId="284"/>
            <ac:spMk id="2" creationId="{00000000-0000-0000-0000-000000000000}"/>
          </ac:spMkLst>
        </pc:spChg>
        <pc:picChg chg="mod">
          <ac:chgData name="ralph kemp" userId="b9b5e5f6d19aaab0" providerId="LiveId" clId="{A29C7B4F-934B-4D14-826A-A7708455A20A}" dt="2020-06-01T06:34:05.392" v="6665" actId="1076"/>
          <ac:picMkLst>
            <pc:docMk/>
            <pc:sldMk cId="1035910379" sldId="284"/>
            <ac:picMk id="5" creationId="{00000000-0000-0000-0000-000000000000}"/>
          </ac:picMkLst>
        </pc:picChg>
      </pc:sldChg>
      <pc:sldChg chg="del">
        <pc:chgData name="ralph kemp" userId="b9b5e5f6d19aaab0" providerId="LiveId" clId="{A29C7B4F-934B-4D14-826A-A7708455A20A}" dt="2020-06-01T06:18:58.945" v="6316" actId="2696"/>
        <pc:sldMkLst>
          <pc:docMk/>
          <pc:sldMk cId="3532394295" sldId="285"/>
        </pc:sldMkLst>
      </pc:sldChg>
      <pc:sldChg chg="del">
        <pc:chgData name="ralph kemp" userId="b9b5e5f6d19aaab0" providerId="LiveId" clId="{A29C7B4F-934B-4D14-826A-A7708455A20A}" dt="2020-06-01T06:18:58.945" v="6316" actId="2696"/>
        <pc:sldMkLst>
          <pc:docMk/>
          <pc:sldMk cId="572895228" sldId="286"/>
        </pc:sldMkLst>
      </pc:sldChg>
      <pc:sldChg chg="addSp modSp mod">
        <pc:chgData name="ralph kemp" userId="b9b5e5f6d19aaab0" providerId="LiveId" clId="{A29C7B4F-934B-4D14-826A-A7708455A20A}" dt="2020-05-31T09:06:45.806" v="1329" actId="1076"/>
        <pc:sldMkLst>
          <pc:docMk/>
          <pc:sldMk cId="1596027900" sldId="288"/>
        </pc:sldMkLst>
        <pc:spChg chg="add mod">
          <ac:chgData name="ralph kemp" userId="b9b5e5f6d19aaab0" providerId="LiveId" clId="{A29C7B4F-934B-4D14-826A-A7708455A20A}" dt="2020-05-31T09:06:45.806" v="1329" actId="1076"/>
          <ac:spMkLst>
            <pc:docMk/>
            <pc:sldMk cId="1596027900" sldId="288"/>
            <ac:spMk id="2" creationId="{7730438C-CAEF-408B-B75F-0E46E7E2CBD2}"/>
          </ac:spMkLst>
        </pc:spChg>
      </pc:sldChg>
      <pc:sldChg chg="addSp modSp mod">
        <pc:chgData name="ralph kemp" userId="b9b5e5f6d19aaab0" providerId="LiveId" clId="{A29C7B4F-934B-4D14-826A-A7708455A20A}" dt="2020-05-31T10:37:32.571" v="2766" actId="1076"/>
        <pc:sldMkLst>
          <pc:docMk/>
          <pc:sldMk cId="1944636126" sldId="289"/>
        </pc:sldMkLst>
        <pc:spChg chg="add mod">
          <ac:chgData name="ralph kemp" userId="b9b5e5f6d19aaab0" providerId="LiveId" clId="{A29C7B4F-934B-4D14-826A-A7708455A20A}" dt="2020-05-31T10:37:32.571" v="2766" actId="1076"/>
          <ac:spMkLst>
            <pc:docMk/>
            <pc:sldMk cId="1944636126" sldId="289"/>
            <ac:spMk id="2" creationId="{9D23EE6F-3010-4C13-ACE9-0862C19D2607}"/>
          </ac:spMkLst>
        </pc:spChg>
      </pc:sldChg>
      <pc:sldChg chg="modSp mod">
        <pc:chgData name="ralph kemp" userId="b9b5e5f6d19aaab0" providerId="LiveId" clId="{A29C7B4F-934B-4D14-826A-A7708455A20A}" dt="2020-05-31T10:52:09.677" v="3107" actId="1076"/>
        <pc:sldMkLst>
          <pc:docMk/>
          <pc:sldMk cId="578906670" sldId="292"/>
        </pc:sldMkLst>
        <pc:spChg chg="mod">
          <ac:chgData name="ralph kemp" userId="b9b5e5f6d19aaab0" providerId="LiveId" clId="{A29C7B4F-934B-4D14-826A-A7708455A20A}" dt="2020-05-31T10:52:09.677" v="3107" actId="1076"/>
          <ac:spMkLst>
            <pc:docMk/>
            <pc:sldMk cId="578906670" sldId="292"/>
            <ac:spMk id="2" creationId="{00000000-0000-0000-0000-000000000000}"/>
          </ac:spMkLst>
        </pc:spChg>
        <pc:spChg chg="mod">
          <ac:chgData name="ralph kemp" userId="b9b5e5f6d19aaab0" providerId="LiveId" clId="{A29C7B4F-934B-4D14-826A-A7708455A20A}" dt="2020-05-31T10:51:58.927" v="3105" actId="1076"/>
          <ac:spMkLst>
            <pc:docMk/>
            <pc:sldMk cId="578906670" sldId="292"/>
            <ac:spMk id="3" creationId="{00000000-0000-0000-0000-000000000000}"/>
          </ac:spMkLst>
        </pc:spChg>
      </pc:sldChg>
      <pc:sldChg chg="del">
        <pc:chgData name="ralph kemp" userId="b9b5e5f6d19aaab0" providerId="LiveId" clId="{A29C7B4F-934B-4D14-826A-A7708455A20A}" dt="2020-06-01T06:45:49.898" v="6889" actId="2696"/>
        <pc:sldMkLst>
          <pc:docMk/>
          <pc:sldMk cId="1340803127" sldId="296"/>
        </pc:sldMkLst>
      </pc:sldChg>
      <pc:sldChg chg="modSp mod">
        <pc:chgData name="ralph kemp" userId="b9b5e5f6d19aaab0" providerId="LiveId" clId="{A29C7B4F-934B-4D14-826A-A7708455A20A}" dt="2020-06-01T07:04:33.936" v="7272" actId="20577"/>
        <pc:sldMkLst>
          <pc:docMk/>
          <pc:sldMk cId="2018706929" sldId="298"/>
        </pc:sldMkLst>
        <pc:spChg chg="mod">
          <ac:chgData name="ralph kemp" userId="b9b5e5f6d19aaab0" providerId="LiveId" clId="{A29C7B4F-934B-4D14-826A-A7708455A20A}" dt="2020-06-01T07:04:33.936" v="7272" actId="20577"/>
          <ac:spMkLst>
            <pc:docMk/>
            <pc:sldMk cId="2018706929" sldId="298"/>
            <ac:spMk id="3" creationId="{00000000-0000-0000-0000-000000000000}"/>
          </ac:spMkLst>
        </pc:spChg>
      </pc:sldChg>
      <pc:sldChg chg="del">
        <pc:chgData name="ralph kemp" userId="b9b5e5f6d19aaab0" providerId="LiveId" clId="{A29C7B4F-934B-4D14-826A-A7708455A20A}" dt="2020-05-31T09:02:02.595" v="1124" actId="2696"/>
        <pc:sldMkLst>
          <pc:docMk/>
          <pc:sldMk cId="3627965087" sldId="299"/>
        </pc:sldMkLst>
      </pc:sldChg>
      <pc:sldChg chg="addSp delSp modSp mod">
        <pc:chgData name="ralph kemp" userId="b9b5e5f6d19aaab0" providerId="LiveId" clId="{A29C7B4F-934B-4D14-826A-A7708455A20A}" dt="2020-05-31T10:05:02.467" v="2161" actId="1076"/>
        <pc:sldMkLst>
          <pc:docMk/>
          <pc:sldMk cId="3412516943" sldId="301"/>
        </pc:sldMkLst>
        <pc:spChg chg="mod">
          <ac:chgData name="ralph kemp" userId="b9b5e5f6d19aaab0" providerId="LiveId" clId="{A29C7B4F-934B-4D14-826A-A7708455A20A}" dt="2020-05-31T10:04:57.964" v="2159" actId="14100"/>
          <ac:spMkLst>
            <pc:docMk/>
            <pc:sldMk cId="3412516943" sldId="301"/>
            <ac:spMk id="3" creationId="{00000000-0000-0000-0000-000000000000}"/>
          </ac:spMkLst>
        </pc:spChg>
        <pc:picChg chg="add del">
          <ac:chgData name="ralph kemp" userId="b9b5e5f6d19aaab0" providerId="LiveId" clId="{A29C7B4F-934B-4D14-826A-A7708455A20A}" dt="2020-05-30T09:00:05.797" v="941"/>
          <ac:picMkLst>
            <pc:docMk/>
            <pc:sldMk cId="3412516943" sldId="301"/>
            <ac:picMk id="5" creationId="{F785E756-E212-4CFC-A204-B12592E8D625}"/>
          </ac:picMkLst>
        </pc:picChg>
        <pc:picChg chg="add mod">
          <ac:chgData name="ralph kemp" userId="b9b5e5f6d19aaab0" providerId="LiveId" clId="{A29C7B4F-934B-4D14-826A-A7708455A20A}" dt="2020-05-31T10:05:02.467" v="2161" actId="1076"/>
          <ac:picMkLst>
            <pc:docMk/>
            <pc:sldMk cId="3412516943" sldId="301"/>
            <ac:picMk id="6" creationId="{C68F60A3-4725-4DF5-9FAF-BC57479734AC}"/>
          </ac:picMkLst>
        </pc:picChg>
      </pc:sldChg>
      <pc:sldChg chg="modSp mod">
        <pc:chgData name="ralph kemp" userId="b9b5e5f6d19aaab0" providerId="LiveId" clId="{A29C7B4F-934B-4D14-826A-A7708455A20A}" dt="2020-05-31T10:07:35.468" v="2183" actId="1076"/>
        <pc:sldMkLst>
          <pc:docMk/>
          <pc:sldMk cId="2398991298" sldId="302"/>
        </pc:sldMkLst>
        <pc:spChg chg="mod">
          <ac:chgData name="ralph kemp" userId="b9b5e5f6d19aaab0" providerId="LiveId" clId="{A29C7B4F-934B-4D14-826A-A7708455A20A}" dt="2020-05-31T10:05:11.100" v="2162" actId="14100"/>
          <ac:spMkLst>
            <pc:docMk/>
            <pc:sldMk cId="2398991298" sldId="302"/>
            <ac:spMk id="2" creationId="{00000000-0000-0000-0000-000000000000}"/>
          </ac:spMkLst>
        </pc:spChg>
        <pc:spChg chg="mod">
          <ac:chgData name="ralph kemp" userId="b9b5e5f6d19aaab0" providerId="LiveId" clId="{A29C7B4F-934B-4D14-826A-A7708455A20A}" dt="2020-05-31T10:07:35.468" v="2183" actId="1076"/>
          <ac:spMkLst>
            <pc:docMk/>
            <pc:sldMk cId="2398991298" sldId="302"/>
            <ac:spMk id="3" creationId="{00000000-0000-0000-0000-000000000000}"/>
          </ac:spMkLst>
        </pc:spChg>
      </pc:sldChg>
      <pc:sldChg chg="modSp mod">
        <pc:chgData name="ralph kemp" userId="b9b5e5f6d19aaab0" providerId="LiveId" clId="{A29C7B4F-934B-4D14-826A-A7708455A20A}" dt="2020-05-31T10:08:58.625" v="2194" actId="14100"/>
        <pc:sldMkLst>
          <pc:docMk/>
          <pc:sldMk cId="222315872" sldId="303"/>
        </pc:sldMkLst>
        <pc:spChg chg="mod">
          <ac:chgData name="ralph kemp" userId="b9b5e5f6d19aaab0" providerId="LiveId" clId="{A29C7B4F-934B-4D14-826A-A7708455A20A}" dt="2020-05-31T10:08:35.276" v="2189" actId="14100"/>
          <ac:spMkLst>
            <pc:docMk/>
            <pc:sldMk cId="222315872" sldId="303"/>
            <ac:spMk id="2" creationId="{00000000-0000-0000-0000-000000000000}"/>
          </ac:spMkLst>
        </pc:spChg>
        <pc:spChg chg="mod">
          <ac:chgData name="ralph kemp" userId="b9b5e5f6d19aaab0" providerId="LiveId" clId="{A29C7B4F-934B-4D14-826A-A7708455A20A}" dt="2020-05-31T10:08:58.625" v="2194" actId="14100"/>
          <ac:spMkLst>
            <pc:docMk/>
            <pc:sldMk cId="222315872" sldId="303"/>
            <ac:spMk id="3" creationId="{00000000-0000-0000-0000-000000000000}"/>
          </ac:spMkLst>
        </pc:spChg>
      </pc:sldChg>
      <pc:sldChg chg="delSp modSp mod">
        <pc:chgData name="ralph kemp" userId="b9b5e5f6d19aaab0" providerId="LiveId" clId="{A29C7B4F-934B-4D14-826A-A7708455A20A}" dt="2020-05-30T08:12:23.188" v="65" actId="1076"/>
        <pc:sldMkLst>
          <pc:docMk/>
          <pc:sldMk cId="694610766" sldId="304"/>
        </pc:sldMkLst>
        <pc:spChg chg="mod">
          <ac:chgData name="ralph kemp" userId="b9b5e5f6d19aaab0" providerId="LiveId" clId="{A29C7B4F-934B-4D14-826A-A7708455A20A}" dt="2020-05-30T08:10:30.608" v="33" actId="1076"/>
          <ac:spMkLst>
            <pc:docMk/>
            <pc:sldMk cId="694610766" sldId="304"/>
            <ac:spMk id="2" creationId="{00000000-0000-0000-0000-000000000000}"/>
          </ac:spMkLst>
        </pc:spChg>
        <pc:spChg chg="del">
          <ac:chgData name="ralph kemp" userId="b9b5e5f6d19aaab0" providerId="LiveId" clId="{A29C7B4F-934B-4D14-826A-A7708455A20A}" dt="2020-05-30T08:10:11.070" v="30" actId="478"/>
          <ac:spMkLst>
            <pc:docMk/>
            <pc:sldMk cId="694610766" sldId="304"/>
            <ac:spMk id="7" creationId="{0FE32E40-07A3-4DA3-89C4-1FFA7D9F02C0}"/>
          </ac:spMkLst>
        </pc:spChg>
        <pc:picChg chg="mod modCrop">
          <ac:chgData name="ralph kemp" userId="b9b5e5f6d19aaab0" providerId="LiveId" clId="{A29C7B4F-934B-4D14-826A-A7708455A20A}" dt="2020-05-30T08:12:23.188" v="65" actId="1076"/>
          <ac:picMkLst>
            <pc:docMk/>
            <pc:sldMk cId="694610766" sldId="304"/>
            <ac:picMk id="5" creationId="{00000000-0000-0000-0000-000000000000}"/>
          </ac:picMkLst>
        </pc:picChg>
      </pc:sldChg>
      <pc:sldChg chg="modSp mod">
        <pc:chgData name="ralph kemp" userId="b9b5e5f6d19aaab0" providerId="LiveId" clId="{A29C7B4F-934B-4D14-826A-A7708455A20A}" dt="2020-06-01T03:24:37.472" v="3437" actId="12"/>
        <pc:sldMkLst>
          <pc:docMk/>
          <pc:sldMk cId="4112560276" sldId="305"/>
        </pc:sldMkLst>
        <pc:spChg chg="mod">
          <ac:chgData name="ralph kemp" userId="b9b5e5f6d19aaab0" providerId="LiveId" clId="{A29C7B4F-934B-4D14-826A-A7708455A20A}" dt="2020-06-01T03:24:37.472" v="3437" actId="12"/>
          <ac:spMkLst>
            <pc:docMk/>
            <pc:sldMk cId="4112560276" sldId="305"/>
            <ac:spMk id="3" creationId="{00000000-0000-0000-0000-000000000000}"/>
          </ac:spMkLst>
        </pc:spChg>
      </pc:sldChg>
      <pc:sldChg chg="modSp mod">
        <pc:chgData name="ralph kemp" userId="b9b5e5f6d19aaab0" providerId="LiveId" clId="{A29C7B4F-934B-4D14-826A-A7708455A20A}" dt="2020-05-31T10:10:12.299" v="2218" actId="1076"/>
        <pc:sldMkLst>
          <pc:docMk/>
          <pc:sldMk cId="2742209578" sldId="306"/>
        </pc:sldMkLst>
        <pc:spChg chg="mod">
          <ac:chgData name="ralph kemp" userId="b9b5e5f6d19aaab0" providerId="LiveId" clId="{A29C7B4F-934B-4D14-826A-A7708455A20A}" dt="2020-05-31T10:09:54.908" v="2213" actId="14100"/>
          <ac:spMkLst>
            <pc:docMk/>
            <pc:sldMk cId="2742209578" sldId="306"/>
            <ac:spMk id="2" creationId="{00000000-0000-0000-0000-000000000000}"/>
          </ac:spMkLst>
        </pc:spChg>
        <pc:spChg chg="mod">
          <ac:chgData name="ralph kemp" userId="b9b5e5f6d19aaab0" providerId="LiveId" clId="{A29C7B4F-934B-4D14-826A-A7708455A20A}" dt="2020-05-31T10:10:12.299" v="2218" actId="1076"/>
          <ac:spMkLst>
            <pc:docMk/>
            <pc:sldMk cId="2742209578" sldId="306"/>
            <ac:spMk id="3" creationId="{00000000-0000-0000-0000-000000000000}"/>
          </ac:spMkLst>
        </pc:spChg>
      </pc:sldChg>
      <pc:sldChg chg="modSp mod">
        <pc:chgData name="ralph kemp" userId="b9b5e5f6d19aaab0" providerId="LiveId" clId="{A29C7B4F-934B-4D14-826A-A7708455A20A}" dt="2020-05-31T10:14:11.264" v="2293" actId="1076"/>
        <pc:sldMkLst>
          <pc:docMk/>
          <pc:sldMk cId="2434945104" sldId="308"/>
        </pc:sldMkLst>
        <pc:spChg chg="mod">
          <ac:chgData name="ralph kemp" userId="b9b5e5f6d19aaab0" providerId="LiveId" clId="{A29C7B4F-934B-4D14-826A-A7708455A20A}" dt="2020-05-31T10:14:11.264" v="2293" actId="1076"/>
          <ac:spMkLst>
            <pc:docMk/>
            <pc:sldMk cId="2434945104" sldId="308"/>
            <ac:spMk id="2" creationId="{00000000-0000-0000-0000-000000000000}"/>
          </ac:spMkLst>
        </pc:spChg>
        <pc:spChg chg="mod">
          <ac:chgData name="ralph kemp" userId="b9b5e5f6d19aaab0" providerId="LiveId" clId="{A29C7B4F-934B-4D14-826A-A7708455A20A}" dt="2020-05-31T10:14:07.436" v="2292" actId="1076"/>
          <ac:spMkLst>
            <pc:docMk/>
            <pc:sldMk cId="2434945104" sldId="308"/>
            <ac:spMk id="3" creationId="{00000000-0000-0000-0000-000000000000}"/>
          </ac:spMkLst>
        </pc:spChg>
      </pc:sldChg>
      <pc:sldChg chg="modSp mod">
        <pc:chgData name="ralph kemp" userId="b9b5e5f6d19aaab0" providerId="LiveId" clId="{A29C7B4F-934B-4D14-826A-A7708455A20A}" dt="2020-05-31T10:12:33.954" v="2247" actId="1076"/>
        <pc:sldMkLst>
          <pc:docMk/>
          <pc:sldMk cId="1674193263" sldId="309"/>
        </pc:sldMkLst>
        <pc:spChg chg="mod">
          <ac:chgData name="ralph kemp" userId="b9b5e5f6d19aaab0" providerId="LiveId" clId="{A29C7B4F-934B-4D14-826A-A7708455A20A}" dt="2020-05-31T10:12:33.954" v="2247" actId="1076"/>
          <ac:spMkLst>
            <pc:docMk/>
            <pc:sldMk cId="1674193263" sldId="309"/>
            <ac:spMk id="2" creationId="{00000000-0000-0000-0000-000000000000}"/>
          </ac:spMkLst>
        </pc:spChg>
        <pc:spChg chg="mod">
          <ac:chgData name="ralph kemp" userId="b9b5e5f6d19aaab0" providerId="LiveId" clId="{A29C7B4F-934B-4D14-826A-A7708455A20A}" dt="2020-05-31T10:12:30.443" v="2246" actId="1076"/>
          <ac:spMkLst>
            <pc:docMk/>
            <pc:sldMk cId="1674193263" sldId="309"/>
            <ac:spMk id="3" creationId="{00000000-0000-0000-0000-000000000000}"/>
          </ac:spMkLst>
        </pc:spChg>
      </pc:sldChg>
      <pc:sldChg chg="modSp mod">
        <pc:chgData name="ralph kemp" userId="b9b5e5f6d19aaab0" providerId="LiveId" clId="{A29C7B4F-934B-4D14-826A-A7708455A20A}" dt="2020-05-31T10:14:41.042" v="2303" actId="1076"/>
        <pc:sldMkLst>
          <pc:docMk/>
          <pc:sldMk cId="1290577488" sldId="310"/>
        </pc:sldMkLst>
        <pc:spChg chg="mod">
          <ac:chgData name="ralph kemp" userId="b9b5e5f6d19aaab0" providerId="LiveId" clId="{A29C7B4F-934B-4D14-826A-A7708455A20A}" dt="2020-05-31T10:14:23.912" v="2298" actId="14100"/>
          <ac:spMkLst>
            <pc:docMk/>
            <pc:sldMk cId="1290577488" sldId="310"/>
            <ac:spMk id="2" creationId="{00000000-0000-0000-0000-000000000000}"/>
          </ac:spMkLst>
        </pc:spChg>
        <pc:spChg chg="mod">
          <ac:chgData name="ralph kemp" userId="b9b5e5f6d19aaab0" providerId="LiveId" clId="{A29C7B4F-934B-4D14-826A-A7708455A20A}" dt="2020-05-31T10:14:41.042" v="2303" actId="1076"/>
          <ac:spMkLst>
            <pc:docMk/>
            <pc:sldMk cId="1290577488" sldId="310"/>
            <ac:spMk id="3" creationId="{00000000-0000-0000-0000-000000000000}"/>
          </ac:spMkLst>
        </pc:spChg>
      </pc:sldChg>
      <pc:sldChg chg="modSp mod">
        <pc:chgData name="ralph kemp" userId="b9b5e5f6d19aaab0" providerId="LiveId" clId="{A29C7B4F-934B-4D14-826A-A7708455A20A}" dt="2020-05-31T10:26:41.311" v="2532" actId="20577"/>
        <pc:sldMkLst>
          <pc:docMk/>
          <pc:sldMk cId="3001452231" sldId="311"/>
        </pc:sldMkLst>
        <pc:spChg chg="mod">
          <ac:chgData name="ralph kemp" userId="b9b5e5f6d19aaab0" providerId="LiveId" clId="{A29C7B4F-934B-4D14-826A-A7708455A20A}" dt="2020-05-31T10:15:27.006" v="2318" actId="1076"/>
          <ac:spMkLst>
            <pc:docMk/>
            <pc:sldMk cId="3001452231" sldId="311"/>
            <ac:spMk id="2" creationId="{00000000-0000-0000-0000-000000000000}"/>
          </ac:spMkLst>
        </pc:spChg>
        <pc:spChg chg="mod">
          <ac:chgData name="ralph kemp" userId="b9b5e5f6d19aaab0" providerId="LiveId" clId="{A29C7B4F-934B-4D14-826A-A7708455A20A}" dt="2020-05-31T10:26:41.311" v="2532" actId="20577"/>
          <ac:spMkLst>
            <pc:docMk/>
            <pc:sldMk cId="3001452231" sldId="311"/>
            <ac:spMk id="3" creationId="{00000000-0000-0000-0000-000000000000}"/>
          </ac:spMkLst>
        </pc:spChg>
      </pc:sldChg>
      <pc:sldChg chg="modSp mod">
        <pc:chgData name="ralph kemp" userId="b9b5e5f6d19aaab0" providerId="LiveId" clId="{A29C7B4F-934B-4D14-826A-A7708455A20A}" dt="2020-05-31T10:24:05.351" v="2495" actId="5793"/>
        <pc:sldMkLst>
          <pc:docMk/>
          <pc:sldMk cId="2176367710" sldId="312"/>
        </pc:sldMkLst>
        <pc:spChg chg="mod">
          <ac:chgData name="ralph kemp" userId="b9b5e5f6d19aaab0" providerId="LiveId" clId="{A29C7B4F-934B-4D14-826A-A7708455A20A}" dt="2020-05-31T10:24:05.351" v="2495" actId="5793"/>
          <ac:spMkLst>
            <pc:docMk/>
            <pc:sldMk cId="2176367710" sldId="312"/>
            <ac:spMk id="3" creationId="{00000000-0000-0000-0000-000000000000}"/>
          </ac:spMkLst>
        </pc:spChg>
      </pc:sldChg>
      <pc:sldChg chg="modSp mod">
        <pc:chgData name="ralph kemp" userId="b9b5e5f6d19aaab0" providerId="LiveId" clId="{A29C7B4F-934B-4D14-826A-A7708455A20A}" dt="2020-05-31T10:22:11.357" v="2465" actId="27636"/>
        <pc:sldMkLst>
          <pc:docMk/>
          <pc:sldMk cId="3918392554" sldId="313"/>
        </pc:sldMkLst>
        <pc:spChg chg="mod">
          <ac:chgData name="ralph kemp" userId="b9b5e5f6d19aaab0" providerId="LiveId" clId="{A29C7B4F-934B-4D14-826A-A7708455A20A}" dt="2020-05-31T10:22:07.440" v="2463" actId="1076"/>
          <ac:spMkLst>
            <pc:docMk/>
            <pc:sldMk cId="3918392554" sldId="313"/>
            <ac:spMk id="2" creationId="{00000000-0000-0000-0000-000000000000}"/>
          </ac:spMkLst>
        </pc:spChg>
        <pc:spChg chg="mod">
          <ac:chgData name="ralph kemp" userId="b9b5e5f6d19aaab0" providerId="LiveId" clId="{A29C7B4F-934B-4D14-826A-A7708455A20A}" dt="2020-05-31T10:22:11.357" v="2465" actId="27636"/>
          <ac:spMkLst>
            <pc:docMk/>
            <pc:sldMk cId="3918392554" sldId="313"/>
            <ac:spMk id="3" creationId="{00000000-0000-0000-0000-000000000000}"/>
          </ac:spMkLst>
        </pc:spChg>
      </pc:sldChg>
      <pc:sldChg chg="modSp mod">
        <pc:chgData name="ralph kemp" userId="b9b5e5f6d19aaab0" providerId="LiveId" clId="{A29C7B4F-934B-4D14-826A-A7708455A20A}" dt="2020-05-31T10:24:38.258" v="2506" actId="20577"/>
        <pc:sldMkLst>
          <pc:docMk/>
          <pc:sldMk cId="2550916923" sldId="315"/>
        </pc:sldMkLst>
        <pc:spChg chg="mod">
          <ac:chgData name="ralph kemp" userId="b9b5e5f6d19aaab0" providerId="LiveId" clId="{A29C7B4F-934B-4D14-826A-A7708455A20A}" dt="2020-05-31T10:24:38.258" v="2506" actId="20577"/>
          <ac:spMkLst>
            <pc:docMk/>
            <pc:sldMk cId="2550916923" sldId="315"/>
            <ac:spMk id="3" creationId="{00000000-0000-0000-0000-000000000000}"/>
          </ac:spMkLst>
        </pc:spChg>
      </pc:sldChg>
      <pc:sldChg chg="modSp mod">
        <pc:chgData name="ralph kemp" userId="b9b5e5f6d19aaab0" providerId="LiveId" clId="{A29C7B4F-934B-4D14-826A-A7708455A20A}" dt="2020-05-31T10:18:35.284" v="2367" actId="1076"/>
        <pc:sldMkLst>
          <pc:docMk/>
          <pc:sldMk cId="1425193999" sldId="317"/>
        </pc:sldMkLst>
        <pc:spChg chg="mod">
          <ac:chgData name="ralph kemp" userId="b9b5e5f6d19aaab0" providerId="LiveId" clId="{A29C7B4F-934B-4D14-826A-A7708455A20A}" dt="2020-05-31T10:17:59.633" v="2360" actId="14100"/>
          <ac:spMkLst>
            <pc:docMk/>
            <pc:sldMk cId="1425193999" sldId="317"/>
            <ac:spMk id="2" creationId="{00000000-0000-0000-0000-000000000000}"/>
          </ac:spMkLst>
        </pc:spChg>
        <pc:spChg chg="mod">
          <ac:chgData name="ralph kemp" userId="b9b5e5f6d19aaab0" providerId="LiveId" clId="{A29C7B4F-934B-4D14-826A-A7708455A20A}" dt="2020-05-31T10:18:35.284" v="2367" actId="1076"/>
          <ac:spMkLst>
            <pc:docMk/>
            <pc:sldMk cId="1425193999" sldId="317"/>
            <ac:spMk id="3" creationId="{00000000-0000-0000-0000-000000000000}"/>
          </ac:spMkLst>
        </pc:spChg>
      </pc:sldChg>
      <pc:sldChg chg="modSp mod">
        <pc:chgData name="ralph kemp" userId="b9b5e5f6d19aaab0" providerId="LiveId" clId="{A29C7B4F-934B-4D14-826A-A7708455A20A}" dt="2020-06-01T03:44:32.931" v="3751" actId="1076"/>
        <pc:sldMkLst>
          <pc:docMk/>
          <pc:sldMk cId="264504982" sldId="318"/>
        </pc:sldMkLst>
        <pc:spChg chg="mod">
          <ac:chgData name="ralph kemp" userId="b9b5e5f6d19aaab0" providerId="LiveId" clId="{A29C7B4F-934B-4D14-826A-A7708455A20A}" dt="2020-06-01T03:44:32.931" v="3751" actId="1076"/>
          <ac:spMkLst>
            <pc:docMk/>
            <pc:sldMk cId="264504982" sldId="318"/>
            <ac:spMk id="2" creationId="{00000000-0000-0000-0000-000000000000}"/>
          </ac:spMkLst>
        </pc:spChg>
        <pc:spChg chg="mod">
          <ac:chgData name="ralph kemp" userId="b9b5e5f6d19aaab0" providerId="LiveId" clId="{A29C7B4F-934B-4D14-826A-A7708455A20A}" dt="2020-06-01T03:44:25.321" v="3749" actId="1076"/>
          <ac:spMkLst>
            <pc:docMk/>
            <pc:sldMk cId="264504982" sldId="318"/>
            <ac:spMk id="3" creationId="{00000000-0000-0000-0000-000000000000}"/>
          </ac:spMkLst>
        </pc:spChg>
      </pc:sldChg>
      <pc:sldChg chg="modSp mod">
        <pc:chgData name="ralph kemp" userId="b9b5e5f6d19aaab0" providerId="LiveId" clId="{A29C7B4F-934B-4D14-826A-A7708455A20A}" dt="2020-05-31T10:20:12.907" v="2402" actId="14100"/>
        <pc:sldMkLst>
          <pc:docMk/>
          <pc:sldMk cId="2287186540" sldId="319"/>
        </pc:sldMkLst>
        <pc:spChg chg="mod">
          <ac:chgData name="ralph kemp" userId="b9b5e5f6d19aaab0" providerId="LiveId" clId="{A29C7B4F-934B-4D14-826A-A7708455A20A}" dt="2020-05-31T10:20:12.907" v="2402" actId="14100"/>
          <ac:spMkLst>
            <pc:docMk/>
            <pc:sldMk cId="2287186540" sldId="319"/>
            <ac:spMk id="2" creationId="{00000000-0000-0000-0000-000000000000}"/>
          </ac:spMkLst>
        </pc:spChg>
        <pc:spChg chg="mod">
          <ac:chgData name="ralph kemp" userId="b9b5e5f6d19aaab0" providerId="LiveId" clId="{A29C7B4F-934B-4D14-826A-A7708455A20A}" dt="2020-05-31T10:20:09.765" v="2401" actId="1076"/>
          <ac:spMkLst>
            <pc:docMk/>
            <pc:sldMk cId="2287186540" sldId="319"/>
            <ac:spMk id="3" creationId="{00000000-0000-0000-0000-000000000000}"/>
          </ac:spMkLst>
        </pc:spChg>
      </pc:sldChg>
      <pc:sldChg chg="modSp mod">
        <pc:chgData name="ralph kemp" userId="b9b5e5f6d19aaab0" providerId="LiveId" clId="{A29C7B4F-934B-4D14-826A-A7708455A20A}" dt="2020-05-31T10:22:49.445" v="2475" actId="14100"/>
        <pc:sldMkLst>
          <pc:docMk/>
          <pc:sldMk cId="2398188027" sldId="320"/>
        </pc:sldMkLst>
        <pc:spChg chg="mod">
          <ac:chgData name="ralph kemp" userId="b9b5e5f6d19aaab0" providerId="LiveId" clId="{A29C7B4F-934B-4D14-826A-A7708455A20A}" dt="2020-05-31T10:22:25.294" v="2470" actId="14100"/>
          <ac:spMkLst>
            <pc:docMk/>
            <pc:sldMk cId="2398188027" sldId="320"/>
            <ac:spMk id="2" creationId="{00000000-0000-0000-0000-000000000000}"/>
          </ac:spMkLst>
        </pc:spChg>
        <pc:spChg chg="mod">
          <ac:chgData name="ralph kemp" userId="b9b5e5f6d19aaab0" providerId="LiveId" clId="{A29C7B4F-934B-4D14-826A-A7708455A20A}" dt="2020-05-31T10:22:49.445" v="2475" actId="14100"/>
          <ac:spMkLst>
            <pc:docMk/>
            <pc:sldMk cId="2398188027" sldId="320"/>
            <ac:spMk id="3" creationId="{00000000-0000-0000-0000-000000000000}"/>
          </ac:spMkLst>
        </pc:spChg>
      </pc:sldChg>
      <pc:sldChg chg="modSp mod">
        <pc:chgData name="ralph kemp" userId="b9b5e5f6d19aaab0" providerId="LiveId" clId="{A29C7B4F-934B-4D14-826A-A7708455A20A}" dt="2020-05-31T10:15:51.165" v="2327" actId="1076"/>
        <pc:sldMkLst>
          <pc:docMk/>
          <pc:sldMk cId="1232176280" sldId="321"/>
        </pc:sldMkLst>
        <pc:spChg chg="mod">
          <ac:chgData name="ralph kemp" userId="b9b5e5f6d19aaab0" providerId="LiveId" clId="{A29C7B4F-934B-4D14-826A-A7708455A20A}" dt="2020-05-31T10:15:37.319" v="2322" actId="14100"/>
          <ac:spMkLst>
            <pc:docMk/>
            <pc:sldMk cId="1232176280" sldId="321"/>
            <ac:spMk id="2" creationId="{00000000-0000-0000-0000-000000000000}"/>
          </ac:spMkLst>
        </pc:spChg>
        <pc:spChg chg="mod">
          <ac:chgData name="ralph kemp" userId="b9b5e5f6d19aaab0" providerId="LiveId" clId="{A29C7B4F-934B-4D14-826A-A7708455A20A}" dt="2020-05-31T10:15:51.165" v="2327" actId="1076"/>
          <ac:spMkLst>
            <pc:docMk/>
            <pc:sldMk cId="1232176280" sldId="321"/>
            <ac:spMk id="3" creationId="{00000000-0000-0000-0000-000000000000}"/>
          </ac:spMkLst>
        </pc:spChg>
      </pc:sldChg>
      <pc:sldChg chg="modSp mod">
        <pc:chgData name="ralph kemp" userId="b9b5e5f6d19aaab0" providerId="LiveId" clId="{A29C7B4F-934B-4D14-826A-A7708455A20A}" dt="2020-05-31T10:16:58.325" v="2344" actId="14100"/>
        <pc:sldMkLst>
          <pc:docMk/>
          <pc:sldMk cId="3929557409" sldId="322"/>
        </pc:sldMkLst>
        <pc:spChg chg="mod">
          <ac:chgData name="ralph kemp" userId="b9b5e5f6d19aaab0" providerId="LiveId" clId="{A29C7B4F-934B-4D14-826A-A7708455A20A}" dt="2020-05-31T10:16:58.325" v="2344" actId="14100"/>
          <ac:spMkLst>
            <pc:docMk/>
            <pc:sldMk cId="3929557409" sldId="322"/>
            <ac:spMk id="3" creationId="{00000000-0000-0000-0000-000000000000}"/>
          </ac:spMkLst>
        </pc:spChg>
      </pc:sldChg>
      <pc:sldChg chg="modSp mod">
        <pc:chgData name="ralph kemp" userId="b9b5e5f6d19aaab0" providerId="LiveId" clId="{A29C7B4F-934B-4D14-826A-A7708455A20A}" dt="2020-05-31T10:16:28.725" v="2341" actId="20577"/>
        <pc:sldMkLst>
          <pc:docMk/>
          <pc:sldMk cId="4134885952" sldId="323"/>
        </pc:sldMkLst>
        <pc:spChg chg="mod">
          <ac:chgData name="ralph kemp" userId="b9b5e5f6d19aaab0" providerId="LiveId" clId="{A29C7B4F-934B-4D14-826A-A7708455A20A}" dt="2020-05-31T10:16:13.334" v="2336" actId="20577"/>
          <ac:spMkLst>
            <pc:docMk/>
            <pc:sldMk cId="4134885952" sldId="323"/>
            <ac:spMk id="2" creationId="{00000000-0000-0000-0000-000000000000}"/>
          </ac:spMkLst>
        </pc:spChg>
        <pc:spChg chg="mod">
          <ac:chgData name="ralph kemp" userId="b9b5e5f6d19aaab0" providerId="LiveId" clId="{A29C7B4F-934B-4D14-826A-A7708455A20A}" dt="2020-05-31T10:16:28.725" v="2341" actId="20577"/>
          <ac:spMkLst>
            <pc:docMk/>
            <pc:sldMk cId="4134885952" sldId="323"/>
            <ac:spMk id="3" creationId="{00000000-0000-0000-0000-000000000000}"/>
          </ac:spMkLst>
        </pc:spChg>
      </pc:sldChg>
      <pc:sldChg chg="modSp mod">
        <pc:chgData name="ralph kemp" userId="b9b5e5f6d19aaab0" providerId="LiveId" clId="{A29C7B4F-934B-4D14-826A-A7708455A20A}" dt="2020-05-31T10:18:42.583" v="2368" actId="122"/>
        <pc:sldMkLst>
          <pc:docMk/>
          <pc:sldMk cId="4136516791" sldId="324"/>
        </pc:sldMkLst>
        <pc:spChg chg="mod">
          <ac:chgData name="ralph kemp" userId="b9b5e5f6d19aaab0" providerId="LiveId" clId="{A29C7B4F-934B-4D14-826A-A7708455A20A}" dt="2020-05-31T10:17:29.873" v="2349" actId="14100"/>
          <ac:spMkLst>
            <pc:docMk/>
            <pc:sldMk cId="4136516791" sldId="324"/>
            <ac:spMk id="2" creationId="{00000000-0000-0000-0000-000000000000}"/>
          </ac:spMkLst>
        </pc:spChg>
        <pc:spChg chg="mod">
          <ac:chgData name="ralph kemp" userId="b9b5e5f6d19aaab0" providerId="LiveId" clId="{A29C7B4F-934B-4D14-826A-A7708455A20A}" dt="2020-05-31T10:18:42.583" v="2368" actId="122"/>
          <ac:spMkLst>
            <pc:docMk/>
            <pc:sldMk cId="4136516791" sldId="324"/>
            <ac:spMk id="3" creationId="{00000000-0000-0000-0000-000000000000}"/>
          </ac:spMkLst>
        </pc:spChg>
      </pc:sldChg>
      <pc:sldChg chg="del">
        <pc:chgData name="ralph kemp" userId="b9b5e5f6d19aaab0" providerId="LiveId" clId="{A29C7B4F-934B-4D14-826A-A7708455A20A}" dt="2020-05-31T09:13:00.575" v="1354" actId="2696"/>
        <pc:sldMkLst>
          <pc:docMk/>
          <pc:sldMk cId="2325091601" sldId="325"/>
        </pc:sldMkLst>
      </pc:sldChg>
      <pc:sldChg chg="modSp mod">
        <pc:chgData name="ralph kemp" userId="b9b5e5f6d19aaab0" providerId="LiveId" clId="{A29C7B4F-934B-4D14-826A-A7708455A20A}" dt="2020-05-31T10:34:28.500" v="2654" actId="20577"/>
        <pc:sldMkLst>
          <pc:docMk/>
          <pc:sldMk cId="1160497468" sldId="326"/>
        </pc:sldMkLst>
        <pc:spChg chg="mod">
          <ac:chgData name="ralph kemp" userId="b9b5e5f6d19aaab0" providerId="LiveId" clId="{A29C7B4F-934B-4D14-826A-A7708455A20A}" dt="2020-05-31T10:34:28.500" v="2654" actId="20577"/>
          <ac:spMkLst>
            <pc:docMk/>
            <pc:sldMk cId="1160497468" sldId="326"/>
            <ac:spMk id="2" creationId="{00000000-0000-0000-0000-000000000000}"/>
          </ac:spMkLst>
        </pc:spChg>
        <pc:spChg chg="mod">
          <ac:chgData name="ralph kemp" userId="b9b5e5f6d19aaab0" providerId="LiveId" clId="{A29C7B4F-934B-4D14-826A-A7708455A20A}" dt="2020-05-31T10:33:39.394" v="2646" actId="1076"/>
          <ac:spMkLst>
            <pc:docMk/>
            <pc:sldMk cId="1160497468" sldId="326"/>
            <ac:spMk id="3" creationId="{00000000-0000-0000-0000-000000000000}"/>
          </ac:spMkLst>
        </pc:spChg>
      </pc:sldChg>
      <pc:sldChg chg="modSp mod">
        <pc:chgData name="ralph kemp" userId="b9b5e5f6d19aaab0" providerId="LiveId" clId="{A29C7B4F-934B-4D14-826A-A7708455A20A}" dt="2020-06-01T04:08:25.638" v="4317" actId="1076"/>
        <pc:sldMkLst>
          <pc:docMk/>
          <pc:sldMk cId="3151281634" sldId="327"/>
        </pc:sldMkLst>
        <pc:spChg chg="mod">
          <ac:chgData name="ralph kemp" userId="b9b5e5f6d19aaab0" providerId="LiveId" clId="{A29C7B4F-934B-4D14-826A-A7708455A20A}" dt="2020-06-01T04:08:25.638" v="4317" actId="1076"/>
          <ac:spMkLst>
            <pc:docMk/>
            <pc:sldMk cId="3151281634" sldId="327"/>
            <ac:spMk id="2" creationId="{00000000-0000-0000-0000-000000000000}"/>
          </ac:spMkLst>
        </pc:spChg>
        <pc:spChg chg="mod">
          <ac:chgData name="ralph kemp" userId="b9b5e5f6d19aaab0" providerId="LiveId" clId="{A29C7B4F-934B-4D14-826A-A7708455A20A}" dt="2020-06-01T04:08:19.049" v="4315" actId="1076"/>
          <ac:spMkLst>
            <pc:docMk/>
            <pc:sldMk cId="3151281634" sldId="327"/>
            <ac:spMk id="3" creationId="{00000000-0000-0000-0000-000000000000}"/>
          </ac:spMkLst>
        </pc:spChg>
      </pc:sldChg>
      <pc:sldChg chg="modSp mod">
        <pc:chgData name="ralph kemp" userId="b9b5e5f6d19aaab0" providerId="LiveId" clId="{A29C7B4F-934B-4D14-826A-A7708455A20A}" dt="2020-06-01T07:11:13.518" v="7318" actId="20577"/>
        <pc:sldMkLst>
          <pc:docMk/>
          <pc:sldMk cId="971539953" sldId="328"/>
        </pc:sldMkLst>
        <pc:spChg chg="mod">
          <ac:chgData name="ralph kemp" userId="b9b5e5f6d19aaab0" providerId="LiveId" clId="{A29C7B4F-934B-4D14-826A-A7708455A20A}" dt="2020-06-01T07:11:13.518" v="7318" actId="20577"/>
          <ac:spMkLst>
            <pc:docMk/>
            <pc:sldMk cId="971539953" sldId="328"/>
            <ac:spMk id="3" creationId="{00000000-0000-0000-0000-000000000000}"/>
          </ac:spMkLst>
        </pc:spChg>
      </pc:sldChg>
      <pc:sldChg chg="modSp mod">
        <pc:chgData name="ralph kemp" userId="b9b5e5f6d19aaab0" providerId="LiveId" clId="{A29C7B4F-934B-4D14-826A-A7708455A20A}" dt="2020-05-31T10:34:14.811" v="2651" actId="120"/>
        <pc:sldMkLst>
          <pc:docMk/>
          <pc:sldMk cId="2557532438" sldId="329"/>
        </pc:sldMkLst>
        <pc:spChg chg="mod">
          <ac:chgData name="ralph kemp" userId="b9b5e5f6d19aaab0" providerId="LiveId" clId="{A29C7B4F-934B-4D14-826A-A7708455A20A}" dt="2020-05-31T10:34:14.811" v="2651" actId="120"/>
          <ac:spMkLst>
            <pc:docMk/>
            <pc:sldMk cId="2557532438" sldId="329"/>
            <ac:spMk id="2" creationId="{00000000-0000-0000-0000-000000000000}"/>
          </ac:spMkLst>
        </pc:spChg>
        <pc:spChg chg="mod">
          <ac:chgData name="ralph kemp" userId="b9b5e5f6d19aaab0" providerId="LiveId" clId="{A29C7B4F-934B-4D14-826A-A7708455A20A}" dt="2020-05-31T10:33:50.858" v="2647" actId="1076"/>
          <ac:spMkLst>
            <pc:docMk/>
            <pc:sldMk cId="2557532438" sldId="329"/>
            <ac:spMk id="3" creationId="{00000000-0000-0000-0000-000000000000}"/>
          </ac:spMkLst>
        </pc:spChg>
      </pc:sldChg>
      <pc:sldChg chg="modSp del mod">
        <pc:chgData name="ralph kemp" userId="b9b5e5f6d19aaab0" providerId="LiveId" clId="{A29C7B4F-934B-4D14-826A-A7708455A20A}" dt="2020-05-31T09:41:04.330" v="1767" actId="2696"/>
        <pc:sldMkLst>
          <pc:docMk/>
          <pc:sldMk cId="1210383156" sldId="330"/>
        </pc:sldMkLst>
        <pc:spChg chg="mod">
          <ac:chgData name="ralph kemp" userId="b9b5e5f6d19aaab0" providerId="LiveId" clId="{A29C7B4F-934B-4D14-826A-A7708455A20A}" dt="2020-05-31T09:19:08.861" v="1357" actId="20577"/>
          <ac:spMkLst>
            <pc:docMk/>
            <pc:sldMk cId="1210383156" sldId="330"/>
            <ac:spMk id="3" creationId="{00000000-0000-0000-0000-000000000000}"/>
          </ac:spMkLst>
        </pc:spChg>
      </pc:sldChg>
      <pc:sldChg chg="modSp mod">
        <pc:chgData name="ralph kemp" userId="b9b5e5f6d19aaab0" providerId="LiveId" clId="{A29C7B4F-934B-4D14-826A-A7708455A20A}" dt="2020-06-01T04:08:03.430" v="4314" actId="1076"/>
        <pc:sldMkLst>
          <pc:docMk/>
          <pc:sldMk cId="1863611705" sldId="331"/>
        </pc:sldMkLst>
        <pc:spChg chg="mod">
          <ac:chgData name="ralph kemp" userId="b9b5e5f6d19aaab0" providerId="LiveId" clId="{A29C7B4F-934B-4D14-826A-A7708455A20A}" dt="2020-06-01T04:08:03.430" v="4314" actId="1076"/>
          <ac:spMkLst>
            <pc:docMk/>
            <pc:sldMk cId="1863611705" sldId="331"/>
            <ac:spMk id="2" creationId="{00000000-0000-0000-0000-000000000000}"/>
          </ac:spMkLst>
        </pc:spChg>
        <pc:spChg chg="mod">
          <ac:chgData name="ralph kemp" userId="b9b5e5f6d19aaab0" providerId="LiveId" clId="{A29C7B4F-934B-4D14-826A-A7708455A20A}" dt="2020-06-01T04:07:59.577" v="4313" actId="1076"/>
          <ac:spMkLst>
            <pc:docMk/>
            <pc:sldMk cId="1863611705" sldId="331"/>
            <ac:spMk id="3" creationId="{00000000-0000-0000-0000-000000000000}"/>
          </ac:spMkLst>
        </pc:spChg>
      </pc:sldChg>
      <pc:sldChg chg="modSp mod">
        <pc:chgData name="ralph kemp" userId="b9b5e5f6d19aaab0" providerId="LiveId" clId="{A29C7B4F-934B-4D14-826A-A7708455A20A}" dt="2020-05-31T10:54:12.967" v="3141" actId="1076"/>
        <pc:sldMkLst>
          <pc:docMk/>
          <pc:sldMk cId="4227298669" sldId="332"/>
        </pc:sldMkLst>
        <pc:spChg chg="mod">
          <ac:chgData name="ralph kemp" userId="b9b5e5f6d19aaab0" providerId="LiveId" clId="{A29C7B4F-934B-4D14-826A-A7708455A20A}" dt="2020-05-31T10:54:06.400" v="3139" actId="14100"/>
          <ac:spMkLst>
            <pc:docMk/>
            <pc:sldMk cId="4227298669" sldId="332"/>
            <ac:spMk id="2" creationId="{00000000-0000-0000-0000-000000000000}"/>
          </ac:spMkLst>
        </pc:spChg>
        <pc:spChg chg="mod">
          <ac:chgData name="ralph kemp" userId="b9b5e5f6d19aaab0" providerId="LiveId" clId="{A29C7B4F-934B-4D14-826A-A7708455A20A}" dt="2020-05-31T10:54:12.967" v="3141" actId="1076"/>
          <ac:spMkLst>
            <pc:docMk/>
            <pc:sldMk cId="4227298669" sldId="332"/>
            <ac:spMk id="3" creationId="{00000000-0000-0000-0000-000000000000}"/>
          </ac:spMkLst>
        </pc:spChg>
      </pc:sldChg>
      <pc:sldChg chg="modSp mod">
        <pc:chgData name="ralph kemp" userId="b9b5e5f6d19aaab0" providerId="LiveId" clId="{A29C7B4F-934B-4D14-826A-A7708455A20A}" dt="2020-05-31T10:32:54.179" v="2639" actId="27636"/>
        <pc:sldMkLst>
          <pc:docMk/>
          <pc:sldMk cId="2475952560" sldId="333"/>
        </pc:sldMkLst>
        <pc:spChg chg="mod">
          <ac:chgData name="ralph kemp" userId="b9b5e5f6d19aaab0" providerId="LiveId" clId="{A29C7B4F-934B-4D14-826A-A7708455A20A}" dt="2020-05-31T10:32:04.245" v="2610" actId="21"/>
          <ac:spMkLst>
            <pc:docMk/>
            <pc:sldMk cId="2475952560" sldId="333"/>
            <ac:spMk id="2" creationId="{00000000-0000-0000-0000-000000000000}"/>
          </ac:spMkLst>
        </pc:spChg>
        <pc:spChg chg="mod">
          <ac:chgData name="ralph kemp" userId="b9b5e5f6d19aaab0" providerId="LiveId" clId="{A29C7B4F-934B-4D14-826A-A7708455A20A}" dt="2020-05-31T10:32:54.179" v="2639" actId="27636"/>
          <ac:spMkLst>
            <pc:docMk/>
            <pc:sldMk cId="2475952560" sldId="333"/>
            <ac:spMk id="3" creationId="{00000000-0000-0000-0000-000000000000}"/>
          </ac:spMkLst>
        </pc:spChg>
      </pc:sldChg>
      <pc:sldChg chg="modSp del mod">
        <pc:chgData name="ralph kemp" userId="b9b5e5f6d19aaab0" providerId="LiveId" clId="{A29C7B4F-934B-4D14-826A-A7708455A20A}" dt="2020-05-31T09:57:57.507" v="2057" actId="2696"/>
        <pc:sldMkLst>
          <pc:docMk/>
          <pc:sldMk cId="1656615626" sldId="334"/>
        </pc:sldMkLst>
        <pc:spChg chg="mod">
          <ac:chgData name="ralph kemp" userId="b9b5e5f6d19aaab0" providerId="LiveId" clId="{A29C7B4F-934B-4D14-826A-A7708455A20A}" dt="2020-05-31T09:55:50.852" v="1958" actId="21"/>
          <ac:spMkLst>
            <pc:docMk/>
            <pc:sldMk cId="1656615626" sldId="334"/>
            <ac:spMk id="2" creationId="{00000000-0000-0000-0000-000000000000}"/>
          </ac:spMkLst>
        </pc:spChg>
        <pc:spChg chg="mod">
          <ac:chgData name="ralph kemp" userId="b9b5e5f6d19aaab0" providerId="LiveId" clId="{A29C7B4F-934B-4D14-826A-A7708455A20A}" dt="2020-05-31T09:56:54.073" v="1980" actId="21"/>
          <ac:spMkLst>
            <pc:docMk/>
            <pc:sldMk cId="1656615626" sldId="334"/>
            <ac:spMk id="3" creationId="{00000000-0000-0000-0000-000000000000}"/>
          </ac:spMkLst>
        </pc:spChg>
      </pc:sldChg>
      <pc:sldChg chg="modSp">
        <pc:chgData name="ralph kemp" userId="b9b5e5f6d19aaab0" providerId="LiveId" clId="{A29C7B4F-934B-4D14-826A-A7708455A20A}" dt="2020-05-31T10:23:00.689" v="2476" actId="1076"/>
        <pc:sldMkLst>
          <pc:docMk/>
          <pc:sldMk cId="264528751" sldId="335"/>
        </pc:sldMkLst>
        <pc:picChg chg="mod">
          <ac:chgData name="ralph kemp" userId="b9b5e5f6d19aaab0" providerId="LiveId" clId="{A29C7B4F-934B-4D14-826A-A7708455A20A}" dt="2020-05-31T10:23:00.689" v="2476" actId="1076"/>
          <ac:picMkLst>
            <pc:docMk/>
            <pc:sldMk cId="264528751" sldId="335"/>
            <ac:picMk id="1026" creationId="{00000000-0000-0000-0000-000000000000}"/>
          </ac:picMkLst>
        </pc:picChg>
      </pc:sldChg>
      <pc:sldChg chg="del">
        <pc:chgData name="ralph kemp" userId="b9b5e5f6d19aaab0" providerId="LiveId" clId="{A29C7B4F-934B-4D14-826A-A7708455A20A}" dt="2020-05-31T09:38:11.723" v="1734" actId="2696"/>
        <pc:sldMkLst>
          <pc:docMk/>
          <pc:sldMk cId="2074730323" sldId="336"/>
        </pc:sldMkLst>
      </pc:sldChg>
      <pc:sldChg chg="modSp mod">
        <pc:chgData name="ralph kemp" userId="b9b5e5f6d19aaab0" providerId="LiveId" clId="{A29C7B4F-934B-4D14-826A-A7708455A20A}" dt="2020-05-31T10:36:56.524" v="2735" actId="1076"/>
        <pc:sldMkLst>
          <pc:docMk/>
          <pc:sldMk cId="3839753162" sldId="337"/>
        </pc:sldMkLst>
        <pc:spChg chg="mod">
          <ac:chgData name="ralph kemp" userId="b9b5e5f6d19aaab0" providerId="LiveId" clId="{A29C7B4F-934B-4D14-826A-A7708455A20A}" dt="2020-05-31T10:36:18.259" v="2713" actId="14100"/>
          <ac:spMkLst>
            <pc:docMk/>
            <pc:sldMk cId="3839753162" sldId="337"/>
            <ac:spMk id="2" creationId="{00000000-0000-0000-0000-000000000000}"/>
          </ac:spMkLst>
        </pc:spChg>
        <pc:spChg chg="mod">
          <ac:chgData name="ralph kemp" userId="b9b5e5f6d19aaab0" providerId="LiveId" clId="{A29C7B4F-934B-4D14-826A-A7708455A20A}" dt="2020-05-31T10:36:56.524" v="2735" actId="1076"/>
          <ac:spMkLst>
            <pc:docMk/>
            <pc:sldMk cId="3839753162" sldId="337"/>
            <ac:spMk id="3" creationId="{00000000-0000-0000-0000-000000000000}"/>
          </ac:spMkLst>
        </pc:spChg>
      </pc:sldChg>
      <pc:sldChg chg="modSp mod">
        <pc:chgData name="ralph kemp" userId="b9b5e5f6d19aaab0" providerId="LiveId" clId="{A29C7B4F-934B-4D14-826A-A7708455A20A}" dt="2020-05-31T10:42:19.966" v="2849" actId="1076"/>
        <pc:sldMkLst>
          <pc:docMk/>
          <pc:sldMk cId="2972049134" sldId="338"/>
        </pc:sldMkLst>
        <pc:spChg chg="mod">
          <ac:chgData name="ralph kemp" userId="b9b5e5f6d19aaab0" providerId="LiveId" clId="{A29C7B4F-934B-4D14-826A-A7708455A20A}" dt="2020-05-31T10:42:19.966" v="2849" actId="1076"/>
          <ac:spMkLst>
            <pc:docMk/>
            <pc:sldMk cId="2972049134" sldId="338"/>
            <ac:spMk id="2" creationId="{00000000-0000-0000-0000-000000000000}"/>
          </ac:spMkLst>
        </pc:spChg>
        <pc:spChg chg="mod">
          <ac:chgData name="ralph kemp" userId="b9b5e5f6d19aaab0" providerId="LiveId" clId="{A29C7B4F-934B-4D14-826A-A7708455A20A}" dt="2020-05-31T10:42:01.141" v="2838" actId="1076"/>
          <ac:spMkLst>
            <pc:docMk/>
            <pc:sldMk cId="2972049134" sldId="338"/>
            <ac:spMk id="3" creationId="{00000000-0000-0000-0000-000000000000}"/>
          </ac:spMkLst>
        </pc:spChg>
      </pc:sldChg>
      <pc:sldChg chg="modSp del mod">
        <pc:chgData name="ralph kemp" userId="b9b5e5f6d19aaab0" providerId="LiveId" clId="{A29C7B4F-934B-4D14-826A-A7708455A20A}" dt="2020-05-31T10:40:42.661" v="2824" actId="2696"/>
        <pc:sldMkLst>
          <pc:docMk/>
          <pc:sldMk cId="1344579051" sldId="339"/>
        </pc:sldMkLst>
        <pc:spChg chg="mod">
          <ac:chgData name="ralph kemp" userId="b9b5e5f6d19aaab0" providerId="LiveId" clId="{A29C7B4F-934B-4D14-826A-A7708455A20A}" dt="2020-05-31T10:40:26.028" v="2819" actId="21"/>
          <ac:spMkLst>
            <pc:docMk/>
            <pc:sldMk cId="1344579051" sldId="339"/>
            <ac:spMk id="3" creationId="{00000000-0000-0000-0000-000000000000}"/>
          </ac:spMkLst>
        </pc:spChg>
      </pc:sldChg>
      <pc:sldChg chg="modSp del mod">
        <pc:chgData name="ralph kemp" userId="b9b5e5f6d19aaab0" providerId="LiveId" clId="{A29C7B4F-934B-4D14-826A-A7708455A20A}" dt="2020-05-31T10:42:26.771" v="2850" actId="2696"/>
        <pc:sldMkLst>
          <pc:docMk/>
          <pc:sldMk cId="1153448985" sldId="340"/>
        </pc:sldMkLst>
        <pc:spChg chg="mod">
          <ac:chgData name="ralph kemp" userId="b9b5e5f6d19aaab0" providerId="LiveId" clId="{A29C7B4F-934B-4D14-826A-A7708455A20A}" dt="2020-05-31T10:41:15.412" v="2830" actId="21"/>
          <ac:spMkLst>
            <pc:docMk/>
            <pc:sldMk cId="1153448985" sldId="340"/>
            <ac:spMk id="3" creationId="{00000000-0000-0000-0000-000000000000}"/>
          </ac:spMkLst>
        </pc:spChg>
      </pc:sldChg>
      <pc:sldChg chg="modSp mod">
        <pc:chgData name="ralph kemp" userId="b9b5e5f6d19aaab0" providerId="LiveId" clId="{A29C7B4F-934B-4D14-826A-A7708455A20A}" dt="2020-05-31T10:43:59.286" v="2892" actId="1076"/>
        <pc:sldMkLst>
          <pc:docMk/>
          <pc:sldMk cId="3284780536" sldId="341"/>
        </pc:sldMkLst>
        <pc:spChg chg="mod">
          <ac:chgData name="ralph kemp" userId="b9b5e5f6d19aaab0" providerId="LiveId" clId="{A29C7B4F-934B-4D14-826A-A7708455A20A}" dt="2020-05-31T10:43:59.286" v="2892" actId="1076"/>
          <ac:spMkLst>
            <pc:docMk/>
            <pc:sldMk cId="3284780536" sldId="341"/>
            <ac:spMk id="2" creationId="{00000000-0000-0000-0000-000000000000}"/>
          </ac:spMkLst>
        </pc:spChg>
        <pc:spChg chg="mod">
          <ac:chgData name="ralph kemp" userId="b9b5e5f6d19aaab0" providerId="LiveId" clId="{A29C7B4F-934B-4D14-826A-A7708455A20A}" dt="2020-05-31T10:43:52.122" v="2890" actId="1076"/>
          <ac:spMkLst>
            <pc:docMk/>
            <pc:sldMk cId="3284780536" sldId="341"/>
            <ac:spMk id="3" creationId="{00000000-0000-0000-0000-000000000000}"/>
          </ac:spMkLst>
        </pc:spChg>
      </pc:sldChg>
      <pc:sldChg chg="modSp mod">
        <pc:chgData name="ralph kemp" userId="b9b5e5f6d19aaab0" providerId="LiveId" clId="{A29C7B4F-934B-4D14-826A-A7708455A20A}" dt="2020-05-31T10:45:03.802" v="2916" actId="1076"/>
        <pc:sldMkLst>
          <pc:docMk/>
          <pc:sldMk cId="328619256" sldId="342"/>
        </pc:sldMkLst>
        <pc:spChg chg="mod">
          <ac:chgData name="ralph kemp" userId="b9b5e5f6d19aaab0" providerId="LiveId" clId="{A29C7B4F-934B-4D14-826A-A7708455A20A}" dt="2020-05-31T10:45:03.802" v="2916" actId="1076"/>
          <ac:spMkLst>
            <pc:docMk/>
            <pc:sldMk cId="328619256" sldId="342"/>
            <ac:spMk id="2" creationId="{00000000-0000-0000-0000-000000000000}"/>
          </ac:spMkLst>
        </pc:spChg>
        <pc:spChg chg="mod">
          <ac:chgData name="ralph kemp" userId="b9b5e5f6d19aaab0" providerId="LiveId" clId="{A29C7B4F-934B-4D14-826A-A7708455A20A}" dt="2020-05-31T10:44:58.281" v="2914" actId="1076"/>
          <ac:spMkLst>
            <pc:docMk/>
            <pc:sldMk cId="328619256" sldId="342"/>
            <ac:spMk id="3" creationId="{00000000-0000-0000-0000-000000000000}"/>
          </ac:spMkLst>
        </pc:spChg>
      </pc:sldChg>
      <pc:sldChg chg="modSp mod">
        <pc:chgData name="ralph kemp" userId="b9b5e5f6d19aaab0" providerId="LiveId" clId="{A29C7B4F-934B-4D14-826A-A7708455A20A}" dt="2020-05-31T10:46:29.290" v="2944" actId="1076"/>
        <pc:sldMkLst>
          <pc:docMk/>
          <pc:sldMk cId="1643734443" sldId="343"/>
        </pc:sldMkLst>
        <pc:spChg chg="mod">
          <ac:chgData name="ralph kemp" userId="b9b5e5f6d19aaab0" providerId="LiveId" clId="{A29C7B4F-934B-4D14-826A-A7708455A20A}" dt="2020-05-31T10:46:29.290" v="2944" actId="1076"/>
          <ac:spMkLst>
            <pc:docMk/>
            <pc:sldMk cId="1643734443" sldId="343"/>
            <ac:spMk id="2" creationId="{00000000-0000-0000-0000-000000000000}"/>
          </ac:spMkLst>
        </pc:spChg>
        <pc:spChg chg="mod">
          <ac:chgData name="ralph kemp" userId="b9b5e5f6d19aaab0" providerId="LiveId" clId="{A29C7B4F-934B-4D14-826A-A7708455A20A}" dt="2020-05-31T10:46:24.279" v="2942" actId="1076"/>
          <ac:spMkLst>
            <pc:docMk/>
            <pc:sldMk cId="1643734443" sldId="343"/>
            <ac:spMk id="3" creationId="{00000000-0000-0000-0000-000000000000}"/>
          </ac:spMkLst>
        </pc:spChg>
      </pc:sldChg>
      <pc:sldChg chg="modSp mod">
        <pc:chgData name="ralph kemp" userId="b9b5e5f6d19aaab0" providerId="LiveId" clId="{A29C7B4F-934B-4D14-826A-A7708455A20A}" dt="2020-05-31T10:47:36.400" v="2962" actId="20577"/>
        <pc:sldMkLst>
          <pc:docMk/>
          <pc:sldMk cId="1599361600" sldId="344"/>
        </pc:sldMkLst>
        <pc:spChg chg="mod">
          <ac:chgData name="ralph kemp" userId="b9b5e5f6d19aaab0" providerId="LiveId" clId="{A29C7B4F-934B-4D14-826A-A7708455A20A}" dt="2020-05-31T10:47:11.116" v="2959" actId="1076"/>
          <ac:spMkLst>
            <pc:docMk/>
            <pc:sldMk cId="1599361600" sldId="344"/>
            <ac:spMk id="2" creationId="{00000000-0000-0000-0000-000000000000}"/>
          </ac:spMkLst>
        </pc:spChg>
        <pc:spChg chg="mod">
          <ac:chgData name="ralph kemp" userId="b9b5e5f6d19aaab0" providerId="LiveId" clId="{A29C7B4F-934B-4D14-826A-A7708455A20A}" dt="2020-05-31T10:47:36.400" v="2962" actId="20577"/>
          <ac:spMkLst>
            <pc:docMk/>
            <pc:sldMk cId="1599361600" sldId="344"/>
            <ac:spMk id="3" creationId="{00000000-0000-0000-0000-000000000000}"/>
          </ac:spMkLst>
        </pc:spChg>
      </pc:sldChg>
      <pc:sldChg chg="modSp mod">
        <pc:chgData name="ralph kemp" userId="b9b5e5f6d19aaab0" providerId="LiveId" clId="{A29C7B4F-934B-4D14-826A-A7708455A20A}" dt="2020-05-31T10:48:05.834" v="2968" actId="1076"/>
        <pc:sldMkLst>
          <pc:docMk/>
          <pc:sldMk cId="645575516" sldId="345"/>
        </pc:sldMkLst>
        <pc:spChg chg="mod">
          <ac:chgData name="ralph kemp" userId="b9b5e5f6d19aaab0" providerId="LiveId" clId="{A29C7B4F-934B-4D14-826A-A7708455A20A}" dt="2020-05-31T10:47:48.282" v="2963" actId="14100"/>
          <ac:spMkLst>
            <pc:docMk/>
            <pc:sldMk cId="645575516" sldId="345"/>
            <ac:spMk id="2" creationId="{00000000-0000-0000-0000-000000000000}"/>
          </ac:spMkLst>
        </pc:spChg>
        <pc:spChg chg="mod">
          <ac:chgData name="ralph kemp" userId="b9b5e5f6d19aaab0" providerId="LiveId" clId="{A29C7B4F-934B-4D14-826A-A7708455A20A}" dt="2020-05-31T10:48:05.834" v="2968" actId="1076"/>
          <ac:spMkLst>
            <pc:docMk/>
            <pc:sldMk cId="645575516" sldId="345"/>
            <ac:spMk id="3" creationId="{00000000-0000-0000-0000-000000000000}"/>
          </ac:spMkLst>
        </pc:spChg>
      </pc:sldChg>
      <pc:sldChg chg="modSp mod">
        <pc:chgData name="ralph kemp" userId="b9b5e5f6d19aaab0" providerId="LiveId" clId="{A29C7B4F-934B-4D14-826A-A7708455A20A}" dt="2020-06-01T04:20:56.192" v="4419" actId="20577"/>
        <pc:sldMkLst>
          <pc:docMk/>
          <pc:sldMk cId="1331112328" sldId="346"/>
        </pc:sldMkLst>
        <pc:spChg chg="mod">
          <ac:chgData name="ralph kemp" userId="b9b5e5f6d19aaab0" providerId="LiveId" clId="{A29C7B4F-934B-4D14-826A-A7708455A20A}" dt="2020-06-01T04:20:56.192" v="4419" actId="20577"/>
          <ac:spMkLst>
            <pc:docMk/>
            <pc:sldMk cId="1331112328" sldId="346"/>
            <ac:spMk id="2" creationId="{00000000-0000-0000-0000-000000000000}"/>
          </ac:spMkLst>
        </pc:spChg>
        <pc:spChg chg="mod">
          <ac:chgData name="ralph kemp" userId="b9b5e5f6d19aaab0" providerId="LiveId" clId="{A29C7B4F-934B-4D14-826A-A7708455A20A}" dt="2020-05-31T10:49:24.247" v="3003" actId="1076"/>
          <ac:spMkLst>
            <pc:docMk/>
            <pc:sldMk cId="1331112328" sldId="346"/>
            <ac:spMk id="3" creationId="{00000000-0000-0000-0000-000000000000}"/>
          </ac:spMkLst>
        </pc:spChg>
      </pc:sldChg>
      <pc:sldChg chg="modSp mod">
        <pc:chgData name="ralph kemp" userId="b9b5e5f6d19aaab0" providerId="LiveId" clId="{A29C7B4F-934B-4D14-826A-A7708455A20A}" dt="2020-06-01T03:57:04.123" v="4187" actId="20577"/>
        <pc:sldMkLst>
          <pc:docMk/>
          <pc:sldMk cId="1507173055" sldId="347"/>
        </pc:sldMkLst>
        <pc:spChg chg="mod">
          <ac:chgData name="ralph kemp" userId="b9b5e5f6d19aaab0" providerId="LiveId" clId="{A29C7B4F-934B-4D14-826A-A7708455A20A}" dt="2020-06-01T03:57:04.123" v="4187" actId="20577"/>
          <ac:spMkLst>
            <pc:docMk/>
            <pc:sldMk cId="1507173055" sldId="347"/>
            <ac:spMk id="2" creationId="{00000000-0000-0000-0000-000000000000}"/>
          </ac:spMkLst>
        </pc:spChg>
        <pc:spChg chg="mod">
          <ac:chgData name="ralph kemp" userId="b9b5e5f6d19aaab0" providerId="LiveId" clId="{A29C7B4F-934B-4D14-826A-A7708455A20A}" dt="2020-05-31T10:51:41.015" v="3103" actId="1076"/>
          <ac:spMkLst>
            <pc:docMk/>
            <pc:sldMk cId="1507173055" sldId="347"/>
            <ac:spMk id="3" creationId="{00000000-0000-0000-0000-000000000000}"/>
          </ac:spMkLst>
        </pc:spChg>
      </pc:sldChg>
      <pc:sldChg chg="modSp mod">
        <pc:chgData name="ralph kemp" userId="b9b5e5f6d19aaab0" providerId="LiveId" clId="{A29C7B4F-934B-4D14-826A-A7708455A20A}" dt="2020-05-31T10:55:12.758" v="3155" actId="115"/>
        <pc:sldMkLst>
          <pc:docMk/>
          <pc:sldMk cId="2304467881" sldId="348"/>
        </pc:sldMkLst>
        <pc:spChg chg="mod">
          <ac:chgData name="ralph kemp" userId="b9b5e5f6d19aaab0" providerId="LiveId" clId="{A29C7B4F-934B-4D14-826A-A7708455A20A}" dt="2020-05-31T10:53:41.803" v="3134" actId="1076"/>
          <ac:spMkLst>
            <pc:docMk/>
            <pc:sldMk cId="2304467881" sldId="348"/>
            <ac:spMk id="2" creationId="{00000000-0000-0000-0000-000000000000}"/>
          </ac:spMkLst>
        </pc:spChg>
        <pc:spChg chg="mod">
          <ac:chgData name="ralph kemp" userId="b9b5e5f6d19aaab0" providerId="LiveId" clId="{A29C7B4F-934B-4D14-826A-A7708455A20A}" dt="2020-05-31T10:55:12.758" v="3155" actId="115"/>
          <ac:spMkLst>
            <pc:docMk/>
            <pc:sldMk cId="2304467881" sldId="348"/>
            <ac:spMk id="3" creationId="{00000000-0000-0000-0000-000000000000}"/>
          </ac:spMkLst>
        </pc:spChg>
      </pc:sldChg>
      <pc:sldChg chg="modSp del mod">
        <pc:chgData name="ralph kemp" userId="b9b5e5f6d19aaab0" providerId="LiveId" clId="{A29C7B4F-934B-4D14-826A-A7708455A20A}" dt="2020-05-31T10:55:17.183" v="3156" actId="2696"/>
        <pc:sldMkLst>
          <pc:docMk/>
          <pc:sldMk cId="2296841697" sldId="349"/>
        </pc:sldMkLst>
        <pc:spChg chg="mod">
          <ac:chgData name="ralph kemp" userId="b9b5e5f6d19aaab0" providerId="LiveId" clId="{A29C7B4F-934B-4D14-826A-A7708455A20A}" dt="2020-05-31T10:54:29.540" v="3142" actId="21"/>
          <ac:spMkLst>
            <pc:docMk/>
            <pc:sldMk cId="2296841697" sldId="349"/>
            <ac:spMk id="3" creationId="{00000000-0000-0000-0000-000000000000}"/>
          </ac:spMkLst>
        </pc:spChg>
      </pc:sldChg>
      <pc:sldChg chg="modSp mod">
        <pc:chgData name="ralph kemp" userId="b9b5e5f6d19aaab0" providerId="LiveId" clId="{A29C7B4F-934B-4D14-826A-A7708455A20A}" dt="2020-05-31T10:56:41.878" v="3173" actId="1076"/>
        <pc:sldMkLst>
          <pc:docMk/>
          <pc:sldMk cId="3850330184" sldId="350"/>
        </pc:sldMkLst>
        <pc:spChg chg="mod">
          <ac:chgData name="ralph kemp" userId="b9b5e5f6d19aaab0" providerId="LiveId" clId="{A29C7B4F-934B-4D14-826A-A7708455A20A}" dt="2020-05-31T10:56:41.878" v="3173" actId="1076"/>
          <ac:spMkLst>
            <pc:docMk/>
            <pc:sldMk cId="3850330184" sldId="350"/>
            <ac:spMk id="2" creationId="{00000000-0000-0000-0000-000000000000}"/>
          </ac:spMkLst>
        </pc:spChg>
        <pc:spChg chg="mod">
          <ac:chgData name="ralph kemp" userId="b9b5e5f6d19aaab0" providerId="LiveId" clId="{A29C7B4F-934B-4D14-826A-A7708455A20A}" dt="2020-05-31T10:56:35.905" v="3171" actId="1076"/>
          <ac:spMkLst>
            <pc:docMk/>
            <pc:sldMk cId="3850330184" sldId="350"/>
            <ac:spMk id="3" creationId="{00000000-0000-0000-0000-000000000000}"/>
          </ac:spMkLst>
        </pc:spChg>
      </pc:sldChg>
      <pc:sldChg chg="modSp mod">
        <pc:chgData name="ralph kemp" userId="b9b5e5f6d19aaab0" providerId="LiveId" clId="{A29C7B4F-934B-4D14-826A-A7708455A20A}" dt="2020-06-01T05:55:01.624" v="5857" actId="20577"/>
        <pc:sldMkLst>
          <pc:docMk/>
          <pc:sldMk cId="1934171882" sldId="351"/>
        </pc:sldMkLst>
        <pc:spChg chg="mod">
          <ac:chgData name="ralph kemp" userId="b9b5e5f6d19aaab0" providerId="LiveId" clId="{A29C7B4F-934B-4D14-826A-A7708455A20A}" dt="2020-05-31T10:58:50.749" v="3247" actId="1076"/>
          <ac:spMkLst>
            <pc:docMk/>
            <pc:sldMk cId="1934171882" sldId="351"/>
            <ac:spMk id="2" creationId="{00000000-0000-0000-0000-000000000000}"/>
          </ac:spMkLst>
        </pc:spChg>
        <pc:spChg chg="mod">
          <ac:chgData name="ralph kemp" userId="b9b5e5f6d19aaab0" providerId="LiveId" clId="{A29C7B4F-934B-4D14-826A-A7708455A20A}" dt="2020-06-01T05:55:01.624" v="5857" actId="20577"/>
          <ac:spMkLst>
            <pc:docMk/>
            <pc:sldMk cId="1934171882" sldId="351"/>
            <ac:spMk id="3" creationId="{00000000-0000-0000-0000-000000000000}"/>
          </ac:spMkLst>
        </pc:spChg>
      </pc:sldChg>
      <pc:sldChg chg="modSp mod">
        <pc:chgData name="ralph kemp" userId="b9b5e5f6d19aaab0" providerId="LiveId" clId="{A29C7B4F-934B-4D14-826A-A7708455A20A}" dt="2020-05-31T10:58:09.006" v="3232" actId="1076"/>
        <pc:sldMkLst>
          <pc:docMk/>
          <pc:sldMk cId="4205939445" sldId="352"/>
        </pc:sldMkLst>
        <pc:spChg chg="mod">
          <ac:chgData name="ralph kemp" userId="b9b5e5f6d19aaab0" providerId="LiveId" clId="{A29C7B4F-934B-4D14-826A-A7708455A20A}" dt="2020-05-31T10:57:51.878" v="3229" actId="20577"/>
          <ac:spMkLst>
            <pc:docMk/>
            <pc:sldMk cId="4205939445" sldId="352"/>
            <ac:spMk id="2" creationId="{00000000-0000-0000-0000-000000000000}"/>
          </ac:spMkLst>
        </pc:spChg>
        <pc:spChg chg="mod">
          <ac:chgData name="ralph kemp" userId="b9b5e5f6d19aaab0" providerId="LiveId" clId="{A29C7B4F-934B-4D14-826A-A7708455A20A}" dt="2020-05-31T10:58:09.006" v="3232" actId="1076"/>
          <ac:spMkLst>
            <pc:docMk/>
            <pc:sldMk cId="4205939445" sldId="352"/>
            <ac:spMk id="3" creationId="{00000000-0000-0000-0000-000000000000}"/>
          </ac:spMkLst>
        </pc:spChg>
      </pc:sldChg>
      <pc:sldChg chg="modSp mod">
        <pc:chgData name="ralph kemp" userId="b9b5e5f6d19aaab0" providerId="LiveId" clId="{A29C7B4F-934B-4D14-826A-A7708455A20A}" dt="2020-06-01T04:20:33.408" v="4398" actId="115"/>
        <pc:sldMkLst>
          <pc:docMk/>
          <pc:sldMk cId="2567278368" sldId="353"/>
        </pc:sldMkLst>
        <pc:spChg chg="mod">
          <ac:chgData name="ralph kemp" userId="b9b5e5f6d19aaab0" providerId="LiveId" clId="{A29C7B4F-934B-4D14-826A-A7708455A20A}" dt="2020-05-31T10:59:50.389" v="3273" actId="1076"/>
          <ac:spMkLst>
            <pc:docMk/>
            <pc:sldMk cId="2567278368" sldId="353"/>
            <ac:spMk id="2" creationId="{00000000-0000-0000-0000-000000000000}"/>
          </ac:spMkLst>
        </pc:spChg>
        <pc:spChg chg="mod">
          <ac:chgData name="ralph kemp" userId="b9b5e5f6d19aaab0" providerId="LiveId" clId="{A29C7B4F-934B-4D14-826A-A7708455A20A}" dt="2020-06-01T04:20:33.408" v="4398" actId="115"/>
          <ac:spMkLst>
            <pc:docMk/>
            <pc:sldMk cId="2567278368" sldId="353"/>
            <ac:spMk id="3" creationId="{00000000-0000-0000-0000-000000000000}"/>
          </ac:spMkLst>
        </pc:spChg>
      </pc:sldChg>
      <pc:sldChg chg="modSp mod">
        <pc:chgData name="ralph kemp" userId="b9b5e5f6d19aaab0" providerId="LiveId" clId="{A29C7B4F-934B-4D14-826A-A7708455A20A}" dt="2020-05-31T11:01:56.395" v="3286" actId="1076"/>
        <pc:sldMkLst>
          <pc:docMk/>
          <pc:sldMk cId="766531159" sldId="354"/>
        </pc:sldMkLst>
        <pc:spChg chg="mod">
          <ac:chgData name="ralph kemp" userId="b9b5e5f6d19aaab0" providerId="LiveId" clId="{A29C7B4F-934B-4D14-826A-A7708455A20A}" dt="2020-05-31T11:01:51.988" v="3285" actId="1076"/>
          <ac:spMkLst>
            <pc:docMk/>
            <pc:sldMk cId="766531159" sldId="354"/>
            <ac:spMk id="2" creationId="{00000000-0000-0000-0000-000000000000}"/>
          </ac:spMkLst>
        </pc:spChg>
        <pc:spChg chg="mod">
          <ac:chgData name="ralph kemp" userId="b9b5e5f6d19aaab0" providerId="LiveId" clId="{A29C7B4F-934B-4D14-826A-A7708455A20A}" dt="2020-05-31T11:01:56.395" v="3286" actId="1076"/>
          <ac:spMkLst>
            <pc:docMk/>
            <pc:sldMk cId="766531159" sldId="354"/>
            <ac:spMk id="3" creationId="{00000000-0000-0000-0000-000000000000}"/>
          </ac:spMkLst>
        </pc:spChg>
      </pc:sldChg>
      <pc:sldChg chg="modSp mod">
        <pc:chgData name="ralph kemp" userId="b9b5e5f6d19aaab0" providerId="LiveId" clId="{A29C7B4F-934B-4D14-826A-A7708455A20A}" dt="2020-06-01T04:18:11.365" v="4369" actId="20577"/>
        <pc:sldMkLst>
          <pc:docMk/>
          <pc:sldMk cId="1936610978" sldId="355"/>
        </pc:sldMkLst>
        <pc:spChg chg="mod">
          <ac:chgData name="ralph kemp" userId="b9b5e5f6d19aaab0" providerId="LiveId" clId="{A29C7B4F-934B-4D14-826A-A7708455A20A}" dt="2020-06-01T04:02:42.827" v="4272" actId="20577"/>
          <ac:spMkLst>
            <pc:docMk/>
            <pc:sldMk cId="1936610978" sldId="355"/>
            <ac:spMk id="2" creationId="{00000000-0000-0000-0000-000000000000}"/>
          </ac:spMkLst>
        </pc:spChg>
        <pc:spChg chg="mod">
          <ac:chgData name="ralph kemp" userId="b9b5e5f6d19aaab0" providerId="LiveId" clId="{A29C7B4F-934B-4D14-826A-A7708455A20A}" dt="2020-06-01T04:18:11.365" v="4369" actId="20577"/>
          <ac:spMkLst>
            <pc:docMk/>
            <pc:sldMk cId="1936610978" sldId="355"/>
            <ac:spMk id="3" creationId="{00000000-0000-0000-0000-000000000000}"/>
          </ac:spMkLst>
        </pc:spChg>
      </pc:sldChg>
      <pc:sldChg chg="modSp del mod">
        <pc:chgData name="ralph kemp" userId="b9b5e5f6d19aaab0" providerId="LiveId" clId="{A29C7B4F-934B-4D14-826A-A7708455A20A}" dt="2020-06-01T04:18:18.751" v="4370" actId="2696"/>
        <pc:sldMkLst>
          <pc:docMk/>
          <pc:sldMk cId="3362567549" sldId="356"/>
        </pc:sldMkLst>
        <pc:spChg chg="mod">
          <ac:chgData name="ralph kemp" userId="b9b5e5f6d19aaab0" providerId="LiveId" clId="{A29C7B4F-934B-4D14-826A-A7708455A20A}" dt="2020-05-31T11:06:21.876" v="3397" actId="1076"/>
          <ac:spMkLst>
            <pc:docMk/>
            <pc:sldMk cId="3362567549" sldId="356"/>
            <ac:spMk id="2" creationId="{00000000-0000-0000-0000-000000000000}"/>
          </ac:spMkLst>
        </pc:spChg>
        <pc:spChg chg="mod">
          <ac:chgData name="ralph kemp" userId="b9b5e5f6d19aaab0" providerId="LiveId" clId="{A29C7B4F-934B-4D14-826A-A7708455A20A}" dt="2020-05-31T11:06:12.440" v="3396" actId="20577"/>
          <ac:spMkLst>
            <pc:docMk/>
            <pc:sldMk cId="3362567549" sldId="356"/>
            <ac:spMk id="3" creationId="{00000000-0000-0000-0000-000000000000}"/>
          </ac:spMkLst>
        </pc:spChg>
      </pc:sldChg>
      <pc:sldChg chg="delSp mod">
        <pc:chgData name="ralph kemp" userId="b9b5e5f6d19aaab0" providerId="LiveId" clId="{A29C7B4F-934B-4D14-826A-A7708455A20A}" dt="2020-05-31T11:02:30.311" v="3288" actId="478"/>
        <pc:sldMkLst>
          <pc:docMk/>
          <pc:sldMk cId="2483444541" sldId="357"/>
        </pc:sldMkLst>
        <pc:picChg chg="del">
          <ac:chgData name="ralph kemp" userId="b9b5e5f6d19aaab0" providerId="LiveId" clId="{A29C7B4F-934B-4D14-826A-A7708455A20A}" dt="2020-05-31T11:02:30.311" v="3288" actId="478"/>
          <ac:picMkLst>
            <pc:docMk/>
            <pc:sldMk cId="2483444541" sldId="357"/>
            <ac:picMk id="21" creationId="{00000000-0000-0000-0000-000000000000}"/>
          </ac:picMkLst>
        </pc:picChg>
      </pc:sldChg>
      <pc:sldChg chg="del">
        <pc:chgData name="ralph kemp" userId="b9b5e5f6d19aaab0" providerId="LiveId" clId="{A29C7B4F-934B-4D14-826A-A7708455A20A}" dt="2020-05-31T11:02:39.536" v="3289" actId="2696"/>
        <pc:sldMkLst>
          <pc:docMk/>
          <pc:sldMk cId="971748857" sldId="359"/>
        </pc:sldMkLst>
      </pc:sldChg>
      <pc:sldChg chg="del">
        <pc:chgData name="ralph kemp" userId="b9b5e5f6d19aaab0" providerId="LiveId" clId="{A29C7B4F-934B-4D14-826A-A7708455A20A}" dt="2020-05-31T11:02:15.117" v="3287" actId="2696"/>
        <pc:sldMkLst>
          <pc:docMk/>
          <pc:sldMk cId="2282852315" sldId="360"/>
        </pc:sldMkLst>
      </pc:sldChg>
      <pc:sldChg chg="modSp new mod ord">
        <pc:chgData name="ralph kemp" userId="b9b5e5f6d19aaab0" providerId="LiveId" clId="{A29C7B4F-934B-4D14-826A-A7708455A20A}" dt="2020-05-31T10:07:10.494" v="2180" actId="6559"/>
        <pc:sldMkLst>
          <pc:docMk/>
          <pc:sldMk cId="3567683259" sldId="361"/>
        </pc:sldMkLst>
        <pc:spChg chg="mod">
          <ac:chgData name="ralph kemp" userId="b9b5e5f6d19aaab0" providerId="LiveId" clId="{A29C7B4F-934B-4D14-826A-A7708455A20A}" dt="2020-05-31T10:02:08.113" v="2132" actId="14100"/>
          <ac:spMkLst>
            <pc:docMk/>
            <pc:sldMk cId="3567683259" sldId="361"/>
            <ac:spMk id="2" creationId="{68CDBF0D-96A8-41AB-A5B9-5E09640AB07B}"/>
          </ac:spMkLst>
        </pc:spChg>
        <pc:spChg chg="mod">
          <ac:chgData name="ralph kemp" userId="b9b5e5f6d19aaab0" providerId="LiveId" clId="{A29C7B4F-934B-4D14-826A-A7708455A20A}" dt="2020-05-31T10:07:10.494" v="2180" actId="6559"/>
          <ac:spMkLst>
            <pc:docMk/>
            <pc:sldMk cId="3567683259" sldId="361"/>
            <ac:spMk id="3" creationId="{D1B07D69-A409-49B8-91B9-8AE6AA720E1D}"/>
          </ac:spMkLst>
        </pc:spChg>
      </pc:sldChg>
      <pc:sldChg chg="modSp new mod ord">
        <pc:chgData name="ralph kemp" userId="b9b5e5f6d19aaab0" providerId="LiveId" clId="{A29C7B4F-934B-4D14-826A-A7708455A20A}" dt="2020-06-01T03:23:00.377" v="3409" actId="1076"/>
        <pc:sldMkLst>
          <pc:docMk/>
          <pc:sldMk cId="1703884431" sldId="362"/>
        </pc:sldMkLst>
        <pc:spChg chg="mod">
          <ac:chgData name="ralph kemp" userId="b9b5e5f6d19aaab0" providerId="LiveId" clId="{A29C7B4F-934B-4D14-826A-A7708455A20A}" dt="2020-06-01T03:23:00.377" v="3409" actId="1076"/>
          <ac:spMkLst>
            <pc:docMk/>
            <pc:sldMk cId="1703884431" sldId="362"/>
            <ac:spMk id="2" creationId="{0A9F76D6-60EE-4638-BAB4-7B8B1853584E}"/>
          </ac:spMkLst>
        </pc:spChg>
        <pc:spChg chg="mod">
          <ac:chgData name="ralph kemp" userId="b9b5e5f6d19aaab0" providerId="LiveId" clId="{A29C7B4F-934B-4D14-826A-A7708455A20A}" dt="2020-06-01T03:22:54.141" v="3407" actId="1076"/>
          <ac:spMkLst>
            <pc:docMk/>
            <pc:sldMk cId="1703884431" sldId="362"/>
            <ac:spMk id="3" creationId="{FA81C75E-AC89-4A80-98BA-ADC39E8FE47B}"/>
          </ac:spMkLst>
        </pc:spChg>
      </pc:sldChg>
      <pc:sldChg chg="addSp delSp modSp new mod setBg setClrOvrMap">
        <pc:chgData name="ralph kemp" userId="b9b5e5f6d19aaab0" providerId="LiveId" clId="{A29C7B4F-934B-4D14-826A-A7708455A20A}" dt="2020-06-01T03:22:40.674" v="3405" actId="1076"/>
        <pc:sldMkLst>
          <pc:docMk/>
          <pc:sldMk cId="4222241252" sldId="363"/>
        </pc:sldMkLst>
        <pc:spChg chg="mod">
          <ac:chgData name="ralph kemp" userId="b9b5e5f6d19aaab0" providerId="LiveId" clId="{A29C7B4F-934B-4D14-826A-A7708455A20A}" dt="2020-06-01T03:22:40.674" v="3405" actId="1076"/>
          <ac:spMkLst>
            <pc:docMk/>
            <pc:sldMk cId="4222241252" sldId="363"/>
            <ac:spMk id="2" creationId="{3C6C510E-FCA2-4165-A775-33A42995D7E0}"/>
          </ac:spMkLst>
        </pc:spChg>
        <pc:spChg chg="mod">
          <ac:chgData name="ralph kemp" userId="b9b5e5f6d19aaab0" providerId="LiveId" clId="{A29C7B4F-934B-4D14-826A-A7708455A20A}" dt="2020-06-01T03:22:34.888" v="3403" actId="1076"/>
          <ac:spMkLst>
            <pc:docMk/>
            <pc:sldMk cId="4222241252" sldId="363"/>
            <ac:spMk id="3" creationId="{67DB686A-AA89-408C-8278-EE80B61D75B7}"/>
          </ac:spMkLst>
        </pc:spChg>
        <pc:spChg chg="mod">
          <ac:chgData name="ralph kemp" userId="b9b5e5f6d19aaab0" providerId="LiveId" clId="{A29C7B4F-934B-4D14-826A-A7708455A20A}" dt="2020-05-30T09:01:13.005" v="945" actId="26606"/>
          <ac:spMkLst>
            <pc:docMk/>
            <pc:sldMk cId="4222241252" sldId="363"/>
            <ac:spMk id="4" creationId="{FD986513-CD2A-44C0-8496-37A7BA889E54}"/>
          </ac:spMkLst>
        </pc:spChg>
        <pc:spChg chg="add del">
          <ac:chgData name="ralph kemp" userId="b9b5e5f6d19aaab0" providerId="LiveId" clId="{A29C7B4F-934B-4D14-826A-A7708455A20A}" dt="2020-05-30T09:01:13.005" v="945" actId="26606"/>
          <ac:spMkLst>
            <pc:docMk/>
            <pc:sldMk cId="4222241252" sldId="363"/>
            <ac:spMk id="9" creationId="{2CB6C291-6CAF-46DF-ACFF-AADF0FD03F58}"/>
          </ac:spMkLst>
        </pc:spChg>
        <pc:spChg chg="add del">
          <ac:chgData name="ralph kemp" userId="b9b5e5f6d19aaab0" providerId="LiveId" clId="{A29C7B4F-934B-4D14-826A-A7708455A20A}" dt="2020-05-30T09:01:13.005" v="945" actId="26606"/>
          <ac:spMkLst>
            <pc:docMk/>
            <pc:sldMk cId="4222241252" sldId="363"/>
            <ac:spMk id="13" creationId="{4735DC46-5663-471D-AADB-81E00E65BCC6}"/>
          </ac:spMkLst>
        </pc:spChg>
        <pc:picChg chg="add del">
          <ac:chgData name="ralph kemp" userId="b9b5e5f6d19aaab0" providerId="LiveId" clId="{A29C7B4F-934B-4D14-826A-A7708455A20A}" dt="2020-05-30T09:01:13.005" v="945" actId="26606"/>
          <ac:picMkLst>
            <pc:docMk/>
            <pc:sldMk cId="4222241252" sldId="363"/>
            <ac:picMk id="11" creationId="{1EBADBCA-DA20-4279-93C6-011DEF18AA71}"/>
          </ac:picMkLst>
        </pc:picChg>
      </pc:sldChg>
      <pc:sldChg chg="modSp new mod">
        <pc:chgData name="ralph kemp" userId="b9b5e5f6d19aaab0" providerId="LiveId" clId="{A29C7B4F-934B-4D14-826A-A7708455A20A}" dt="2020-06-01T03:23:12.507" v="3411" actId="1076"/>
        <pc:sldMkLst>
          <pc:docMk/>
          <pc:sldMk cId="1001696727" sldId="364"/>
        </pc:sldMkLst>
        <pc:spChg chg="mod">
          <ac:chgData name="ralph kemp" userId="b9b5e5f6d19aaab0" providerId="LiveId" clId="{A29C7B4F-934B-4D14-826A-A7708455A20A}" dt="2020-06-01T03:23:12.507" v="3411" actId="1076"/>
          <ac:spMkLst>
            <pc:docMk/>
            <pc:sldMk cId="1001696727" sldId="364"/>
            <ac:spMk id="2" creationId="{16D47C65-2DFA-4DF6-8B83-300198BAA77B}"/>
          </ac:spMkLst>
        </pc:spChg>
        <pc:spChg chg="mod">
          <ac:chgData name="ralph kemp" userId="b9b5e5f6d19aaab0" providerId="LiveId" clId="{A29C7B4F-934B-4D14-826A-A7708455A20A}" dt="2020-06-01T03:23:08.566" v="3410" actId="1076"/>
          <ac:spMkLst>
            <pc:docMk/>
            <pc:sldMk cId="1001696727" sldId="364"/>
            <ac:spMk id="3" creationId="{C28C97F8-E42F-49B3-9162-89DA0FF31FDD}"/>
          </ac:spMkLst>
        </pc:spChg>
      </pc:sldChg>
      <pc:sldChg chg="addSp delSp modSp new mod setBg">
        <pc:chgData name="ralph kemp" userId="b9b5e5f6d19aaab0" providerId="LiveId" clId="{A29C7B4F-934B-4D14-826A-A7708455A20A}" dt="2020-05-31T10:08:26.319" v="2188" actId="1076"/>
        <pc:sldMkLst>
          <pc:docMk/>
          <pc:sldMk cId="1545210314" sldId="365"/>
        </pc:sldMkLst>
        <pc:spChg chg="mod">
          <ac:chgData name="ralph kemp" userId="b9b5e5f6d19aaab0" providerId="LiveId" clId="{A29C7B4F-934B-4D14-826A-A7708455A20A}" dt="2020-05-31T10:05:21.075" v="2164" actId="14100"/>
          <ac:spMkLst>
            <pc:docMk/>
            <pc:sldMk cId="1545210314" sldId="365"/>
            <ac:spMk id="2" creationId="{32B3D774-C43D-446E-9800-DF7EB43F5E3F}"/>
          </ac:spMkLst>
        </pc:spChg>
        <pc:spChg chg="mod">
          <ac:chgData name="ralph kemp" userId="b9b5e5f6d19aaab0" providerId="LiveId" clId="{A29C7B4F-934B-4D14-826A-A7708455A20A}" dt="2020-05-31T10:08:26.319" v="2188" actId="1076"/>
          <ac:spMkLst>
            <pc:docMk/>
            <pc:sldMk cId="1545210314" sldId="365"/>
            <ac:spMk id="3" creationId="{B18BE60D-E78B-4C56-8EF0-A98DC3C2372C}"/>
          </ac:spMkLst>
        </pc:spChg>
        <pc:spChg chg="mod">
          <ac:chgData name="ralph kemp" userId="b9b5e5f6d19aaab0" providerId="LiveId" clId="{A29C7B4F-934B-4D14-826A-A7708455A20A}" dt="2020-05-30T08:58:46.054" v="934" actId="26606"/>
          <ac:spMkLst>
            <pc:docMk/>
            <pc:sldMk cId="1545210314" sldId="365"/>
            <ac:spMk id="4" creationId="{ACE052EC-3BA6-4D22-9B78-4A87FC0738EE}"/>
          </ac:spMkLst>
        </pc:spChg>
        <pc:spChg chg="add del">
          <ac:chgData name="ralph kemp" userId="b9b5e5f6d19aaab0" providerId="LiveId" clId="{A29C7B4F-934B-4D14-826A-A7708455A20A}" dt="2020-05-30T08:58:21.036" v="932" actId="26606"/>
          <ac:spMkLst>
            <pc:docMk/>
            <pc:sldMk cId="1545210314" sldId="365"/>
            <ac:spMk id="9" creationId="{23962611-DFD5-4092-AAFD-559E3DFCE2C9}"/>
          </ac:spMkLst>
        </pc:spChg>
        <pc:spChg chg="add del">
          <ac:chgData name="ralph kemp" userId="b9b5e5f6d19aaab0" providerId="LiveId" clId="{A29C7B4F-934B-4D14-826A-A7708455A20A}" dt="2020-05-30T08:58:46.054" v="934" actId="26606"/>
          <ac:spMkLst>
            <pc:docMk/>
            <pc:sldMk cId="1545210314" sldId="365"/>
            <ac:spMk id="13" creationId="{92CA431A-BC84-45C3-8430-0459E54A220F}"/>
          </ac:spMkLst>
        </pc:spChg>
        <pc:spChg chg="add del">
          <ac:chgData name="ralph kemp" userId="b9b5e5f6d19aaab0" providerId="LiveId" clId="{A29C7B4F-934B-4D14-826A-A7708455A20A}" dt="2020-05-30T08:58:46.054" v="934" actId="26606"/>
          <ac:spMkLst>
            <pc:docMk/>
            <pc:sldMk cId="1545210314" sldId="365"/>
            <ac:spMk id="14" creationId="{86197D16-FE75-4A0E-A0C9-28C0F04A43DF}"/>
          </ac:spMkLst>
        </pc:spChg>
        <pc:picChg chg="add del">
          <ac:chgData name="ralph kemp" userId="b9b5e5f6d19aaab0" providerId="LiveId" clId="{A29C7B4F-934B-4D14-826A-A7708455A20A}" dt="2020-05-30T08:58:21.036" v="932" actId="26606"/>
          <ac:picMkLst>
            <pc:docMk/>
            <pc:sldMk cId="1545210314" sldId="365"/>
            <ac:picMk id="11" creationId="{2270F1FA-0425-408F-9861-80BF5AFB276D}"/>
          </ac:picMkLst>
        </pc:picChg>
        <pc:picChg chg="add del">
          <ac:chgData name="ralph kemp" userId="b9b5e5f6d19aaab0" providerId="LiveId" clId="{A29C7B4F-934B-4D14-826A-A7708455A20A}" dt="2020-05-30T08:58:46.054" v="934" actId="26606"/>
          <ac:picMkLst>
            <pc:docMk/>
            <pc:sldMk cId="1545210314" sldId="365"/>
            <ac:picMk id="15" creationId="{FA8FCEC6-4B30-4FF2-8B32-504BEAEA3A16}"/>
          </ac:picMkLst>
        </pc:picChg>
      </pc:sldChg>
      <pc:sldChg chg="addSp delSp modSp new mod setBg">
        <pc:chgData name="ralph kemp" userId="b9b5e5f6d19aaab0" providerId="LiveId" clId="{A29C7B4F-934B-4D14-826A-A7708455A20A}" dt="2020-05-31T10:05:50.323" v="2170" actId="14100"/>
        <pc:sldMkLst>
          <pc:docMk/>
          <pc:sldMk cId="207066477" sldId="366"/>
        </pc:sldMkLst>
        <pc:spChg chg="del mod">
          <ac:chgData name="ralph kemp" userId="b9b5e5f6d19aaab0" providerId="LiveId" clId="{A29C7B4F-934B-4D14-826A-A7708455A20A}" dt="2020-05-31T10:05:33.592" v="2166" actId="478"/>
          <ac:spMkLst>
            <pc:docMk/>
            <pc:sldMk cId="207066477" sldId="366"/>
            <ac:spMk id="2" creationId="{1065A531-8045-458C-993C-554EF85F52C4}"/>
          </ac:spMkLst>
        </pc:spChg>
        <pc:spChg chg="mod">
          <ac:chgData name="ralph kemp" userId="b9b5e5f6d19aaab0" providerId="LiveId" clId="{A29C7B4F-934B-4D14-826A-A7708455A20A}" dt="2020-05-31T10:05:50.323" v="2170" actId="14100"/>
          <ac:spMkLst>
            <pc:docMk/>
            <pc:sldMk cId="207066477" sldId="366"/>
            <ac:spMk id="3" creationId="{DD952AB3-76DF-460E-A143-10E0543EF4B7}"/>
          </ac:spMkLst>
        </pc:spChg>
        <pc:spChg chg="mod">
          <ac:chgData name="ralph kemp" userId="b9b5e5f6d19aaab0" providerId="LiveId" clId="{A29C7B4F-934B-4D14-826A-A7708455A20A}" dt="2020-05-30T08:58:49.721" v="935" actId="26606"/>
          <ac:spMkLst>
            <pc:docMk/>
            <pc:sldMk cId="207066477" sldId="366"/>
            <ac:spMk id="4" creationId="{7F402C34-A815-49CB-AD69-DA3B55325A68}"/>
          </ac:spMkLst>
        </pc:spChg>
        <pc:spChg chg="add del">
          <ac:chgData name="ralph kemp" userId="b9b5e5f6d19aaab0" providerId="LiveId" clId="{A29C7B4F-934B-4D14-826A-A7708455A20A}" dt="2020-05-30T08:58:49.721" v="935" actId="26606"/>
          <ac:spMkLst>
            <pc:docMk/>
            <pc:sldMk cId="207066477" sldId="366"/>
            <ac:spMk id="11" creationId="{7D8E67F2-F753-4E06-8229-4970A6725835}"/>
          </ac:spMkLst>
        </pc:spChg>
        <pc:spChg chg="add del">
          <ac:chgData name="ralph kemp" userId="b9b5e5f6d19aaab0" providerId="LiveId" clId="{A29C7B4F-934B-4D14-826A-A7708455A20A}" dt="2020-05-30T08:58:49.721" v="935" actId="26606"/>
          <ac:spMkLst>
            <pc:docMk/>
            <pc:sldMk cId="207066477" sldId="366"/>
            <ac:spMk id="15" creationId="{007B8288-68CC-4847-8419-CF535B6B7EEA}"/>
          </ac:spMkLst>
        </pc:spChg>
        <pc:spChg chg="add del">
          <ac:chgData name="ralph kemp" userId="b9b5e5f6d19aaab0" providerId="LiveId" clId="{A29C7B4F-934B-4D14-826A-A7708455A20A}" dt="2020-05-30T08:58:49.721" v="935" actId="26606"/>
          <ac:spMkLst>
            <pc:docMk/>
            <pc:sldMk cId="207066477" sldId="366"/>
            <ac:spMk id="17" creationId="{32BA8EA8-C1B6-4309-B674-F9F399B96288}"/>
          </ac:spMkLst>
        </pc:spChg>
        <pc:picChg chg="add mod ord">
          <ac:chgData name="ralph kemp" userId="b9b5e5f6d19aaab0" providerId="LiveId" clId="{A29C7B4F-934B-4D14-826A-A7708455A20A}" dt="2020-05-30T08:58:49.721" v="935" actId="26606"/>
          <ac:picMkLst>
            <pc:docMk/>
            <pc:sldMk cId="207066477" sldId="366"/>
            <ac:picMk id="5" creationId="{21EEE5EA-F5C4-443C-9487-7F7321ADDFD1}"/>
          </ac:picMkLst>
        </pc:picChg>
        <pc:picChg chg="add mod ord">
          <ac:chgData name="ralph kemp" userId="b9b5e5f6d19aaab0" providerId="LiveId" clId="{A29C7B4F-934B-4D14-826A-A7708455A20A}" dt="2020-05-30T08:59:10.826" v="938" actId="1076"/>
          <ac:picMkLst>
            <pc:docMk/>
            <pc:sldMk cId="207066477" sldId="366"/>
            <ac:picMk id="6" creationId="{A4D02CDA-4875-4CE8-835A-0265E45A0F6F}"/>
          </ac:picMkLst>
        </pc:picChg>
        <pc:picChg chg="add del">
          <ac:chgData name="ralph kemp" userId="b9b5e5f6d19aaab0" providerId="LiveId" clId="{A29C7B4F-934B-4D14-826A-A7708455A20A}" dt="2020-05-30T08:58:49.721" v="935" actId="26606"/>
          <ac:picMkLst>
            <pc:docMk/>
            <pc:sldMk cId="207066477" sldId="366"/>
            <ac:picMk id="13" creationId="{2EE1BDFD-564B-44A4-841A-50D6A8E75CB4}"/>
          </ac:picMkLst>
        </pc:picChg>
      </pc:sldChg>
      <pc:sldChg chg="modSp add mod">
        <pc:chgData name="ralph kemp" userId="b9b5e5f6d19aaab0" providerId="LiveId" clId="{A29C7B4F-934B-4D14-826A-A7708455A20A}" dt="2020-06-01T03:46:41.340" v="3816" actId="1076"/>
        <pc:sldMkLst>
          <pc:docMk/>
          <pc:sldMk cId="1416648217" sldId="367"/>
        </pc:sldMkLst>
        <pc:spChg chg="mod">
          <ac:chgData name="ralph kemp" userId="b9b5e5f6d19aaab0" providerId="LiveId" clId="{A29C7B4F-934B-4D14-826A-A7708455A20A}" dt="2020-06-01T03:44:15.877" v="3747" actId="1076"/>
          <ac:spMkLst>
            <pc:docMk/>
            <pc:sldMk cId="1416648217" sldId="367"/>
            <ac:spMk id="2" creationId="{00000000-0000-0000-0000-000000000000}"/>
          </ac:spMkLst>
        </pc:spChg>
        <pc:spChg chg="mod">
          <ac:chgData name="ralph kemp" userId="b9b5e5f6d19aaab0" providerId="LiveId" clId="{A29C7B4F-934B-4D14-826A-A7708455A20A}" dt="2020-06-01T03:46:41.340" v="3816" actId="1076"/>
          <ac:spMkLst>
            <pc:docMk/>
            <pc:sldMk cId="1416648217" sldId="367"/>
            <ac:spMk id="3" creationId="{00000000-0000-0000-0000-000000000000}"/>
          </ac:spMkLst>
        </pc:spChg>
      </pc:sldChg>
      <pc:sldChg chg="modSp new mod ord">
        <pc:chgData name="ralph kemp" userId="b9b5e5f6d19aaab0" providerId="LiveId" clId="{A29C7B4F-934B-4D14-826A-A7708455A20A}" dt="2020-06-01T03:37:32.418" v="3612" actId="20577"/>
        <pc:sldMkLst>
          <pc:docMk/>
          <pc:sldMk cId="601660888" sldId="368"/>
        </pc:sldMkLst>
        <pc:spChg chg="mod">
          <ac:chgData name="ralph kemp" userId="b9b5e5f6d19aaab0" providerId="LiveId" clId="{A29C7B4F-934B-4D14-826A-A7708455A20A}" dt="2020-06-01T03:28:20.891" v="3482" actId="14100"/>
          <ac:spMkLst>
            <pc:docMk/>
            <pc:sldMk cId="601660888" sldId="368"/>
            <ac:spMk id="2" creationId="{07908575-1C45-4BFB-B116-0EDC023034AB}"/>
          </ac:spMkLst>
        </pc:spChg>
        <pc:spChg chg="mod">
          <ac:chgData name="ralph kemp" userId="b9b5e5f6d19aaab0" providerId="LiveId" clId="{A29C7B4F-934B-4D14-826A-A7708455A20A}" dt="2020-06-01T03:37:32.418" v="3612" actId="20577"/>
          <ac:spMkLst>
            <pc:docMk/>
            <pc:sldMk cId="601660888" sldId="368"/>
            <ac:spMk id="3" creationId="{4A2BC565-F9F0-41CE-A4F0-7355B520FAA5}"/>
          </ac:spMkLst>
        </pc:spChg>
      </pc:sldChg>
      <pc:sldChg chg="modSp new mod">
        <pc:chgData name="ralph kemp" userId="b9b5e5f6d19aaab0" providerId="LiveId" clId="{A29C7B4F-934B-4D14-826A-A7708455A20A}" dt="2020-06-01T05:09:36.299" v="5281" actId="20577"/>
        <pc:sldMkLst>
          <pc:docMk/>
          <pc:sldMk cId="3361327146" sldId="369"/>
        </pc:sldMkLst>
        <pc:spChg chg="mod">
          <ac:chgData name="ralph kemp" userId="b9b5e5f6d19aaab0" providerId="LiveId" clId="{A29C7B4F-934B-4D14-826A-A7708455A20A}" dt="2020-06-01T05:08:49.596" v="5228" actId="20577"/>
          <ac:spMkLst>
            <pc:docMk/>
            <pc:sldMk cId="3361327146" sldId="369"/>
            <ac:spMk id="2" creationId="{EE7BAE19-4CE6-44A7-8705-011C91E90A2F}"/>
          </ac:spMkLst>
        </pc:spChg>
        <pc:spChg chg="mod">
          <ac:chgData name="ralph kemp" userId="b9b5e5f6d19aaab0" providerId="LiveId" clId="{A29C7B4F-934B-4D14-826A-A7708455A20A}" dt="2020-06-01T05:09:36.299" v="5281" actId="20577"/>
          <ac:spMkLst>
            <pc:docMk/>
            <pc:sldMk cId="3361327146" sldId="369"/>
            <ac:spMk id="3" creationId="{B7A97206-E581-4085-AC1F-3EA999283367}"/>
          </ac:spMkLst>
        </pc:spChg>
      </pc:sldChg>
      <pc:sldChg chg="modSp new mod">
        <pc:chgData name="ralph kemp" userId="b9b5e5f6d19aaab0" providerId="LiveId" clId="{A29C7B4F-934B-4D14-826A-A7708455A20A}" dt="2020-06-01T04:05:36.530" v="4302" actId="20577"/>
        <pc:sldMkLst>
          <pc:docMk/>
          <pc:sldMk cId="1757389547" sldId="370"/>
        </pc:sldMkLst>
        <pc:spChg chg="mod">
          <ac:chgData name="ralph kemp" userId="b9b5e5f6d19aaab0" providerId="LiveId" clId="{A29C7B4F-934B-4D14-826A-A7708455A20A}" dt="2020-06-01T04:05:03.597" v="4292" actId="1076"/>
          <ac:spMkLst>
            <pc:docMk/>
            <pc:sldMk cId="1757389547" sldId="370"/>
            <ac:spMk id="2" creationId="{17EFC0B3-C85E-4B13-8391-BE937DA46827}"/>
          </ac:spMkLst>
        </pc:spChg>
        <pc:spChg chg="mod">
          <ac:chgData name="ralph kemp" userId="b9b5e5f6d19aaab0" providerId="LiveId" clId="{A29C7B4F-934B-4D14-826A-A7708455A20A}" dt="2020-06-01T04:05:36.530" v="4302" actId="20577"/>
          <ac:spMkLst>
            <pc:docMk/>
            <pc:sldMk cId="1757389547" sldId="370"/>
            <ac:spMk id="3" creationId="{90B9F332-F6E6-4173-8F1B-E86EA7B0089E}"/>
          </ac:spMkLst>
        </pc:spChg>
      </pc:sldChg>
      <pc:sldChg chg="modSp new mod">
        <pc:chgData name="ralph kemp" userId="b9b5e5f6d19aaab0" providerId="LiveId" clId="{A29C7B4F-934B-4D14-826A-A7708455A20A}" dt="2020-06-01T04:11:05.860" v="4358" actId="1076"/>
        <pc:sldMkLst>
          <pc:docMk/>
          <pc:sldMk cId="3587715963" sldId="371"/>
        </pc:sldMkLst>
        <pc:spChg chg="mod">
          <ac:chgData name="ralph kemp" userId="b9b5e5f6d19aaab0" providerId="LiveId" clId="{A29C7B4F-934B-4D14-826A-A7708455A20A}" dt="2020-06-01T04:10:37.599" v="4351" actId="242"/>
          <ac:spMkLst>
            <pc:docMk/>
            <pc:sldMk cId="3587715963" sldId="371"/>
            <ac:spMk id="2" creationId="{9B8402EB-46F7-43DF-B19F-535E1A578482}"/>
          </ac:spMkLst>
        </pc:spChg>
        <pc:spChg chg="mod">
          <ac:chgData name="ralph kemp" userId="b9b5e5f6d19aaab0" providerId="LiveId" clId="{A29C7B4F-934B-4D14-826A-A7708455A20A}" dt="2020-06-01T04:11:05.860" v="4358" actId="1076"/>
          <ac:spMkLst>
            <pc:docMk/>
            <pc:sldMk cId="3587715963" sldId="371"/>
            <ac:spMk id="3" creationId="{3375DA01-26A3-4286-B00E-6677D7B9A8D4}"/>
          </ac:spMkLst>
        </pc:spChg>
      </pc:sldChg>
      <pc:sldChg chg="modSp new mod">
        <pc:chgData name="ralph kemp" userId="b9b5e5f6d19aaab0" providerId="LiveId" clId="{A29C7B4F-934B-4D14-826A-A7708455A20A}" dt="2020-06-01T04:24:12.816" v="4469" actId="1076"/>
        <pc:sldMkLst>
          <pc:docMk/>
          <pc:sldMk cId="3274128297" sldId="372"/>
        </pc:sldMkLst>
        <pc:spChg chg="mod">
          <ac:chgData name="ralph kemp" userId="b9b5e5f6d19aaab0" providerId="LiveId" clId="{A29C7B4F-934B-4D14-826A-A7708455A20A}" dt="2020-06-01T04:24:12.816" v="4469" actId="1076"/>
          <ac:spMkLst>
            <pc:docMk/>
            <pc:sldMk cId="3274128297" sldId="372"/>
            <ac:spMk id="2" creationId="{2922A12A-DD96-4167-9DF6-340B49A3F59F}"/>
          </ac:spMkLst>
        </pc:spChg>
        <pc:spChg chg="mod">
          <ac:chgData name="ralph kemp" userId="b9b5e5f6d19aaab0" providerId="LiveId" clId="{A29C7B4F-934B-4D14-826A-A7708455A20A}" dt="2020-06-01T04:24:07.724" v="4468" actId="1076"/>
          <ac:spMkLst>
            <pc:docMk/>
            <pc:sldMk cId="3274128297" sldId="372"/>
            <ac:spMk id="3" creationId="{2F71A59D-9ACE-4937-8835-CB55D70A2FC7}"/>
          </ac:spMkLst>
        </pc:spChg>
      </pc:sldChg>
      <pc:sldChg chg="modSp new mod">
        <pc:chgData name="ralph kemp" userId="b9b5e5f6d19aaab0" providerId="LiveId" clId="{A29C7B4F-934B-4D14-826A-A7708455A20A}" dt="2020-06-01T04:35:09.668" v="4556" actId="1076"/>
        <pc:sldMkLst>
          <pc:docMk/>
          <pc:sldMk cId="496615968" sldId="373"/>
        </pc:sldMkLst>
        <pc:spChg chg="mod">
          <ac:chgData name="ralph kemp" userId="b9b5e5f6d19aaab0" providerId="LiveId" clId="{A29C7B4F-934B-4D14-826A-A7708455A20A}" dt="2020-06-01T04:35:09.668" v="4556" actId="1076"/>
          <ac:spMkLst>
            <pc:docMk/>
            <pc:sldMk cId="496615968" sldId="373"/>
            <ac:spMk id="2" creationId="{7BE82CEB-7BFC-4BA5-A222-7AFE87257DB3}"/>
          </ac:spMkLst>
        </pc:spChg>
        <pc:spChg chg="mod">
          <ac:chgData name="ralph kemp" userId="b9b5e5f6d19aaab0" providerId="LiveId" clId="{A29C7B4F-934B-4D14-826A-A7708455A20A}" dt="2020-06-01T04:31:12.680" v="4538" actId="20577"/>
          <ac:spMkLst>
            <pc:docMk/>
            <pc:sldMk cId="496615968" sldId="373"/>
            <ac:spMk id="3" creationId="{8F70A449-5265-4453-838D-72D90D5514BA}"/>
          </ac:spMkLst>
        </pc:spChg>
      </pc:sldChg>
      <pc:sldChg chg="modSp add mod">
        <pc:chgData name="ralph kemp" userId="b9b5e5f6d19aaab0" providerId="LiveId" clId="{A29C7B4F-934B-4D14-826A-A7708455A20A}" dt="2020-06-01T04:52:14.326" v="5102" actId="123"/>
        <pc:sldMkLst>
          <pc:docMk/>
          <pc:sldMk cId="71382832" sldId="374"/>
        </pc:sldMkLst>
        <pc:spChg chg="mod">
          <ac:chgData name="ralph kemp" userId="b9b5e5f6d19aaab0" providerId="LiveId" clId="{A29C7B4F-934B-4D14-826A-A7708455A20A}" dt="2020-06-01T04:35:15.019" v="4557" actId="1076"/>
          <ac:spMkLst>
            <pc:docMk/>
            <pc:sldMk cId="71382832" sldId="374"/>
            <ac:spMk id="2" creationId="{7BE82CEB-7BFC-4BA5-A222-7AFE87257DB3}"/>
          </ac:spMkLst>
        </pc:spChg>
        <pc:spChg chg="mod">
          <ac:chgData name="ralph kemp" userId="b9b5e5f6d19aaab0" providerId="LiveId" clId="{A29C7B4F-934B-4D14-826A-A7708455A20A}" dt="2020-06-01T04:52:14.326" v="5102" actId="123"/>
          <ac:spMkLst>
            <pc:docMk/>
            <pc:sldMk cId="71382832" sldId="374"/>
            <ac:spMk id="3" creationId="{8F70A449-5265-4453-838D-72D90D5514BA}"/>
          </ac:spMkLst>
        </pc:spChg>
      </pc:sldChg>
      <pc:sldChg chg="modSp new mod">
        <pc:chgData name="ralph kemp" userId="b9b5e5f6d19aaab0" providerId="LiveId" clId="{A29C7B4F-934B-4D14-826A-A7708455A20A}" dt="2020-06-01T05:05:47.291" v="5143" actId="115"/>
        <pc:sldMkLst>
          <pc:docMk/>
          <pc:sldMk cId="1692836413" sldId="375"/>
        </pc:sldMkLst>
        <pc:spChg chg="mod">
          <ac:chgData name="ralph kemp" userId="b9b5e5f6d19aaab0" providerId="LiveId" clId="{A29C7B4F-934B-4D14-826A-A7708455A20A}" dt="2020-06-01T04:48:56.617" v="5007" actId="1076"/>
          <ac:spMkLst>
            <pc:docMk/>
            <pc:sldMk cId="1692836413" sldId="375"/>
            <ac:spMk id="2" creationId="{6CE0038B-4DD7-4B9E-ABB0-4C653B1DDE02}"/>
          </ac:spMkLst>
        </pc:spChg>
        <pc:spChg chg="mod">
          <ac:chgData name="ralph kemp" userId="b9b5e5f6d19aaab0" providerId="LiveId" clId="{A29C7B4F-934B-4D14-826A-A7708455A20A}" dt="2020-06-01T05:05:47.291" v="5143" actId="115"/>
          <ac:spMkLst>
            <pc:docMk/>
            <pc:sldMk cId="1692836413" sldId="375"/>
            <ac:spMk id="3" creationId="{7495A271-2B79-42CD-A9B3-0FDBC0387218}"/>
          </ac:spMkLst>
        </pc:spChg>
      </pc:sldChg>
      <pc:sldChg chg="modSp add mod ord">
        <pc:chgData name="ralph kemp" userId="b9b5e5f6d19aaab0" providerId="LiveId" clId="{A29C7B4F-934B-4D14-826A-A7708455A20A}" dt="2020-06-01T04:43:45.804" v="4904" actId="20577"/>
        <pc:sldMkLst>
          <pc:docMk/>
          <pc:sldMk cId="2064718107" sldId="376"/>
        </pc:sldMkLst>
        <pc:spChg chg="mod">
          <ac:chgData name="ralph kemp" userId="b9b5e5f6d19aaab0" providerId="LiveId" clId="{A29C7B4F-934B-4D14-826A-A7708455A20A}" dt="2020-06-01T04:43:20.916" v="4831" actId="20577"/>
          <ac:spMkLst>
            <pc:docMk/>
            <pc:sldMk cId="2064718107" sldId="376"/>
            <ac:spMk id="2" creationId="{9B8402EB-46F7-43DF-B19F-535E1A578482}"/>
          </ac:spMkLst>
        </pc:spChg>
        <pc:spChg chg="mod">
          <ac:chgData name="ralph kemp" userId="b9b5e5f6d19aaab0" providerId="LiveId" clId="{A29C7B4F-934B-4D14-826A-A7708455A20A}" dt="2020-06-01T04:43:45.804" v="4904" actId="20577"/>
          <ac:spMkLst>
            <pc:docMk/>
            <pc:sldMk cId="2064718107" sldId="376"/>
            <ac:spMk id="3" creationId="{3375DA01-26A3-4286-B00E-6677D7B9A8D4}"/>
          </ac:spMkLst>
        </pc:spChg>
      </pc:sldChg>
      <pc:sldChg chg="modSp add mod">
        <pc:chgData name="ralph kemp" userId="b9b5e5f6d19aaab0" providerId="LiveId" clId="{A29C7B4F-934B-4D14-826A-A7708455A20A}" dt="2020-06-01T04:53:43.791" v="5122" actId="1076"/>
        <pc:sldMkLst>
          <pc:docMk/>
          <pc:sldMk cId="942535379" sldId="377"/>
        </pc:sldMkLst>
        <pc:spChg chg="mod">
          <ac:chgData name="ralph kemp" userId="b9b5e5f6d19aaab0" providerId="LiveId" clId="{A29C7B4F-934B-4D14-826A-A7708455A20A}" dt="2020-06-01T04:53:43.791" v="5122" actId="1076"/>
          <ac:spMkLst>
            <pc:docMk/>
            <pc:sldMk cId="942535379" sldId="377"/>
            <ac:spMk id="2" creationId="{6CE0038B-4DD7-4B9E-ABB0-4C653B1DDE02}"/>
          </ac:spMkLst>
        </pc:spChg>
        <pc:spChg chg="mod">
          <ac:chgData name="ralph kemp" userId="b9b5e5f6d19aaab0" providerId="LiveId" clId="{A29C7B4F-934B-4D14-826A-A7708455A20A}" dt="2020-06-01T04:53:37.561" v="5121" actId="5793"/>
          <ac:spMkLst>
            <pc:docMk/>
            <pc:sldMk cId="942535379" sldId="377"/>
            <ac:spMk id="3" creationId="{7495A271-2B79-42CD-A9B3-0FDBC0387218}"/>
          </ac:spMkLst>
        </pc:spChg>
      </pc:sldChg>
      <pc:sldChg chg="modSp add mod">
        <pc:chgData name="ralph kemp" userId="b9b5e5f6d19aaab0" providerId="LiveId" clId="{A29C7B4F-934B-4D14-826A-A7708455A20A}" dt="2020-06-01T05:16:09.801" v="5420" actId="114"/>
        <pc:sldMkLst>
          <pc:docMk/>
          <pc:sldMk cId="344518562" sldId="378"/>
        </pc:sldMkLst>
        <pc:spChg chg="mod">
          <ac:chgData name="ralph kemp" userId="b9b5e5f6d19aaab0" providerId="LiveId" clId="{A29C7B4F-934B-4D14-826A-A7708455A20A}" dt="2020-06-01T05:12:16.016" v="5385" actId="1076"/>
          <ac:spMkLst>
            <pc:docMk/>
            <pc:sldMk cId="344518562" sldId="378"/>
            <ac:spMk id="2" creationId="{6CE0038B-4DD7-4B9E-ABB0-4C653B1DDE02}"/>
          </ac:spMkLst>
        </pc:spChg>
        <pc:spChg chg="mod">
          <ac:chgData name="ralph kemp" userId="b9b5e5f6d19aaab0" providerId="LiveId" clId="{A29C7B4F-934B-4D14-826A-A7708455A20A}" dt="2020-06-01T05:16:09.801" v="5420" actId="114"/>
          <ac:spMkLst>
            <pc:docMk/>
            <pc:sldMk cId="344518562" sldId="378"/>
            <ac:spMk id="3" creationId="{7495A271-2B79-42CD-A9B3-0FDBC0387218}"/>
          </ac:spMkLst>
        </pc:spChg>
      </pc:sldChg>
      <pc:sldChg chg="modSp add mod">
        <pc:chgData name="ralph kemp" userId="b9b5e5f6d19aaab0" providerId="LiveId" clId="{A29C7B4F-934B-4D14-826A-A7708455A20A}" dt="2020-06-01T05:19:00.438" v="5468" actId="115"/>
        <pc:sldMkLst>
          <pc:docMk/>
          <pc:sldMk cId="4288113910" sldId="379"/>
        </pc:sldMkLst>
        <pc:spChg chg="mod">
          <ac:chgData name="ralph kemp" userId="b9b5e5f6d19aaab0" providerId="LiveId" clId="{A29C7B4F-934B-4D14-826A-A7708455A20A}" dt="2020-06-01T05:15:12.008" v="5414" actId="20577"/>
          <ac:spMkLst>
            <pc:docMk/>
            <pc:sldMk cId="4288113910" sldId="379"/>
            <ac:spMk id="2" creationId="{6CE0038B-4DD7-4B9E-ABB0-4C653B1DDE02}"/>
          </ac:spMkLst>
        </pc:spChg>
        <pc:spChg chg="mod">
          <ac:chgData name="ralph kemp" userId="b9b5e5f6d19aaab0" providerId="LiveId" clId="{A29C7B4F-934B-4D14-826A-A7708455A20A}" dt="2020-06-01T05:19:00.438" v="5468" actId="115"/>
          <ac:spMkLst>
            <pc:docMk/>
            <pc:sldMk cId="4288113910" sldId="379"/>
            <ac:spMk id="3" creationId="{7495A271-2B79-42CD-A9B3-0FDBC0387218}"/>
          </ac:spMkLst>
        </pc:spChg>
      </pc:sldChg>
      <pc:sldChg chg="modSp add mod ord">
        <pc:chgData name="ralph kemp" userId="b9b5e5f6d19aaab0" providerId="LiveId" clId="{A29C7B4F-934B-4D14-826A-A7708455A20A}" dt="2020-06-01T05:30:22.971" v="5831" actId="255"/>
        <pc:sldMkLst>
          <pc:docMk/>
          <pc:sldMk cId="2973172349" sldId="380"/>
        </pc:sldMkLst>
        <pc:spChg chg="mod">
          <ac:chgData name="ralph kemp" userId="b9b5e5f6d19aaab0" providerId="LiveId" clId="{A29C7B4F-934B-4D14-826A-A7708455A20A}" dt="2020-06-01T05:20:19.390" v="5507" actId="20577"/>
          <ac:spMkLst>
            <pc:docMk/>
            <pc:sldMk cId="2973172349" sldId="380"/>
            <ac:spMk id="2" creationId="{9B8402EB-46F7-43DF-B19F-535E1A578482}"/>
          </ac:spMkLst>
        </pc:spChg>
        <pc:spChg chg="mod">
          <ac:chgData name="ralph kemp" userId="b9b5e5f6d19aaab0" providerId="LiveId" clId="{A29C7B4F-934B-4D14-826A-A7708455A20A}" dt="2020-06-01T05:30:22.971" v="5831" actId="255"/>
          <ac:spMkLst>
            <pc:docMk/>
            <pc:sldMk cId="2973172349" sldId="380"/>
            <ac:spMk id="3" creationId="{3375DA01-26A3-4286-B00E-6677D7B9A8D4}"/>
          </ac:spMkLst>
        </pc:spChg>
      </pc:sldChg>
      <pc:sldChg chg="modSp add mod ord">
        <pc:chgData name="ralph kemp" userId="b9b5e5f6d19aaab0" providerId="LiveId" clId="{A29C7B4F-934B-4D14-826A-A7708455A20A}" dt="2020-06-01T05:32:59.598" v="5850" actId="20577"/>
        <pc:sldMkLst>
          <pc:docMk/>
          <pc:sldMk cId="2443015215" sldId="381"/>
        </pc:sldMkLst>
        <pc:spChg chg="mod">
          <ac:chgData name="ralph kemp" userId="b9b5e5f6d19aaab0" providerId="LiveId" clId="{A29C7B4F-934B-4D14-826A-A7708455A20A}" dt="2020-06-01T05:22:31.416" v="5647" actId="20577"/>
          <ac:spMkLst>
            <pc:docMk/>
            <pc:sldMk cId="2443015215" sldId="381"/>
            <ac:spMk id="2" creationId="{6CE0038B-4DD7-4B9E-ABB0-4C653B1DDE02}"/>
          </ac:spMkLst>
        </pc:spChg>
        <pc:spChg chg="mod">
          <ac:chgData name="ralph kemp" userId="b9b5e5f6d19aaab0" providerId="LiveId" clId="{A29C7B4F-934B-4D14-826A-A7708455A20A}" dt="2020-06-01T05:32:59.598" v="5850" actId="20577"/>
          <ac:spMkLst>
            <pc:docMk/>
            <pc:sldMk cId="2443015215" sldId="381"/>
            <ac:spMk id="3" creationId="{7495A271-2B79-42CD-A9B3-0FDBC0387218}"/>
          </ac:spMkLst>
        </pc:spChg>
      </pc:sldChg>
      <pc:sldChg chg="modSp new mod">
        <pc:chgData name="ralph kemp" userId="b9b5e5f6d19aaab0" providerId="LiveId" clId="{A29C7B4F-934B-4D14-826A-A7708455A20A}" dt="2020-06-01T06:00:16.191" v="5950" actId="14100"/>
        <pc:sldMkLst>
          <pc:docMk/>
          <pc:sldMk cId="826154884" sldId="382"/>
        </pc:sldMkLst>
        <pc:spChg chg="mod">
          <ac:chgData name="ralph kemp" userId="b9b5e5f6d19aaab0" providerId="LiveId" clId="{A29C7B4F-934B-4D14-826A-A7708455A20A}" dt="2020-06-01T06:00:16.191" v="5950" actId="14100"/>
          <ac:spMkLst>
            <pc:docMk/>
            <pc:sldMk cId="826154884" sldId="382"/>
            <ac:spMk id="2" creationId="{DC75DCB0-0E87-4C8D-814B-7C79AFC7C4F3}"/>
          </ac:spMkLst>
        </pc:spChg>
        <pc:spChg chg="mod">
          <ac:chgData name="ralph kemp" userId="b9b5e5f6d19aaab0" providerId="LiveId" clId="{A29C7B4F-934B-4D14-826A-A7708455A20A}" dt="2020-06-01T05:58:04.017" v="5912" actId="20577"/>
          <ac:spMkLst>
            <pc:docMk/>
            <pc:sldMk cId="826154884" sldId="382"/>
            <ac:spMk id="3" creationId="{64ED7A10-D128-47DF-BCD4-618A41DE3F8D}"/>
          </ac:spMkLst>
        </pc:spChg>
      </pc:sldChg>
      <pc:sldChg chg="modSp add del mod ord">
        <pc:chgData name="ralph kemp" userId="b9b5e5f6d19aaab0" providerId="LiveId" clId="{A29C7B4F-934B-4D14-826A-A7708455A20A}" dt="2020-06-01T05:55:57.148" v="5858" actId="2696"/>
        <pc:sldMkLst>
          <pc:docMk/>
          <pc:sldMk cId="1561934001" sldId="382"/>
        </pc:sldMkLst>
        <pc:spChg chg="mod">
          <ac:chgData name="ralph kemp" userId="b9b5e5f6d19aaab0" providerId="LiveId" clId="{A29C7B4F-934B-4D14-826A-A7708455A20A}" dt="2020-06-01T05:32:26.805" v="5837" actId="21"/>
          <ac:spMkLst>
            <pc:docMk/>
            <pc:sldMk cId="1561934001" sldId="382"/>
            <ac:spMk id="3" creationId="{7495A271-2B79-42CD-A9B3-0FDBC0387218}"/>
          </ac:spMkLst>
        </pc:spChg>
      </pc:sldChg>
    </pc:docChg>
  </pc:docChgLst>
  <pc:docChgLst>
    <pc:chgData name="ralph kemp" userId="b9b5e5f6d19aaab0" providerId="LiveId" clId="{E76598A3-A913-4822-A8F1-CB075C0F86B7}"/>
    <pc:docChg chg="undo custSel modSld">
      <pc:chgData name="ralph kemp" userId="b9b5e5f6d19aaab0" providerId="LiveId" clId="{E76598A3-A913-4822-A8F1-CB075C0F86B7}" dt="2020-06-01T12:48:45.842" v="293" actId="14100"/>
      <pc:docMkLst>
        <pc:docMk/>
      </pc:docMkLst>
      <pc:sldChg chg="modTransition">
        <pc:chgData name="ralph kemp" userId="b9b5e5f6d19aaab0" providerId="LiveId" clId="{E76598A3-A913-4822-A8F1-CB075C0F86B7}" dt="2020-06-01T12:13:28.752" v="0"/>
        <pc:sldMkLst>
          <pc:docMk/>
          <pc:sldMk cId="2363639681" sldId="259"/>
        </pc:sldMkLst>
      </pc:sldChg>
      <pc:sldChg chg="modTransition">
        <pc:chgData name="ralph kemp" userId="b9b5e5f6d19aaab0" providerId="LiveId" clId="{E76598A3-A913-4822-A8F1-CB075C0F86B7}" dt="2020-06-01T12:13:28.752" v="0"/>
        <pc:sldMkLst>
          <pc:docMk/>
          <pc:sldMk cId="2701221404" sldId="261"/>
        </pc:sldMkLst>
      </pc:sldChg>
      <pc:sldChg chg="modTransition">
        <pc:chgData name="ralph kemp" userId="b9b5e5f6d19aaab0" providerId="LiveId" clId="{E76598A3-A913-4822-A8F1-CB075C0F86B7}" dt="2020-06-01T12:13:28.752" v="0"/>
        <pc:sldMkLst>
          <pc:docMk/>
          <pc:sldMk cId="2547356398" sldId="263"/>
        </pc:sldMkLst>
      </pc:sldChg>
      <pc:sldChg chg="modTransition">
        <pc:chgData name="ralph kemp" userId="b9b5e5f6d19aaab0" providerId="LiveId" clId="{E76598A3-A913-4822-A8F1-CB075C0F86B7}" dt="2020-06-01T12:13:28.752" v="0"/>
        <pc:sldMkLst>
          <pc:docMk/>
          <pc:sldMk cId="862864849" sldId="264"/>
        </pc:sldMkLst>
      </pc:sldChg>
      <pc:sldChg chg="modTransition">
        <pc:chgData name="ralph kemp" userId="b9b5e5f6d19aaab0" providerId="LiveId" clId="{E76598A3-A913-4822-A8F1-CB075C0F86B7}" dt="2020-06-01T12:13:28.752" v="0"/>
        <pc:sldMkLst>
          <pc:docMk/>
          <pc:sldMk cId="1073301653" sldId="265"/>
        </pc:sldMkLst>
      </pc:sldChg>
      <pc:sldChg chg="modTransition">
        <pc:chgData name="ralph kemp" userId="b9b5e5f6d19aaab0" providerId="LiveId" clId="{E76598A3-A913-4822-A8F1-CB075C0F86B7}" dt="2020-06-01T12:13:28.752" v="0"/>
        <pc:sldMkLst>
          <pc:docMk/>
          <pc:sldMk cId="4241626609" sldId="266"/>
        </pc:sldMkLst>
      </pc:sldChg>
      <pc:sldChg chg="modTransition">
        <pc:chgData name="ralph kemp" userId="b9b5e5f6d19aaab0" providerId="LiveId" clId="{E76598A3-A913-4822-A8F1-CB075C0F86B7}" dt="2020-06-01T12:13:28.752" v="0"/>
        <pc:sldMkLst>
          <pc:docMk/>
          <pc:sldMk cId="408362590" sldId="267"/>
        </pc:sldMkLst>
      </pc:sldChg>
      <pc:sldChg chg="modTransition">
        <pc:chgData name="ralph kemp" userId="b9b5e5f6d19aaab0" providerId="LiveId" clId="{E76598A3-A913-4822-A8F1-CB075C0F86B7}" dt="2020-06-01T12:13:28.752" v="0"/>
        <pc:sldMkLst>
          <pc:docMk/>
          <pc:sldMk cId="346588168" sldId="271"/>
        </pc:sldMkLst>
      </pc:sldChg>
      <pc:sldChg chg="modTransition">
        <pc:chgData name="ralph kemp" userId="b9b5e5f6d19aaab0" providerId="LiveId" clId="{E76598A3-A913-4822-A8F1-CB075C0F86B7}" dt="2020-06-01T12:13:28.752" v="0"/>
        <pc:sldMkLst>
          <pc:docMk/>
          <pc:sldMk cId="1755588568" sldId="272"/>
        </pc:sldMkLst>
      </pc:sldChg>
      <pc:sldChg chg="modTransition">
        <pc:chgData name="ralph kemp" userId="b9b5e5f6d19aaab0" providerId="LiveId" clId="{E76598A3-A913-4822-A8F1-CB075C0F86B7}" dt="2020-06-01T12:13:28.752" v="0"/>
        <pc:sldMkLst>
          <pc:docMk/>
          <pc:sldMk cId="3918976556" sldId="273"/>
        </pc:sldMkLst>
      </pc:sldChg>
      <pc:sldChg chg="modTransition">
        <pc:chgData name="ralph kemp" userId="b9b5e5f6d19aaab0" providerId="LiveId" clId="{E76598A3-A913-4822-A8F1-CB075C0F86B7}" dt="2020-06-01T12:13:28.752" v="0"/>
        <pc:sldMkLst>
          <pc:docMk/>
          <pc:sldMk cId="1875805434" sldId="274"/>
        </pc:sldMkLst>
      </pc:sldChg>
      <pc:sldChg chg="modTransition">
        <pc:chgData name="ralph kemp" userId="b9b5e5f6d19aaab0" providerId="LiveId" clId="{E76598A3-A913-4822-A8F1-CB075C0F86B7}" dt="2020-06-01T12:13:28.752" v="0"/>
        <pc:sldMkLst>
          <pc:docMk/>
          <pc:sldMk cId="515912946" sldId="276"/>
        </pc:sldMkLst>
      </pc:sldChg>
      <pc:sldChg chg="modTransition">
        <pc:chgData name="ralph kemp" userId="b9b5e5f6d19aaab0" providerId="LiveId" clId="{E76598A3-A913-4822-A8F1-CB075C0F86B7}" dt="2020-06-01T12:13:28.752" v="0"/>
        <pc:sldMkLst>
          <pc:docMk/>
          <pc:sldMk cId="1072159602" sldId="277"/>
        </pc:sldMkLst>
      </pc:sldChg>
      <pc:sldChg chg="modTransition">
        <pc:chgData name="ralph kemp" userId="b9b5e5f6d19aaab0" providerId="LiveId" clId="{E76598A3-A913-4822-A8F1-CB075C0F86B7}" dt="2020-06-01T12:13:28.752" v="0"/>
        <pc:sldMkLst>
          <pc:docMk/>
          <pc:sldMk cId="3241968902" sldId="278"/>
        </pc:sldMkLst>
      </pc:sldChg>
      <pc:sldChg chg="modTransition">
        <pc:chgData name="ralph kemp" userId="b9b5e5f6d19aaab0" providerId="LiveId" clId="{E76598A3-A913-4822-A8F1-CB075C0F86B7}" dt="2020-06-01T12:13:28.752" v="0"/>
        <pc:sldMkLst>
          <pc:docMk/>
          <pc:sldMk cId="3582666542" sldId="280"/>
        </pc:sldMkLst>
      </pc:sldChg>
      <pc:sldChg chg="modTransition">
        <pc:chgData name="ralph kemp" userId="b9b5e5f6d19aaab0" providerId="LiveId" clId="{E76598A3-A913-4822-A8F1-CB075C0F86B7}" dt="2020-06-01T12:13:28.752" v="0"/>
        <pc:sldMkLst>
          <pc:docMk/>
          <pc:sldMk cId="2948794998" sldId="283"/>
        </pc:sldMkLst>
      </pc:sldChg>
      <pc:sldChg chg="modTransition">
        <pc:chgData name="ralph kemp" userId="b9b5e5f6d19aaab0" providerId="LiveId" clId="{E76598A3-A913-4822-A8F1-CB075C0F86B7}" dt="2020-06-01T12:13:28.752" v="0"/>
        <pc:sldMkLst>
          <pc:docMk/>
          <pc:sldMk cId="1035910379" sldId="284"/>
        </pc:sldMkLst>
      </pc:sldChg>
      <pc:sldChg chg="modTransition">
        <pc:chgData name="ralph kemp" userId="b9b5e5f6d19aaab0" providerId="LiveId" clId="{E76598A3-A913-4822-A8F1-CB075C0F86B7}" dt="2020-06-01T12:13:28.752" v="0"/>
        <pc:sldMkLst>
          <pc:docMk/>
          <pc:sldMk cId="1596027900" sldId="288"/>
        </pc:sldMkLst>
      </pc:sldChg>
      <pc:sldChg chg="modTransition">
        <pc:chgData name="ralph kemp" userId="b9b5e5f6d19aaab0" providerId="LiveId" clId="{E76598A3-A913-4822-A8F1-CB075C0F86B7}" dt="2020-06-01T12:13:28.752" v="0"/>
        <pc:sldMkLst>
          <pc:docMk/>
          <pc:sldMk cId="1944636126" sldId="289"/>
        </pc:sldMkLst>
      </pc:sldChg>
      <pc:sldChg chg="modTransition">
        <pc:chgData name="ralph kemp" userId="b9b5e5f6d19aaab0" providerId="LiveId" clId="{E76598A3-A913-4822-A8F1-CB075C0F86B7}" dt="2020-06-01T12:13:28.752" v="0"/>
        <pc:sldMkLst>
          <pc:docMk/>
          <pc:sldMk cId="578906670" sldId="292"/>
        </pc:sldMkLst>
      </pc:sldChg>
      <pc:sldChg chg="modTransition">
        <pc:chgData name="ralph kemp" userId="b9b5e5f6d19aaab0" providerId="LiveId" clId="{E76598A3-A913-4822-A8F1-CB075C0F86B7}" dt="2020-06-01T12:13:28.752" v="0"/>
        <pc:sldMkLst>
          <pc:docMk/>
          <pc:sldMk cId="2018706929" sldId="298"/>
        </pc:sldMkLst>
      </pc:sldChg>
      <pc:sldChg chg="modTransition">
        <pc:chgData name="ralph kemp" userId="b9b5e5f6d19aaab0" providerId="LiveId" clId="{E76598A3-A913-4822-A8F1-CB075C0F86B7}" dt="2020-06-01T12:13:28.752" v="0"/>
        <pc:sldMkLst>
          <pc:docMk/>
          <pc:sldMk cId="3412516943" sldId="301"/>
        </pc:sldMkLst>
      </pc:sldChg>
      <pc:sldChg chg="modSp mod modTransition">
        <pc:chgData name="ralph kemp" userId="b9b5e5f6d19aaab0" providerId="LiveId" clId="{E76598A3-A913-4822-A8F1-CB075C0F86B7}" dt="2020-06-01T12:39:43.215" v="186" actId="14100"/>
        <pc:sldMkLst>
          <pc:docMk/>
          <pc:sldMk cId="2398991298" sldId="302"/>
        </pc:sldMkLst>
        <pc:spChg chg="mod">
          <ac:chgData name="ralph kemp" userId="b9b5e5f6d19aaab0" providerId="LiveId" clId="{E76598A3-A913-4822-A8F1-CB075C0F86B7}" dt="2020-06-01T12:37:29.902" v="163" actId="1076"/>
          <ac:spMkLst>
            <pc:docMk/>
            <pc:sldMk cId="2398991298" sldId="302"/>
            <ac:spMk id="2" creationId="{00000000-0000-0000-0000-000000000000}"/>
          </ac:spMkLst>
        </pc:spChg>
        <pc:spChg chg="mod">
          <ac:chgData name="ralph kemp" userId="b9b5e5f6d19aaab0" providerId="LiveId" clId="{E76598A3-A913-4822-A8F1-CB075C0F86B7}" dt="2020-06-01T12:39:43.215" v="186" actId="14100"/>
          <ac:spMkLst>
            <pc:docMk/>
            <pc:sldMk cId="2398991298" sldId="302"/>
            <ac:spMk id="3" creationId="{00000000-0000-0000-0000-000000000000}"/>
          </ac:spMkLst>
        </pc:spChg>
      </pc:sldChg>
      <pc:sldChg chg="modSp mod modTransition">
        <pc:chgData name="ralph kemp" userId="b9b5e5f6d19aaab0" providerId="LiveId" clId="{E76598A3-A913-4822-A8F1-CB075C0F86B7}" dt="2020-06-01T12:38:54.565" v="178" actId="1076"/>
        <pc:sldMkLst>
          <pc:docMk/>
          <pc:sldMk cId="222315872" sldId="303"/>
        </pc:sldMkLst>
        <pc:spChg chg="mod">
          <ac:chgData name="ralph kemp" userId="b9b5e5f6d19aaab0" providerId="LiveId" clId="{E76598A3-A913-4822-A8F1-CB075C0F86B7}" dt="2020-06-01T12:38:49.814" v="177" actId="1076"/>
          <ac:spMkLst>
            <pc:docMk/>
            <pc:sldMk cId="222315872" sldId="303"/>
            <ac:spMk id="2" creationId="{00000000-0000-0000-0000-000000000000}"/>
          </ac:spMkLst>
        </pc:spChg>
        <pc:spChg chg="mod">
          <ac:chgData name="ralph kemp" userId="b9b5e5f6d19aaab0" providerId="LiveId" clId="{E76598A3-A913-4822-A8F1-CB075C0F86B7}" dt="2020-06-01T12:38:54.565" v="178" actId="1076"/>
          <ac:spMkLst>
            <pc:docMk/>
            <pc:sldMk cId="222315872" sldId="303"/>
            <ac:spMk id="3" creationId="{00000000-0000-0000-0000-000000000000}"/>
          </ac:spMkLst>
        </pc:spChg>
      </pc:sldChg>
      <pc:sldChg chg="modSp mod modTransition">
        <pc:chgData name="ralph kemp" userId="b9b5e5f6d19aaab0" providerId="LiveId" clId="{E76598A3-A913-4822-A8F1-CB075C0F86B7}" dt="2020-06-01T12:34:11.423" v="146" actId="1076"/>
        <pc:sldMkLst>
          <pc:docMk/>
          <pc:sldMk cId="694610766" sldId="304"/>
        </pc:sldMkLst>
        <pc:spChg chg="mod">
          <ac:chgData name="ralph kemp" userId="b9b5e5f6d19aaab0" providerId="LiveId" clId="{E76598A3-A913-4822-A8F1-CB075C0F86B7}" dt="2020-06-01T12:34:08.069" v="145" actId="1076"/>
          <ac:spMkLst>
            <pc:docMk/>
            <pc:sldMk cId="694610766" sldId="304"/>
            <ac:spMk id="2" creationId="{00000000-0000-0000-0000-000000000000}"/>
          </ac:spMkLst>
        </pc:spChg>
        <pc:picChg chg="mod modCrop">
          <ac:chgData name="ralph kemp" userId="b9b5e5f6d19aaab0" providerId="LiveId" clId="{E76598A3-A913-4822-A8F1-CB075C0F86B7}" dt="2020-06-01T12:34:11.423" v="146" actId="1076"/>
          <ac:picMkLst>
            <pc:docMk/>
            <pc:sldMk cId="694610766" sldId="304"/>
            <ac:picMk id="5" creationId="{00000000-0000-0000-0000-000000000000}"/>
          </ac:picMkLst>
        </pc:picChg>
      </pc:sldChg>
      <pc:sldChg chg="modTransition">
        <pc:chgData name="ralph kemp" userId="b9b5e5f6d19aaab0" providerId="LiveId" clId="{E76598A3-A913-4822-A8F1-CB075C0F86B7}" dt="2020-06-01T12:13:28.752" v="0"/>
        <pc:sldMkLst>
          <pc:docMk/>
          <pc:sldMk cId="4112560276" sldId="305"/>
        </pc:sldMkLst>
      </pc:sldChg>
      <pc:sldChg chg="modSp mod modTransition">
        <pc:chgData name="ralph kemp" userId="b9b5e5f6d19aaab0" providerId="LiveId" clId="{E76598A3-A913-4822-A8F1-CB075C0F86B7}" dt="2020-06-01T12:40:34.110" v="194" actId="1076"/>
        <pc:sldMkLst>
          <pc:docMk/>
          <pc:sldMk cId="2742209578" sldId="306"/>
        </pc:sldMkLst>
        <pc:spChg chg="mod">
          <ac:chgData name="ralph kemp" userId="b9b5e5f6d19aaab0" providerId="LiveId" clId="{E76598A3-A913-4822-A8F1-CB075C0F86B7}" dt="2020-06-01T12:40:18.769" v="191" actId="1076"/>
          <ac:spMkLst>
            <pc:docMk/>
            <pc:sldMk cId="2742209578" sldId="306"/>
            <ac:spMk id="2" creationId="{00000000-0000-0000-0000-000000000000}"/>
          </ac:spMkLst>
        </pc:spChg>
        <pc:spChg chg="mod">
          <ac:chgData name="ralph kemp" userId="b9b5e5f6d19aaab0" providerId="LiveId" clId="{E76598A3-A913-4822-A8F1-CB075C0F86B7}" dt="2020-06-01T12:40:34.110" v="194" actId="1076"/>
          <ac:spMkLst>
            <pc:docMk/>
            <pc:sldMk cId="2742209578" sldId="306"/>
            <ac:spMk id="3" creationId="{00000000-0000-0000-0000-000000000000}"/>
          </ac:spMkLst>
        </pc:spChg>
      </pc:sldChg>
      <pc:sldChg chg="modTransition">
        <pc:chgData name="ralph kemp" userId="b9b5e5f6d19aaab0" providerId="LiveId" clId="{E76598A3-A913-4822-A8F1-CB075C0F86B7}" dt="2020-06-01T12:13:28.752" v="0"/>
        <pc:sldMkLst>
          <pc:docMk/>
          <pc:sldMk cId="2434945104" sldId="308"/>
        </pc:sldMkLst>
      </pc:sldChg>
      <pc:sldChg chg="modTransition">
        <pc:chgData name="ralph kemp" userId="b9b5e5f6d19aaab0" providerId="LiveId" clId="{E76598A3-A913-4822-A8F1-CB075C0F86B7}" dt="2020-06-01T12:13:28.752" v="0"/>
        <pc:sldMkLst>
          <pc:docMk/>
          <pc:sldMk cId="1674193263" sldId="309"/>
        </pc:sldMkLst>
      </pc:sldChg>
      <pc:sldChg chg="modSp mod modTransition">
        <pc:chgData name="ralph kemp" userId="b9b5e5f6d19aaab0" providerId="LiveId" clId="{E76598A3-A913-4822-A8F1-CB075C0F86B7}" dt="2020-06-01T12:41:03.151" v="200" actId="14100"/>
        <pc:sldMkLst>
          <pc:docMk/>
          <pc:sldMk cId="1290577488" sldId="310"/>
        </pc:sldMkLst>
        <pc:spChg chg="mod">
          <ac:chgData name="ralph kemp" userId="b9b5e5f6d19aaab0" providerId="LiveId" clId="{E76598A3-A913-4822-A8F1-CB075C0F86B7}" dt="2020-06-01T12:40:55.917" v="198" actId="1076"/>
          <ac:spMkLst>
            <pc:docMk/>
            <pc:sldMk cId="1290577488" sldId="310"/>
            <ac:spMk id="2" creationId="{00000000-0000-0000-0000-000000000000}"/>
          </ac:spMkLst>
        </pc:spChg>
        <pc:spChg chg="mod">
          <ac:chgData name="ralph kemp" userId="b9b5e5f6d19aaab0" providerId="LiveId" clId="{E76598A3-A913-4822-A8F1-CB075C0F86B7}" dt="2020-06-01T12:41:03.151" v="200" actId="14100"/>
          <ac:spMkLst>
            <pc:docMk/>
            <pc:sldMk cId="1290577488" sldId="310"/>
            <ac:spMk id="3" creationId="{00000000-0000-0000-0000-000000000000}"/>
          </ac:spMkLst>
        </pc:spChg>
      </pc:sldChg>
      <pc:sldChg chg="modTransition">
        <pc:chgData name="ralph kemp" userId="b9b5e5f6d19aaab0" providerId="LiveId" clId="{E76598A3-A913-4822-A8F1-CB075C0F86B7}" dt="2020-06-01T12:13:28.752" v="0"/>
        <pc:sldMkLst>
          <pc:docMk/>
          <pc:sldMk cId="3001452231" sldId="311"/>
        </pc:sldMkLst>
      </pc:sldChg>
      <pc:sldChg chg="modSp mod modTransition">
        <pc:chgData name="ralph kemp" userId="b9b5e5f6d19aaab0" providerId="LiveId" clId="{E76598A3-A913-4822-A8F1-CB075C0F86B7}" dt="2020-06-01T12:22:19.595" v="50" actId="1076"/>
        <pc:sldMkLst>
          <pc:docMk/>
          <pc:sldMk cId="2176367710" sldId="312"/>
        </pc:sldMkLst>
        <pc:spChg chg="mod">
          <ac:chgData name="ralph kemp" userId="b9b5e5f6d19aaab0" providerId="LiveId" clId="{E76598A3-A913-4822-A8F1-CB075C0F86B7}" dt="2020-06-01T12:22:19.595" v="50" actId="1076"/>
          <ac:spMkLst>
            <pc:docMk/>
            <pc:sldMk cId="2176367710" sldId="312"/>
            <ac:spMk id="2" creationId="{00000000-0000-0000-0000-000000000000}"/>
          </ac:spMkLst>
        </pc:spChg>
        <pc:spChg chg="mod">
          <ac:chgData name="ralph kemp" userId="b9b5e5f6d19aaab0" providerId="LiveId" clId="{E76598A3-A913-4822-A8F1-CB075C0F86B7}" dt="2020-06-01T12:22:14.133" v="48" actId="1076"/>
          <ac:spMkLst>
            <pc:docMk/>
            <pc:sldMk cId="2176367710" sldId="312"/>
            <ac:spMk id="3" creationId="{00000000-0000-0000-0000-000000000000}"/>
          </ac:spMkLst>
        </pc:spChg>
      </pc:sldChg>
      <pc:sldChg chg="modTransition">
        <pc:chgData name="ralph kemp" userId="b9b5e5f6d19aaab0" providerId="LiveId" clId="{E76598A3-A913-4822-A8F1-CB075C0F86B7}" dt="2020-06-01T12:13:28.752" v="0"/>
        <pc:sldMkLst>
          <pc:docMk/>
          <pc:sldMk cId="3918392554" sldId="313"/>
        </pc:sldMkLst>
      </pc:sldChg>
      <pc:sldChg chg="modTransition">
        <pc:chgData name="ralph kemp" userId="b9b5e5f6d19aaab0" providerId="LiveId" clId="{E76598A3-A913-4822-A8F1-CB075C0F86B7}" dt="2020-06-01T12:13:28.752" v="0"/>
        <pc:sldMkLst>
          <pc:docMk/>
          <pc:sldMk cId="2550916923" sldId="315"/>
        </pc:sldMkLst>
      </pc:sldChg>
      <pc:sldChg chg="modSp mod modTransition">
        <pc:chgData name="ralph kemp" userId="b9b5e5f6d19aaab0" providerId="LiveId" clId="{E76598A3-A913-4822-A8F1-CB075C0F86B7}" dt="2020-06-01T12:42:46.365" v="223" actId="1076"/>
        <pc:sldMkLst>
          <pc:docMk/>
          <pc:sldMk cId="1425193999" sldId="317"/>
        </pc:sldMkLst>
        <pc:spChg chg="mod">
          <ac:chgData name="ralph kemp" userId="b9b5e5f6d19aaab0" providerId="LiveId" clId="{E76598A3-A913-4822-A8F1-CB075C0F86B7}" dt="2020-06-01T12:42:38.008" v="220" actId="1076"/>
          <ac:spMkLst>
            <pc:docMk/>
            <pc:sldMk cId="1425193999" sldId="317"/>
            <ac:spMk id="2" creationId="{00000000-0000-0000-0000-000000000000}"/>
          </ac:spMkLst>
        </pc:spChg>
        <pc:spChg chg="mod">
          <ac:chgData name="ralph kemp" userId="b9b5e5f6d19aaab0" providerId="LiveId" clId="{E76598A3-A913-4822-A8F1-CB075C0F86B7}" dt="2020-06-01T12:42:46.365" v="223" actId="1076"/>
          <ac:spMkLst>
            <pc:docMk/>
            <pc:sldMk cId="1425193999" sldId="317"/>
            <ac:spMk id="3" creationId="{00000000-0000-0000-0000-000000000000}"/>
          </ac:spMkLst>
        </pc:spChg>
      </pc:sldChg>
      <pc:sldChg chg="modTransition">
        <pc:chgData name="ralph kemp" userId="b9b5e5f6d19aaab0" providerId="LiveId" clId="{E76598A3-A913-4822-A8F1-CB075C0F86B7}" dt="2020-06-01T12:13:28.752" v="0"/>
        <pc:sldMkLst>
          <pc:docMk/>
          <pc:sldMk cId="264504982" sldId="318"/>
        </pc:sldMkLst>
      </pc:sldChg>
      <pc:sldChg chg="modSp mod modTransition">
        <pc:chgData name="ralph kemp" userId="b9b5e5f6d19aaab0" providerId="LiveId" clId="{E76598A3-A913-4822-A8F1-CB075C0F86B7}" dt="2020-06-01T12:43:21.503" v="230" actId="14100"/>
        <pc:sldMkLst>
          <pc:docMk/>
          <pc:sldMk cId="2287186540" sldId="319"/>
        </pc:sldMkLst>
        <pc:spChg chg="mod">
          <ac:chgData name="ralph kemp" userId="b9b5e5f6d19aaab0" providerId="LiveId" clId="{E76598A3-A913-4822-A8F1-CB075C0F86B7}" dt="2020-06-01T12:43:14.236" v="228" actId="1076"/>
          <ac:spMkLst>
            <pc:docMk/>
            <pc:sldMk cId="2287186540" sldId="319"/>
            <ac:spMk id="2" creationId="{00000000-0000-0000-0000-000000000000}"/>
          </ac:spMkLst>
        </pc:spChg>
        <pc:spChg chg="mod">
          <ac:chgData name="ralph kemp" userId="b9b5e5f6d19aaab0" providerId="LiveId" clId="{E76598A3-A913-4822-A8F1-CB075C0F86B7}" dt="2020-06-01T12:43:21.503" v="230" actId="14100"/>
          <ac:spMkLst>
            <pc:docMk/>
            <pc:sldMk cId="2287186540" sldId="319"/>
            <ac:spMk id="3" creationId="{00000000-0000-0000-0000-000000000000}"/>
          </ac:spMkLst>
        </pc:spChg>
      </pc:sldChg>
      <pc:sldChg chg="modSp mod modTransition">
        <pc:chgData name="ralph kemp" userId="b9b5e5f6d19aaab0" providerId="LiveId" clId="{E76598A3-A913-4822-A8F1-CB075C0F86B7}" dt="2020-06-01T12:43:52.261" v="236" actId="14100"/>
        <pc:sldMkLst>
          <pc:docMk/>
          <pc:sldMk cId="2398188027" sldId="320"/>
        </pc:sldMkLst>
        <pc:spChg chg="mod">
          <ac:chgData name="ralph kemp" userId="b9b5e5f6d19aaab0" providerId="LiveId" clId="{E76598A3-A913-4822-A8F1-CB075C0F86B7}" dt="2020-06-01T12:43:45.400" v="234" actId="1076"/>
          <ac:spMkLst>
            <pc:docMk/>
            <pc:sldMk cId="2398188027" sldId="320"/>
            <ac:spMk id="2" creationId="{00000000-0000-0000-0000-000000000000}"/>
          </ac:spMkLst>
        </pc:spChg>
        <pc:spChg chg="mod">
          <ac:chgData name="ralph kemp" userId="b9b5e5f6d19aaab0" providerId="LiveId" clId="{E76598A3-A913-4822-A8F1-CB075C0F86B7}" dt="2020-06-01T12:43:52.261" v="236" actId="14100"/>
          <ac:spMkLst>
            <pc:docMk/>
            <pc:sldMk cId="2398188027" sldId="320"/>
            <ac:spMk id="3" creationId="{00000000-0000-0000-0000-000000000000}"/>
          </ac:spMkLst>
        </pc:spChg>
      </pc:sldChg>
      <pc:sldChg chg="modSp mod modTransition">
        <pc:chgData name="ralph kemp" userId="b9b5e5f6d19aaab0" providerId="LiveId" clId="{E76598A3-A913-4822-A8F1-CB075C0F86B7}" dt="2020-06-01T12:41:42.326" v="207" actId="14100"/>
        <pc:sldMkLst>
          <pc:docMk/>
          <pc:sldMk cId="1232176280" sldId="321"/>
        </pc:sldMkLst>
        <pc:spChg chg="mod">
          <ac:chgData name="ralph kemp" userId="b9b5e5f6d19aaab0" providerId="LiveId" clId="{E76598A3-A913-4822-A8F1-CB075C0F86B7}" dt="2020-06-01T12:41:35.199" v="205" actId="1076"/>
          <ac:spMkLst>
            <pc:docMk/>
            <pc:sldMk cId="1232176280" sldId="321"/>
            <ac:spMk id="2" creationId="{00000000-0000-0000-0000-000000000000}"/>
          </ac:spMkLst>
        </pc:spChg>
        <pc:spChg chg="mod">
          <ac:chgData name="ralph kemp" userId="b9b5e5f6d19aaab0" providerId="LiveId" clId="{E76598A3-A913-4822-A8F1-CB075C0F86B7}" dt="2020-06-01T12:41:42.326" v="207" actId="14100"/>
          <ac:spMkLst>
            <pc:docMk/>
            <pc:sldMk cId="1232176280" sldId="321"/>
            <ac:spMk id="3" creationId="{00000000-0000-0000-0000-000000000000}"/>
          </ac:spMkLst>
        </pc:spChg>
      </pc:sldChg>
      <pc:sldChg chg="modTransition">
        <pc:chgData name="ralph kemp" userId="b9b5e5f6d19aaab0" providerId="LiveId" clId="{E76598A3-A913-4822-A8F1-CB075C0F86B7}" dt="2020-06-01T12:13:28.752" v="0"/>
        <pc:sldMkLst>
          <pc:docMk/>
          <pc:sldMk cId="3929557409" sldId="322"/>
        </pc:sldMkLst>
      </pc:sldChg>
      <pc:sldChg chg="modTransition">
        <pc:chgData name="ralph kemp" userId="b9b5e5f6d19aaab0" providerId="LiveId" clId="{E76598A3-A913-4822-A8F1-CB075C0F86B7}" dt="2020-06-01T12:13:28.752" v="0"/>
        <pc:sldMkLst>
          <pc:docMk/>
          <pc:sldMk cId="4134885952" sldId="323"/>
        </pc:sldMkLst>
      </pc:sldChg>
      <pc:sldChg chg="modSp mod modTransition">
        <pc:chgData name="ralph kemp" userId="b9b5e5f6d19aaab0" providerId="LiveId" clId="{E76598A3-A913-4822-A8F1-CB075C0F86B7}" dt="2020-06-01T12:42:17.996" v="215" actId="1076"/>
        <pc:sldMkLst>
          <pc:docMk/>
          <pc:sldMk cId="4136516791" sldId="324"/>
        </pc:sldMkLst>
        <pc:spChg chg="mod">
          <ac:chgData name="ralph kemp" userId="b9b5e5f6d19aaab0" providerId="LiveId" clId="{E76598A3-A913-4822-A8F1-CB075C0F86B7}" dt="2020-06-01T12:42:09.599" v="212" actId="1076"/>
          <ac:spMkLst>
            <pc:docMk/>
            <pc:sldMk cId="4136516791" sldId="324"/>
            <ac:spMk id="2" creationId="{00000000-0000-0000-0000-000000000000}"/>
          </ac:spMkLst>
        </pc:spChg>
        <pc:spChg chg="mod">
          <ac:chgData name="ralph kemp" userId="b9b5e5f6d19aaab0" providerId="LiveId" clId="{E76598A3-A913-4822-A8F1-CB075C0F86B7}" dt="2020-06-01T12:42:17.996" v="215" actId="1076"/>
          <ac:spMkLst>
            <pc:docMk/>
            <pc:sldMk cId="4136516791" sldId="324"/>
            <ac:spMk id="3" creationId="{00000000-0000-0000-0000-000000000000}"/>
          </ac:spMkLst>
        </pc:spChg>
      </pc:sldChg>
      <pc:sldChg chg="modSp mod modTransition">
        <pc:chgData name="ralph kemp" userId="b9b5e5f6d19aaab0" providerId="LiveId" clId="{E76598A3-A913-4822-A8F1-CB075C0F86B7}" dt="2020-06-01T12:44:33.906" v="243" actId="14100"/>
        <pc:sldMkLst>
          <pc:docMk/>
          <pc:sldMk cId="1160497468" sldId="326"/>
        </pc:sldMkLst>
        <pc:spChg chg="mod">
          <ac:chgData name="ralph kemp" userId="b9b5e5f6d19aaab0" providerId="LiveId" clId="{E76598A3-A913-4822-A8F1-CB075C0F86B7}" dt="2020-06-01T12:44:26.597" v="241" actId="1076"/>
          <ac:spMkLst>
            <pc:docMk/>
            <pc:sldMk cId="1160497468" sldId="326"/>
            <ac:spMk id="2" creationId="{00000000-0000-0000-0000-000000000000}"/>
          </ac:spMkLst>
        </pc:spChg>
        <pc:spChg chg="mod">
          <ac:chgData name="ralph kemp" userId="b9b5e5f6d19aaab0" providerId="LiveId" clId="{E76598A3-A913-4822-A8F1-CB075C0F86B7}" dt="2020-06-01T12:44:33.906" v="243" actId="14100"/>
          <ac:spMkLst>
            <pc:docMk/>
            <pc:sldMk cId="1160497468" sldId="326"/>
            <ac:spMk id="3" creationId="{00000000-0000-0000-0000-000000000000}"/>
          </ac:spMkLst>
        </pc:spChg>
      </pc:sldChg>
      <pc:sldChg chg="modTransition">
        <pc:chgData name="ralph kemp" userId="b9b5e5f6d19aaab0" providerId="LiveId" clId="{E76598A3-A913-4822-A8F1-CB075C0F86B7}" dt="2020-06-01T12:13:28.752" v="0"/>
        <pc:sldMkLst>
          <pc:docMk/>
          <pc:sldMk cId="3151281634" sldId="327"/>
        </pc:sldMkLst>
      </pc:sldChg>
      <pc:sldChg chg="modTransition">
        <pc:chgData name="ralph kemp" userId="b9b5e5f6d19aaab0" providerId="LiveId" clId="{E76598A3-A913-4822-A8F1-CB075C0F86B7}" dt="2020-06-01T12:13:28.752" v="0"/>
        <pc:sldMkLst>
          <pc:docMk/>
          <pc:sldMk cId="971539953" sldId="328"/>
        </pc:sldMkLst>
      </pc:sldChg>
      <pc:sldChg chg="modTransition">
        <pc:chgData name="ralph kemp" userId="b9b5e5f6d19aaab0" providerId="LiveId" clId="{E76598A3-A913-4822-A8F1-CB075C0F86B7}" dt="2020-06-01T12:13:28.752" v="0"/>
        <pc:sldMkLst>
          <pc:docMk/>
          <pc:sldMk cId="2557532438" sldId="329"/>
        </pc:sldMkLst>
      </pc:sldChg>
      <pc:sldChg chg="modTransition">
        <pc:chgData name="ralph kemp" userId="b9b5e5f6d19aaab0" providerId="LiveId" clId="{E76598A3-A913-4822-A8F1-CB075C0F86B7}" dt="2020-06-01T12:13:28.752" v="0"/>
        <pc:sldMkLst>
          <pc:docMk/>
          <pc:sldMk cId="1863611705" sldId="331"/>
        </pc:sldMkLst>
      </pc:sldChg>
      <pc:sldChg chg="modTransition">
        <pc:chgData name="ralph kemp" userId="b9b5e5f6d19aaab0" providerId="LiveId" clId="{E76598A3-A913-4822-A8F1-CB075C0F86B7}" dt="2020-06-01T12:13:28.752" v="0"/>
        <pc:sldMkLst>
          <pc:docMk/>
          <pc:sldMk cId="4227298669" sldId="332"/>
        </pc:sldMkLst>
      </pc:sldChg>
      <pc:sldChg chg="modTransition">
        <pc:chgData name="ralph kemp" userId="b9b5e5f6d19aaab0" providerId="LiveId" clId="{E76598A3-A913-4822-A8F1-CB075C0F86B7}" dt="2020-06-01T12:13:28.752" v="0"/>
        <pc:sldMkLst>
          <pc:docMk/>
          <pc:sldMk cId="2475952560" sldId="333"/>
        </pc:sldMkLst>
      </pc:sldChg>
      <pc:sldChg chg="modTransition">
        <pc:chgData name="ralph kemp" userId="b9b5e5f6d19aaab0" providerId="LiveId" clId="{E76598A3-A913-4822-A8F1-CB075C0F86B7}" dt="2020-06-01T12:13:28.752" v="0"/>
        <pc:sldMkLst>
          <pc:docMk/>
          <pc:sldMk cId="264528751" sldId="335"/>
        </pc:sldMkLst>
      </pc:sldChg>
      <pc:sldChg chg="modSp mod modTransition">
        <pc:chgData name="ralph kemp" userId="b9b5e5f6d19aaab0" providerId="LiveId" clId="{E76598A3-A913-4822-A8F1-CB075C0F86B7}" dt="2020-06-01T12:45:06.321" v="249" actId="14100"/>
        <pc:sldMkLst>
          <pc:docMk/>
          <pc:sldMk cId="3839753162" sldId="337"/>
        </pc:sldMkLst>
        <pc:spChg chg="mod">
          <ac:chgData name="ralph kemp" userId="b9b5e5f6d19aaab0" providerId="LiveId" clId="{E76598A3-A913-4822-A8F1-CB075C0F86B7}" dt="2020-06-01T12:45:00.045" v="247" actId="1076"/>
          <ac:spMkLst>
            <pc:docMk/>
            <pc:sldMk cId="3839753162" sldId="337"/>
            <ac:spMk id="2" creationId="{00000000-0000-0000-0000-000000000000}"/>
          </ac:spMkLst>
        </pc:spChg>
        <pc:spChg chg="mod">
          <ac:chgData name="ralph kemp" userId="b9b5e5f6d19aaab0" providerId="LiveId" clId="{E76598A3-A913-4822-A8F1-CB075C0F86B7}" dt="2020-06-01T12:45:06.321" v="249" actId="14100"/>
          <ac:spMkLst>
            <pc:docMk/>
            <pc:sldMk cId="3839753162" sldId="337"/>
            <ac:spMk id="3" creationId="{00000000-0000-0000-0000-000000000000}"/>
          </ac:spMkLst>
        </pc:spChg>
      </pc:sldChg>
      <pc:sldChg chg="modTransition">
        <pc:chgData name="ralph kemp" userId="b9b5e5f6d19aaab0" providerId="LiveId" clId="{E76598A3-A913-4822-A8F1-CB075C0F86B7}" dt="2020-06-01T12:13:28.752" v="0"/>
        <pc:sldMkLst>
          <pc:docMk/>
          <pc:sldMk cId="2972049134" sldId="338"/>
        </pc:sldMkLst>
      </pc:sldChg>
      <pc:sldChg chg="modTransition">
        <pc:chgData name="ralph kemp" userId="b9b5e5f6d19aaab0" providerId="LiveId" clId="{E76598A3-A913-4822-A8F1-CB075C0F86B7}" dt="2020-06-01T12:13:28.752" v="0"/>
        <pc:sldMkLst>
          <pc:docMk/>
          <pc:sldMk cId="3284780536" sldId="341"/>
        </pc:sldMkLst>
      </pc:sldChg>
      <pc:sldChg chg="modTransition">
        <pc:chgData name="ralph kemp" userId="b9b5e5f6d19aaab0" providerId="LiveId" clId="{E76598A3-A913-4822-A8F1-CB075C0F86B7}" dt="2020-06-01T12:13:28.752" v="0"/>
        <pc:sldMkLst>
          <pc:docMk/>
          <pc:sldMk cId="328619256" sldId="342"/>
        </pc:sldMkLst>
      </pc:sldChg>
      <pc:sldChg chg="modTransition">
        <pc:chgData name="ralph kemp" userId="b9b5e5f6d19aaab0" providerId="LiveId" clId="{E76598A3-A913-4822-A8F1-CB075C0F86B7}" dt="2020-06-01T12:13:28.752" v="0"/>
        <pc:sldMkLst>
          <pc:docMk/>
          <pc:sldMk cId="1643734443" sldId="343"/>
        </pc:sldMkLst>
      </pc:sldChg>
      <pc:sldChg chg="modTransition">
        <pc:chgData name="ralph kemp" userId="b9b5e5f6d19aaab0" providerId="LiveId" clId="{E76598A3-A913-4822-A8F1-CB075C0F86B7}" dt="2020-06-01T12:13:28.752" v="0"/>
        <pc:sldMkLst>
          <pc:docMk/>
          <pc:sldMk cId="1599361600" sldId="344"/>
        </pc:sldMkLst>
      </pc:sldChg>
      <pc:sldChg chg="modSp mod modTransition">
        <pc:chgData name="ralph kemp" userId="b9b5e5f6d19aaab0" providerId="LiveId" clId="{E76598A3-A913-4822-A8F1-CB075C0F86B7}" dt="2020-06-01T12:45:38.832" v="257" actId="14100"/>
        <pc:sldMkLst>
          <pc:docMk/>
          <pc:sldMk cId="645575516" sldId="345"/>
        </pc:sldMkLst>
        <pc:spChg chg="mod">
          <ac:chgData name="ralph kemp" userId="b9b5e5f6d19aaab0" providerId="LiveId" clId="{E76598A3-A913-4822-A8F1-CB075C0F86B7}" dt="2020-06-01T12:45:31.614" v="255" actId="1076"/>
          <ac:spMkLst>
            <pc:docMk/>
            <pc:sldMk cId="645575516" sldId="345"/>
            <ac:spMk id="2" creationId="{00000000-0000-0000-0000-000000000000}"/>
          </ac:spMkLst>
        </pc:spChg>
        <pc:spChg chg="mod">
          <ac:chgData name="ralph kemp" userId="b9b5e5f6d19aaab0" providerId="LiveId" clId="{E76598A3-A913-4822-A8F1-CB075C0F86B7}" dt="2020-06-01T12:45:38.832" v="257" actId="14100"/>
          <ac:spMkLst>
            <pc:docMk/>
            <pc:sldMk cId="645575516" sldId="345"/>
            <ac:spMk id="3" creationId="{00000000-0000-0000-0000-000000000000}"/>
          </ac:spMkLst>
        </pc:spChg>
      </pc:sldChg>
      <pc:sldChg chg="modTransition">
        <pc:chgData name="ralph kemp" userId="b9b5e5f6d19aaab0" providerId="LiveId" clId="{E76598A3-A913-4822-A8F1-CB075C0F86B7}" dt="2020-06-01T12:13:28.752" v="0"/>
        <pc:sldMkLst>
          <pc:docMk/>
          <pc:sldMk cId="1331112328" sldId="346"/>
        </pc:sldMkLst>
      </pc:sldChg>
      <pc:sldChg chg="modSp mod modTransition">
        <pc:chgData name="ralph kemp" userId="b9b5e5f6d19aaab0" providerId="LiveId" clId="{E76598A3-A913-4822-A8F1-CB075C0F86B7}" dt="2020-06-01T12:46:42.448" v="270" actId="14100"/>
        <pc:sldMkLst>
          <pc:docMk/>
          <pc:sldMk cId="1507173055" sldId="347"/>
        </pc:sldMkLst>
        <pc:spChg chg="mod">
          <ac:chgData name="ralph kemp" userId="b9b5e5f6d19aaab0" providerId="LiveId" clId="{E76598A3-A913-4822-A8F1-CB075C0F86B7}" dt="2020-06-01T12:45:59.684" v="261" actId="1076"/>
          <ac:spMkLst>
            <pc:docMk/>
            <pc:sldMk cId="1507173055" sldId="347"/>
            <ac:spMk id="2" creationId="{00000000-0000-0000-0000-000000000000}"/>
          </ac:spMkLst>
        </pc:spChg>
        <pc:spChg chg="mod">
          <ac:chgData name="ralph kemp" userId="b9b5e5f6d19aaab0" providerId="LiveId" clId="{E76598A3-A913-4822-A8F1-CB075C0F86B7}" dt="2020-06-01T12:46:42.448" v="270" actId="14100"/>
          <ac:spMkLst>
            <pc:docMk/>
            <pc:sldMk cId="1507173055" sldId="347"/>
            <ac:spMk id="3" creationId="{00000000-0000-0000-0000-000000000000}"/>
          </ac:spMkLst>
        </pc:spChg>
      </pc:sldChg>
      <pc:sldChg chg="modTransition">
        <pc:chgData name="ralph kemp" userId="b9b5e5f6d19aaab0" providerId="LiveId" clId="{E76598A3-A913-4822-A8F1-CB075C0F86B7}" dt="2020-06-01T12:13:28.752" v="0"/>
        <pc:sldMkLst>
          <pc:docMk/>
          <pc:sldMk cId="2304467881" sldId="348"/>
        </pc:sldMkLst>
      </pc:sldChg>
      <pc:sldChg chg="modTransition">
        <pc:chgData name="ralph kemp" userId="b9b5e5f6d19aaab0" providerId="LiveId" clId="{E76598A3-A913-4822-A8F1-CB075C0F86B7}" dt="2020-06-01T12:13:28.752" v="0"/>
        <pc:sldMkLst>
          <pc:docMk/>
          <pc:sldMk cId="3850330184" sldId="350"/>
        </pc:sldMkLst>
      </pc:sldChg>
      <pc:sldChg chg="modTransition">
        <pc:chgData name="ralph kemp" userId="b9b5e5f6d19aaab0" providerId="LiveId" clId="{E76598A3-A913-4822-A8F1-CB075C0F86B7}" dt="2020-06-01T12:13:28.752" v="0"/>
        <pc:sldMkLst>
          <pc:docMk/>
          <pc:sldMk cId="1934171882" sldId="351"/>
        </pc:sldMkLst>
      </pc:sldChg>
      <pc:sldChg chg="modSp mod modTransition">
        <pc:chgData name="ralph kemp" userId="b9b5e5f6d19aaab0" providerId="LiveId" clId="{E76598A3-A913-4822-A8F1-CB075C0F86B7}" dt="2020-06-01T12:46:34.445" v="269" actId="14100"/>
        <pc:sldMkLst>
          <pc:docMk/>
          <pc:sldMk cId="4205939445" sldId="352"/>
        </pc:sldMkLst>
        <pc:spChg chg="mod">
          <ac:chgData name="ralph kemp" userId="b9b5e5f6d19aaab0" providerId="LiveId" clId="{E76598A3-A913-4822-A8F1-CB075C0F86B7}" dt="2020-06-01T12:46:27.286" v="267" actId="1076"/>
          <ac:spMkLst>
            <pc:docMk/>
            <pc:sldMk cId="4205939445" sldId="352"/>
            <ac:spMk id="2" creationId="{00000000-0000-0000-0000-000000000000}"/>
          </ac:spMkLst>
        </pc:spChg>
        <pc:spChg chg="mod">
          <ac:chgData name="ralph kemp" userId="b9b5e5f6d19aaab0" providerId="LiveId" clId="{E76598A3-A913-4822-A8F1-CB075C0F86B7}" dt="2020-06-01T12:46:34.445" v="269" actId="14100"/>
          <ac:spMkLst>
            <pc:docMk/>
            <pc:sldMk cId="4205939445" sldId="352"/>
            <ac:spMk id="3" creationId="{00000000-0000-0000-0000-000000000000}"/>
          </ac:spMkLst>
        </pc:spChg>
      </pc:sldChg>
      <pc:sldChg chg="modTransition">
        <pc:chgData name="ralph kemp" userId="b9b5e5f6d19aaab0" providerId="LiveId" clId="{E76598A3-A913-4822-A8F1-CB075C0F86B7}" dt="2020-06-01T12:13:28.752" v="0"/>
        <pc:sldMkLst>
          <pc:docMk/>
          <pc:sldMk cId="2567278368" sldId="353"/>
        </pc:sldMkLst>
      </pc:sldChg>
      <pc:sldChg chg="modTransition">
        <pc:chgData name="ralph kemp" userId="b9b5e5f6d19aaab0" providerId="LiveId" clId="{E76598A3-A913-4822-A8F1-CB075C0F86B7}" dt="2020-06-01T12:13:28.752" v="0"/>
        <pc:sldMkLst>
          <pc:docMk/>
          <pc:sldMk cId="766531159" sldId="354"/>
        </pc:sldMkLst>
      </pc:sldChg>
      <pc:sldChg chg="modTransition">
        <pc:chgData name="ralph kemp" userId="b9b5e5f6d19aaab0" providerId="LiveId" clId="{E76598A3-A913-4822-A8F1-CB075C0F86B7}" dt="2020-06-01T12:13:28.752" v="0"/>
        <pc:sldMkLst>
          <pc:docMk/>
          <pc:sldMk cId="1936610978" sldId="355"/>
        </pc:sldMkLst>
      </pc:sldChg>
      <pc:sldChg chg="modTransition">
        <pc:chgData name="ralph kemp" userId="b9b5e5f6d19aaab0" providerId="LiveId" clId="{E76598A3-A913-4822-A8F1-CB075C0F86B7}" dt="2020-06-01T12:13:28.752" v="0"/>
        <pc:sldMkLst>
          <pc:docMk/>
          <pc:sldMk cId="2483444541" sldId="357"/>
        </pc:sldMkLst>
      </pc:sldChg>
      <pc:sldChg chg="modTransition">
        <pc:chgData name="ralph kemp" userId="b9b5e5f6d19aaab0" providerId="LiveId" clId="{E76598A3-A913-4822-A8F1-CB075C0F86B7}" dt="2020-06-01T12:13:28.752" v="0"/>
        <pc:sldMkLst>
          <pc:docMk/>
          <pc:sldMk cId="3732397597" sldId="358"/>
        </pc:sldMkLst>
      </pc:sldChg>
      <pc:sldChg chg="modSp mod modTransition">
        <pc:chgData name="ralph kemp" userId="b9b5e5f6d19aaab0" providerId="LiveId" clId="{E76598A3-A913-4822-A8F1-CB075C0F86B7}" dt="2020-06-01T12:34:30.686" v="148" actId="1076"/>
        <pc:sldMkLst>
          <pc:docMk/>
          <pc:sldMk cId="3567683259" sldId="361"/>
        </pc:sldMkLst>
        <pc:spChg chg="mod">
          <ac:chgData name="ralph kemp" userId="b9b5e5f6d19aaab0" providerId="LiveId" clId="{E76598A3-A913-4822-A8F1-CB075C0F86B7}" dt="2020-06-01T12:34:23.796" v="147" actId="1076"/>
          <ac:spMkLst>
            <pc:docMk/>
            <pc:sldMk cId="3567683259" sldId="361"/>
            <ac:spMk id="2" creationId="{68CDBF0D-96A8-41AB-A5B9-5E09640AB07B}"/>
          </ac:spMkLst>
        </pc:spChg>
        <pc:spChg chg="mod">
          <ac:chgData name="ralph kemp" userId="b9b5e5f6d19aaab0" providerId="LiveId" clId="{E76598A3-A913-4822-A8F1-CB075C0F86B7}" dt="2020-06-01T12:34:30.686" v="148" actId="1076"/>
          <ac:spMkLst>
            <pc:docMk/>
            <pc:sldMk cId="3567683259" sldId="361"/>
            <ac:spMk id="3" creationId="{D1B07D69-A409-49B8-91B9-8AE6AA720E1D}"/>
          </ac:spMkLst>
        </pc:spChg>
      </pc:sldChg>
      <pc:sldChg chg="modTransition">
        <pc:chgData name="ralph kemp" userId="b9b5e5f6d19aaab0" providerId="LiveId" clId="{E76598A3-A913-4822-A8F1-CB075C0F86B7}" dt="2020-06-01T12:13:28.752" v="0"/>
        <pc:sldMkLst>
          <pc:docMk/>
          <pc:sldMk cId="1703884431" sldId="362"/>
        </pc:sldMkLst>
      </pc:sldChg>
      <pc:sldChg chg="modTransition">
        <pc:chgData name="ralph kemp" userId="b9b5e5f6d19aaab0" providerId="LiveId" clId="{E76598A3-A913-4822-A8F1-CB075C0F86B7}" dt="2020-06-01T12:13:28.752" v="0"/>
        <pc:sldMkLst>
          <pc:docMk/>
          <pc:sldMk cId="4222241252" sldId="363"/>
        </pc:sldMkLst>
      </pc:sldChg>
      <pc:sldChg chg="modTransition">
        <pc:chgData name="ralph kemp" userId="b9b5e5f6d19aaab0" providerId="LiveId" clId="{E76598A3-A913-4822-A8F1-CB075C0F86B7}" dt="2020-06-01T12:13:28.752" v="0"/>
        <pc:sldMkLst>
          <pc:docMk/>
          <pc:sldMk cId="1001696727" sldId="364"/>
        </pc:sldMkLst>
      </pc:sldChg>
      <pc:sldChg chg="modSp mod modTransition">
        <pc:chgData name="ralph kemp" userId="b9b5e5f6d19aaab0" providerId="LiveId" clId="{E76598A3-A913-4822-A8F1-CB075C0F86B7}" dt="2020-06-01T12:37:16.078" v="161" actId="1076"/>
        <pc:sldMkLst>
          <pc:docMk/>
          <pc:sldMk cId="1545210314" sldId="365"/>
        </pc:sldMkLst>
        <pc:spChg chg="mod">
          <ac:chgData name="ralph kemp" userId="b9b5e5f6d19aaab0" providerId="LiveId" clId="{E76598A3-A913-4822-A8F1-CB075C0F86B7}" dt="2020-06-01T12:37:07.855" v="160" actId="1076"/>
          <ac:spMkLst>
            <pc:docMk/>
            <pc:sldMk cId="1545210314" sldId="365"/>
            <ac:spMk id="2" creationId="{32B3D774-C43D-446E-9800-DF7EB43F5E3F}"/>
          </ac:spMkLst>
        </pc:spChg>
        <pc:spChg chg="mod">
          <ac:chgData name="ralph kemp" userId="b9b5e5f6d19aaab0" providerId="LiveId" clId="{E76598A3-A913-4822-A8F1-CB075C0F86B7}" dt="2020-06-01T12:37:16.078" v="161" actId="1076"/>
          <ac:spMkLst>
            <pc:docMk/>
            <pc:sldMk cId="1545210314" sldId="365"/>
            <ac:spMk id="3" creationId="{B18BE60D-E78B-4C56-8EF0-A98DC3C2372C}"/>
          </ac:spMkLst>
        </pc:spChg>
      </pc:sldChg>
      <pc:sldChg chg="modTransition">
        <pc:chgData name="ralph kemp" userId="b9b5e5f6d19aaab0" providerId="LiveId" clId="{E76598A3-A913-4822-A8F1-CB075C0F86B7}" dt="2020-06-01T12:13:28.752" v="0"/>
        <pc:sldMkLst>
          <pc:docMk/>
          <pc:sldMk cId="207066477" sldId="366"/>
        </pc:sldMkLst>
      </pc:sldChg>
      <pc:sldChg chg="modTransition">
        <pc:chgData name="ralph kemp" userId="b9b5e5f6d19aaab0" providerId="LiveId" clId="{E76598A3-A913-4822-A8F1-CB075C0F86B7}" dt="2020-06-01T12:13:28.752" v="0"/>
        <pc:sldMkLst>
          <pc:docMk/>
          <pc:sldMk cId="1416648217" sldId="367"/>
        </pc:sldMkLst>
      </pc:sldChg>
      <pc:sldChg chg="modSp mod modTransition">
        <pc:chgData name="ralph kemp" userId="b9b5e5f6d19aaab0" providerId="LiveId" clId="{E76598A3-A913-4822-A8F1-CB075C0F86B7}" dt="2020-06-01T12:39:29.549" v="184" actId="14100"/>
        <pc:sldMkLst>
          <pc:docMk/>
          <pc:sldMk cId="601660888" sldId="368"/>
        </pc:sldMkLst>
        <pc:spChg chg="mod">
          <ac:chgData name="ralph kemp" userId="b9b5e5f6d19aaab0" providerId="LiveId" clId="{E76598A3-A913-4822-A8F1-CB075C0F86B7}" dt="2020-06-01T12:39:23.610" v="182" actId="1076"/>
          <ac:spMkLst>
            <pc:docMk/>
            <pc:sldMk cId="601660888" sldId="368"/>
            <ac:spMk id="2" creationId="{07908575-1C45-4BFB-B116-0EDC023034AB}"/>
          </ac:spMkLst>
        </pc:spChg>
        <pc:spChg chg="mod">
          <ac:chgData name="ralph kemp" userId="b9b5e5f6d19aaab0" providerId="LiveId" clId="{E76598A3-A913-4822-A8F1-CB075C0F86B7}" dt="2020-06-01T12:39:29.549" v="184" actId="14100"/>
          <ac:spMkLst>
            <pc:docMk/>
            <pc:sldMk cId="601660888" sldId="368"/>
            <ac:spMk id="3" creationId="{4A2BC565-F9F0-41CE-A4F0-7355B520FAA5}"/>
          </ac:spMkLst>
        </pc:spChg>
      </pc:sldChg>
      <pc:sldChg chg="modTransition">
        <pc:chgData name="ralph kemp" userId="b9b5e5f6d19aaab0" providerId="LiveId" clId="{E76598A3-A913-4822-A8F1-CB075C0F86B7}" dt="2020-06-01T12:13:28.752" v="0"/>
        <pc:sldMkLst>
          <pc:docMk/>
          <pc:sldMk cId="3361327146" sldId="369"/>
        </pc:sldMkLst>
      </pc:sldChg>
      <pc:sldChg chg="modTransition">
        <pc:chgData name="ralph kemp" userId="b9b5e5f6d19aaab0" providerId="LiveId" clId="{E76598A3-A913-4822-A8F1-CB075C0F86B7}" dt="2020-06-01T12:13:28.752" v="0"/>
        <pc:sldMkLst>
          <pc:docMk/>
          <pc:sldMk cId="1757389547" sldId="370"/>
        </pc:sldMkLst>
      </pc:sldChg>
      <pc:sldChg chg="modSp mod modTransition">
        <pc:chgData name="ralph kemp" userId="b9b5e5f6d19aaab0" providerId="LiveId" clId="{E76598A3-A913-4822-A8F1-CB075C0F86B7}" dt="2020-06-01T12:47:15.886" v="276" actId="14100"/>
        <pc:sldMkLst>
          <pc:docMk/>
          <pc:sldMk cId="3587715963" sldId="371"/>
        </pc:sldMkLst>
        <pc:spChg chg="mod">
          <ac:chgData name="ralph kemp" userId="b9b5e5f6d19aaab0" providerId="LiveId" clId="{E76598A3-A913-4822-A8F1-CB075C0F86B7}" dt="2020-06-01T12:47:09.494" v="274" actId="1076"/>
          <ac:spMkLst>
            <pc:docMk/>
            <pc:sldMk cId="3587715963" sldId="371"/>
            <ac:spMk id="2" creationId="{9B8402EB-46F7-43DF-B19F-535E1A578482}"/>
          </ac:spMkLst>
        </pc:spChg>
        <pc:spChg chg="mod">
          <ac:chgData name="ralph kemp" userId="b9b5e5f6d19aaab0" providerId="LiveId" clId="{E76598A3-A913-4822-A8F1-CB075C0F86B7}" dt="2020-06-01T12:47:15.886" v="276" actId="14100"/>
          <ac:spMkLst>
            <pc:docMk/>
            <pc:sldMk cId="3587715963" sldId="371"/>
            <ac:spMk id="3" creationId="{3375DA01-26A3-4286-B00E-6677D7B9A8D4}"/>
          </ac:spMkLst>
        </pc:spChg>
      </pc:sldChg>
      <pc:sldChg chg="modTransition">
        <pc:chgData name="ralph kemp" userId="b9b5e5f6d19aaab0" providerId="LiveId" clId="{E76598A3-A913-4822-A8F1-CB075C0F86B7}" dt="2020-06-01T12:13:28.752" v="0"/>
        <pc:sldMkLst>
          <pc:docMk/>
          <pc:sldMk cId="3274128297" sldId="372"/>
        </pc:sldMkLst>
      </pc:sldChg>
      <pc:sldChg chg="modTransition">
        <pc:chgData name="ralph kemp" userId="b9b5e5f6d19aaab0" providerId="LiveId" clId="{E76598A3-A913-4822-A8F1-CB075C0F86B7}" dt="2020-06-01T12:13:28.752" v="0"/>
        <pc:sldMkLst>
          <pc:docMk/>
          <pc:sldMk cId="496615968" sldId="373"/>
        </pc:sldMkLst>
      </pc:sldChg>
      <pc:sldChg chg="modTransition">
        <pc:chgData name="ralph kemp" userId="b9b5e5f6d19aaab0" providerId="LiveId" clId="{E76598A3-A913-4822-A8F1-CB075C0F86B7}" dt="2020-06-01T12:13:28.752" v="0"/>
        <pc:sldMkLst>
          <pc:docMk/>
          <pc:sldMk cId="71382832" sldId="374"/>
        </pc:sldMkLst>
      </pc:sldChg>
      <pc:sldChg chg="modTransition">
        <pc:chgData name="ralph kemp" userId="b9b5e5f6d19aaab0" providerId="LiveId" clId="{E76598A3-A913-4822-A8F1-CB075C0F86B7}" dt="2020-06-01T12:13:28.752" v="0"/>
        <pc:sldMkLst>
          <pc:docMk/>
          <pc:sldMk cId="1692836413" sldId="375"/>
        </pc:sldMkLst>
      </pc:sldChg>
      <pc:sldChg chg="modSp mod modTransition">
        <pc:chgData name="ralph kemp" userId="b9b5e5f6d19aaab0" providerId="LiveId" clId="{E76598A3-A913-4822-A8F1-CB075C0F86B7}" dt="2020-06-01T12:47:47.660" v="282" actId="14100"/>
        <pc:sldMkLst>
          <pc:docMk/>
          <pc:sldMk cId="2064718107" sldId="376"/>
        </pc:sldMkLst>
        <pc:spChg chg="mod">
          <ac:chgData name="ralph kemp" userId="b9b5e5f6d19aaab0" providerId="LiveId" clId="{E76598A3-A913-4822-A8F1-CB075C0F86B7}" dt="2020-06-01T12:47:39.718" v="280" actId="1076"/>
          <ac:spMkLst>
            <pc:docMk/>
            <pc:sldMk cId="2064718107" sldId="376"/>
            <ac:spMk id="2" creationId="{9B8402EB-46F7-43DF-B19F-535E1A578482}"/>
          </ac:spMkLst>
        </pc:spChg>
        <pc:spChg chg="mod">
          <ac:chgData name="ralph kemp" userId="b9b5e5f6d19aaab0" providerId="LiveId" clId="{E76598A3-A913-4822-A8F1-CB075C0F86B7}" dt="2020-06-01T12:47:47.660" v="282" actId="14100"/>
          <ac:spMkLst>
            <pc:docMk/>
            <pc:sldMk cId="2064718107" sldId="376"/>
            <ac:spMk id="3" creationId="{3375DA01-26A3-4286-B00E-6677D7B9A8D4}"/>
          </ac:spMkLst>
        </pc:spChg>
      </pc:sldChg>
      <pc:sldChg chg="modTransition">
        <pc:chgData name="ralph kemp" userId="b9b5e5f6d19aaab0" providerId="LiveId" clId="{E76598A3-A913-4822-A8F1-CB075C0F86B7}" dt="2020-06-01T12:13:28.752" v="0"/>
        <pc:sldMkLst>
          <pc:docMk/>
          <pc:sldMk cId="942535379" sldId="377"/>
        </pc:sldMkLst>
      </pc:sldChg>
      <pc:sldChg chg="modTransition">
        <pc:chgData name="ralph kemp" userId="b9b5e5f6d19aaab0" providerId="LiveId" clId="{E76598A3-A913-4822-A8F1-CB075C0F86B7}" dt="2020-06-01T12:13:28.752" v="0"/>
        <pc:sldMkLst>
          <pc:docMk/>
          <pc:sldMk cId="344518562" sldId="378"/>
        </pc:sldMkLst>
      </pc:sldChg>
      <pc:sldChg chg="modTransition">
        <pc:chgData name="ralph kemp" userId="b9b5e5f6d19aaab0" providerId="LiveId" clId="{E76598A3-A913-4822-A8F1-CB075C0F86B7}" dt="2020-06-01T12:13:28.752" v="0"/>
        <pc:sldMkLst>
          <pc:docMk/>
          <pc:sldMk cId="4288113910" sldId="379"/>
        </pc:sldMkLst>
      </pc:sldChg>
      <pc:sldChg chg="modSp mod modTransition">
        <pc:chgData name="ralph kemp" userId="b9b5e5f6d19aaab0" providerId="LiveId" clId="{E76598A3-A913-4822-A8F1-CB075C0F86B7}" dt="2020-06-01T12:48:18.584" v="287" actId="1076"/>
        <pc:sldMkLst>
          <pc:docMk/>
          <pc:sldMk cId="2973172349" sldId="380"/>
        </pc:sldMkLst>
        <pc:spChg chg="mod">
          <ac:chgData name="ralph kemp" userId="b9b5e5f6d19aaab0" providerId="LiveId" clId="{E76598A3-A913-4822-A8F1-CB075C0F86B7}" dt="2020-06-01T12:48:08.075" v="284" actId="1076"/>
          <ac:spMkLst>
            <pc:docMk/>
            <pc:sldMk cId="2973172349" sldId="380"/>
            <ac:spMk id="2" creationId="{9B8402EB-46F7-43DF-B19F-535E1A578482}"/>
          </ac:spMkLst>
        </pc:spChg>
        <pc:spChg chg="mod">
          <ac:chgData name="ralph kemp" userId="b9b5e5f6d19aaab0" providerId="LiveId" clId="{E76598A3-A913-4822-A8F1-CB075C0F86B7}" dt="2020-06-01T12:48:18.584" v="287" actId="1076"/>
          <ac:spMkLst>
            <pc:docMk/>
            <pc:sldMk cId="2973172349" sldId="380"/>
            <ac:spMk id="3" creationId="{3375DA01-26A3-4286-B00E-6677D7B9A8D4}"/>
          </ac:spMkLst>
        </pc:spChg>
      </pc:sldChg>
      <pc:sldChg chg="modTransition">
        <pc:chgData name="ralph kemp" userId="b9b5e5f6d19aaab0" providerId="LiveId" clId="{E76598A3-A913-4822-A8F1-CB075C0F86B7}" dt="2020-06-01T12:13:28.752" v="0"/>
        <pc:sldMkLst>
          <pc:docMk/>
          <pc:sldMk cId="2443015215" sldId="381"/>
        </pc:sldMkLst>
      </pc:sldChg>
      <pc:sldChg chg="modSp mod modTransition">
        <pc:chgData name="ralph kemp" userId="b9b5e5f6d19aaab0" providerId="LiveId" clId="{E76598A3-A913-4822-A8F1-CB075C0F86B7}" dt="2020-06-01T12:48:45.842" v="293" actId="14100"/>
        <pc:sldMkLst>
          <pc:docMk/>
          <pc:sldMk cId="826154884" sldId="382"/>
        </pc:sldMkLst>
        <pc:spChg chg="mod">
          <ac:chgData name="ralph kemp" userId="b9b5e5f6d19aaab0" providerId="LiveId" clId="{E76598A3-A913-4822-A8F1-CB075C0F86B7}" dt="2020-06-01T12:48:39.569" v="291" actId="1076"/>
          <ac:spMkLst>
            <pc:docMk/>
            <pc:sldMk cId="826154884" sldId="382"/>
            <ac:spMk id="2" creationId="{DC75DCB0-0E87-4C8D-814B-7C79AFC7C4F3}"/>
          </ac:spMkLst>
        </pc:spChg>
        <pc:spChg chg="mod">
          <ac:chgData name="ralph kemp" userId="b9b5e5f6d19aaab0" providerId="LiveId" clId="{E76598A3-A913-4822-A8F1-CB075C0F86B7}" dt="2020-06-01T12:48:45.842" v="293" actId="14100"/>
          <ac:spMkLst>
            <pc:docMk/>
            <pc:sldMk cId="826154884" sldId="382"/>
            <ac:spMk id="3" creationId="{64ED7A10-D128-47DF-BCD4-618A41DE3F8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b-LU"/>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F1B515-D64E-4A6D-86DE-D44065EC59AD}" type="datetimeFigureOut">
              <a:rPr lang="lb-LU" smtClean="0"/>
              <a:t>10.10.24</a:t>
            </a:fld>
            <a:endParaRPr lang="lb-LU"/>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b-LU"/>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b-LU"/>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5962E4-1040-4138-BC49-5558BF59E7C5}" type="slidenum">
              <a:rPr lang="lb-LU" smtClean="0"/>
              <a:t>‹#›</a:t>
            </a:fld>
            <a:endParaRPr lang="lb-LU"/>
          </a:p>
        </p:txBody>
      </p:sp>
    </p:spTree>
    <p:extLst>
      <p:ext uri="{BB962C8B-B14F-4D97-AF65-F5344CB8AC3E}">
        <p14:creationId xmlns:p14="http://schemas.microsoft.com/office/powerpoint/2010/main" val="9023541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lb-LU"/>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195535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05E49347-3AF1-433D-A682-80E91A771D46}" type="datetime1">
              <a:rPr lang="lb-LU" smtClean="0"/>
              <a:t>10.10.24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507588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lb-LU"/>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72073C46-185D-4256-90CD-D943250C7625}" type="datetime1">
              <a:rPr lang="lb-LU" smtClean="0"/>
              <a:t>10.10.24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048763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3E70FD8A-EB44-4576-A5EB-59CF14C2E478}" type="datetime1">
              <a:rPr lang="lb-LU" smtClean="0"/>
              <a:t>10.10.24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6789630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endParaRPr lang="lb-LU"/>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7" name="Espace réservé de la date 6"/>
          <p:cNvSpPr>
            <a:spLocks noGrp="1"/>
          </p:cNvSpPr>
          <p:nvPr>
            <p:ph type="dt" sz="half" idx="10"/>
          </p:nvPr>
        </p:nvSpPr>
        <p:spPr>
          <a:xfrm>
            <a:off x="838200" y="6356350"/>
            <a:ext cx="2743200" cy="365125"/>
          </a:xfrm>
          <a:prstGeom prst="rect">
            <a:avLst/>
          </a:prstGeom>
        </p:spPr>
        <p:txBody>
          <a:bodyPr/>
          <a:lstStyle/>
          <a:p>
            <a:fld id="{B9B4AD55-9D76-419E-82AD-D8F8B1803E1E}" type="datetime1">
              <a:rPr lang="lb-LU" smtClean="0"/>
              <a:t>10.10.24</a:t>
            </a:fld>
            <a:endParaRPr lang="lb-LU"/>
          </a:p>
        </p:txBody>
      </p:sp>
      <p:sp>
        <p:nvSpPr>
          <p:cNvPr id="8" name="Espace réservé du pied de page 7"/>
          <p:cNvSpPr>
            <a:spLocks noGrp="1"/>
          </p:cNvSpPr>
          <p:nvPr>
            <p:ph type="ftr" sz="quarter" idx="11"/>
          </p:nvPr>
        </p:nvSpPr>
        <p:spPr>
          <a:xfrm>
            <a:off x="4038600" y="6356350"/>
            <a:ext cx="4114800" cy="365125"/>
          </a:xfrm>
          <a:prstGeom prst="rect">
            <a:avLst/>
          </a:prstGeom>
        </p:spPr>
        <p:txBody>
          <a:bodyPr/>
          <a:lstStyle/>
          <a:p>
            <a:endParaRPr lang="lb-LU"/>
          </a:p>
        </p:txBody>
      </p:sp>
      <p:sp>
        <p:nvSpPr>
          <p:cNvPr id="9" name="Espace réservé du numéro de diapositive 8"/>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327699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e la date 2"/>
          <p:cNvSpPr>
            <a:spLocks noGrp="1"/>
          </p:cNvSpPr>
          <p:nvPr>
            <p:ph type="dt" sz="half" idx="10"/>
          </p:nvPr>
        </p:nvSpPr>
        <p:spPr>
          <a:xfrm>
            <a:off x="838200" y="6356350"/>
            <a:ext cx="2743200" cy="365125"/>
          </a:xfrm>
          <a:prstGeom prst="rect">
            <a:avLst/>
          </a:prstGeom>
        </p:spPr>
        <p:txBody>
          <a:bodyPr/>
          <a:lstStyle/>
          <a:p>
            <a:fld id="{353E7AE7-6380-4DBB-8393-DA4B838F9DF2}" type="datetime1">
              <a:rPr lang="lb-LU" smtClean="0"/>
              <a:t>10.10.24</a:t>
            </a:fld>
            <a:endParaRPr lang="lb-LU"/>
          </a:p>
        </p:txBody>
      </p:sp>
      <p:sp>
        <p:nvSpPr>
          <p:cNvPr id="4" name="Espace réservé du pied de page 3"/>
          <p:cNvSpPr>
            <a:spLocks noGrp="1"/>
          </p:cNvSpPr>
          <p:nvPr>
            <p:ph type="ftr" sz="quarter" idx="11"/>
          </p:nvPr>
        </p:nvSpPr>
        <p:spPr>
          <a:xfrm>
            <a:off x="4038600" y="6356350"/>
            <a:ext cx="4114800" cy="365125"/>
          </a:xfrm>
          <a:prstGeom prst="rect">
            <a:avLst/>
          </a:prstGeom>
        </p:spPr>
        <p:txBody>
          <a:bodyPr/>
          <a:lstStyle/>
          <a:p>
            <a:endParaRPr lang="lb-LU"/>
          </a:p>
        </p:txBody>
      </p:sp>
      <p:sp>
        <p:nvSpPr>
          <p:cNvPr id="5" name="Espace réservé du numéro de diapositive 4"/>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3999345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a:xfrm>
            <a:off x="838200" y="6356350"/>
            <a:ext cx="2743200" cy="365125"/>
          </a:xfrm>
          <a:prstGeom prst="rect">
            <a:avLst/>
          </a:prstGeom>
        </p:spPr>
        <p:txBody>
          <a:bodyPr/>
          <a:lstStyle/>
          <a:p>
            <a:fld id="{8C3A6886-80EF-4C3D-B97B-EB4BA09BA0D9}" type="datetime1">
              <a:rPr lang="lb-LU" smtClean="0"/>
              <a:t>10.10.24</a:t>
            </a:fld>
            <a:endParaRPr lang="lb-LU"/>
          </a:p>
        </p:txBody>
      </p:sp>
      <p:sp>
        <p:nvSpPr>
          <p:cNvPr id="3" name="Espace réservé du pied de page 2"/>
          <p:cNvSpPr>
            <a:spLocks noGrp="1"/>
          </p:cNvSpPr>
          <p:nvPr>
            <p:ph type="ftr" sz="quarter" idx="11"/>
          </p:nvPr>
        </p:nvSpPr>
        <p:spPr>
          <a:xfrm>
            <a:off x="4038600" y="6356350"/>
            <a:ext cx="4114800" cy="365125"/>
          </a:xfrm>
          <a:prstGeom prst="rect">
            <a:avLst/>
          </a:prstGeom>
        </p:spPr>
        <p:txBody>
          <a:bodyPr/>
          <a:lstStyle/>
          <a:p>
            <a:endParaRPr lang="lb-LU"/>
          </a:p>
        </p:txBody>
      </p:sp>
      <p:sp>
        <p:nvSpPr>
          <p:cNvPr id="4" name="Espace réservé du numéro de diapositive 3"/>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436144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lb-LU"/>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6B07343E-EECC-477D-ADB1-BE348E75B209}" type="datetime1">
              <a:rPr lang="lb-LU" smtClean="0"/>
              <a:t>10.10.24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564585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lb-LU"/>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b-LU"/>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a:xfrm>
            <a:off x="838200" y="6356350"/>
            <a:ext cx="2743200" cy="365125"/>
          </a:xfrm>
          <a:prstGeom prst="rect">
            <a:avLst/>
          </a:prstGeom>
        </p:spPr>
        <p:txBody>
          <a:bodyPr/>
          <a:lstStyle/>
          <a:p>
            <a:fld id="{FF41995F-23F3-4ACB-B0E6-81B3B11AF4D1}" type="datetime1">
              <a:rPr lang="lb-LU" smtClean="0"/>
              <a:t>10.10.24</a:t>
            </a:fld>
            <a:endParaRPr lang="lb-LU"/>
          </a:p>
        </p:txBody>
      </p:sp>
      <p:sp>
        <p:nvSpPr>
          <p:cNvPr id="6" name="Espace réservé du pied de page 5"/>
          <p:cNvSpPr>
            <a:spLocks noGrp="1"/>
          </p:cNvSpPr>
          <p:nvPr>
            <p:ph type="ftr" sz="quarter" idx="11"/>
          </p:nvPr>
        </p:nvSpPr>
        <p:spPr>
          <a:xfrm>
            <a:off x="4038600" y="6356350"/>
            <a:ext cx="4114800" cy="365125"/>
          </a:xfrm>
          <a:prstGeom prst="rect">
            <a:avLst/>
          </a:prstGeom>
        </p:spPr>
        <p:txBody>
          <a:bodyPr/>
          <a:lstStyle/>
          <a:p>
            <a:endParaRPr lang="lb-LU"/>
          </a:p>
        </p:txBody>
      </p:sp>
      <p:sp>
        <p:nvSpPr>
          <p:cNvPr id="7" name="Espace réservé du numéro de diapositive 6"/>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965934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endParaRPr lang="lb-LU"/>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D9AF1255-0305-47BF-B8FF-F11D3278E29F}" type="datetime1">
              <a:rPr lang="lb-LU" smtClean="0"/>
              <a:t>10.10.24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1665576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endParaRPr lang="lb-LU"/>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lb-LU"/>
          </a:p>
        </p:txBody>
      </p:sp>
      <p:sp>
        <p:nvSpPr>
          <p:cNvPr id="4" name="Espace réservé de la date 3"/>
          <p:cNvSpPr>
            <a:spLocks noGrp="1"/>
          </p:cNvSpPr>
          <p:nvPr>
            <p:ph type="dt" sz="half" idx="10"/>
          </p:nvPr>
        </p:nvSpPr>
        <p:spPr>
          <a:xfrm>
            <a:off x="838200" y="6356350"/>
            <a:ext cx="2743200" cy="365125"/>
          </a:xfrm>
          <a:prstGeom prst="rect">
            <a:avLst/>
          </a:prstGeom>
        </p:spPr>
        <p:txBody>
          <a:bodyPr/>
          <a:lstStyle/>
          <a:p>
            <a:fld id="{BAA19295-06D0-4606-8969-0296AE3C0540}" type="datetime1">
              <a:rPr lang="lb-LU" smtClean="0"/>
              <a:t>10.10.24</a:t>
            </a:fld>
            <a:endParaRPr lang="lb-LU"/>
          </a:p>
        </p:txBody>
      </p:sp>
      <p:sp>
        <p:nvSpPr>
          <p:cNvPr id="5" name="Espace réservé du pied de page 4"/>
          <p:cNvSpPr>
            <a:spLocks noGrp="1"/>
          </p:cNvSpPr>
          <p:nvPr>
            <p:ph type="ftr" sz="quarter" idx="11"/>
          </p:nvPr>
        </p:nvSpPr>
        <p:spPr>
          <a:xfrm>
            <a:off x="4038600" y="6356350"/>
            <a:ext cx="4114800" cy="365125"/>
          </a:xfrm>
          <a:prstGeom prst="rect">
            <a:avLst/>
          </a:prstGeom>
        </p:spPr>
        <p:txBody>
          <a:bodyPr/>
          <a:lstStyle/>
          <a:p>
            <a:endParaRPr lang="lb-LU"/>
          </a:p>
        </p:txBody>
      </p:sp>
      <p:sp>
        <p:nvSpPr>
          <p:cNvPr id="6" name="Espace réservé du numéro de diapositive 5"/>
          <p:cNvSpPr>
            <a:spLocks noGrp="1"/>
          </p:cNvSpPr>
          <p:nvPr>
            <p:ph type="sldNum" sz="quarter" idx="12"/>
          </p:nvPr>
        </p:nvSpPr>
        <p:spPr/>
        <p:txBody>
          <a:bodyPr/>
          <a:lstStyle/>
          <a:p>
            <a:fld id="{C58F520E-0D3C-4C73-96DF-B271C0F692B0}" type="slidenum">
              <a:rPr lang="lb-LU" smtClean="0"/>
              <a:t>‹#›</a:t>
            </a:fld>
            <a:endParaRPr lang="lb-LU"/>
          </a:p>
        </p:txBody>
      </p:sp>
    </p:spTree>
    <p:extLst>
      <p:ext uri="{BB962C8B-B14F-4D97-AF65-F5344CB8AC3E}">
        <p14:creationId xmlns:p14="http://schemas.microsoft.com/office/powerpoint/2010/main" val="2956616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Image 10"/>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8429625" y="1294065"/>
            <a:ext cx="3744806" cy="5563935"/>
          </a:xfrm>
          <a:prstGeom prst="rect">
            <a:avLst/>
          </a:prstGeom>
        </p:spPr>
      </p:pic>
      <p:sp>
        <p:nvSpPr>
          <p:cNvPr id="2" name="Espace réservé du titre 1"/>
          <p:cNvSpPr>
            <a:spLocks noGrp="1"/>
          </p:cNvSpPr>
          <p:nvPr>
            <p:ph type="title"/>
          </p:nvPr>
        </p:nvSpPr>
        <p:spPr>
          <a:xfrm>
            <a:off x="838200" y="1060450"/>
            <a:ext cx="10515600" cy="662187"/>
          </a:xfrm>
          <a:prstGeom prst="rect">
            <a:avLst/>
          </a:prstGeom>
        </p:spPr>
        <p:txBody>
          <a:bodyPr vert="horz" lIns="91440" tIns="45720" rIns="91440" bIns="45720" rtlCol="0" anchor="ctr">
            <a:normAutofit/>
          </a:bodyPr>
          <a:lstStyle/>
          <a:p>
            <a:r>
              <a:rPr lang="fr-FR"/>
              <a:t>Modifiez le style du titre</a:t>
            </a:r>
            <a:endParaRPr lang="lb-LU"/>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lb-LU" dirty="0"/>
          </a:p>
        </p:txBody>
      </p:sp>
      <p:pic>
        <p:nvPicPr>
          <p:cNvPr id="7"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5976851"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https://douanes.public.lu/etc/designs/douanes/clientlibs/default/img/bg-header.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0" y="0"/>
            <a:ext cx="6215149" cy="1021616"/>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 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5331229" y="102988"/>
            <a:ext cx="3347258" cy="815640"/>
          </a:xfrm>
          <a:prstGeom prst="rect">
            <a:avLst/>
          </a:prstGeom>
        </p:spPr>
      </p:pic>
      <p:sp>
        <p:nvSpPr>
          <p:cNvPr id="6" name="Espace réservé du numéro de diapositive 5"/>
          <p:cNvSpPr>
            <a:spLocks noGrp="1"/>
          </p:cNvSpPr>
          <p:nvPr>
            <p:ph type="sldNum" sz="quarter" idx="4"/>
          </p:nvPr>
        </p:nvSpPr>
        <p:spPr>
          <a:xfrm>
            <a:off x="9324108" y="328245"/>
            <a:ext cx="2743200" cy="365125"/>
          </a:xfrm>
          <a:prstGeom prst="rect">
            <a:avLst/>
          </a:prstGeom>
        </p:spPr>
        <p:txBody>
          <a:bodyPr vert="horz" lIns="91440" tIns="45720" rIns="91440" bIns="45720" rtlCol="0" anchor="ctr"/>
          <a:lstStyle>
            <a:lvl1pPr algn="r">
              <a:defRPr sz="1400">
                <a:solidFill>
                  <a:schemeClr val="bg1"/>
                </a:solidFill>
              </a:defRPr>
            </a:lvl1pPr>
          </a:lstStyle>
          <a:p>
            <a:fld id="{C58F520E-0D3C-4C73-96DF-B271C0F692B0}" type="slidenum">
              <a:rPr lang="lb-LU" smtClean="0"/>
              <a:pPr/>
              <a:t>‹#›</a:t>
            </a:fld>
            <a:endParaRPr lang="lb-LU" dirty="0"/>
          </a:p>
        </p:txBody>
      </p:sp>
      <p:pic>
        <p:nvPicPr>
          <p:cNvPr id="10" name="Image 9"/>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0" y="2442"/>
            <a:ext cx="1389210" cy="1019174"/>
          </a:xfrm>
          <a:prstGeom prst="rect">
            <a:avLst/>
          </a:prstGeom>
        </p:spPr>
      </p:pic>
    </p:spTree>
    <p:extLst>
      <p:ext uri="{BB962C8B-B14F-4D97-AF65-F5344CB8AC3E}">
        <p14:creationId xmlns:p14="http://schemas.microsoft.com/office/powerpoint/2010/main" val="39622725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b-L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customs.ec.europa.eu/taxud/uumds/cas/uumds-wayf/wayf?loginRequestId=ECAS_LR-69326-zzeJFAg9EPAGCpGmOpoqobkO2zZhch0lsghG33zTQ3cowuerp4MmbGOtYUXWkgWaT0MBSvEzvRW2U3zPJiJMhdWm-CiDsmZJBYJepxxfABrqElq-OZc2BE9RwOM5AUzvoO8rczUJZd4tBzVyNGsEQH5wZpYi"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eur-lex.europa.eu/legal-content/FR/TXT/PDF/?uri=CELEX:02015R2446-20190725&amp;from=EN"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eucdm.softdev.eu.com/"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hyperlink" Target="https://customs.ec.europa.eu/gtp/"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customs.ec.europa.eu/gtp/"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89652" y="1646908"/>
            <a:ext cx="9255761" cy="1894314"/>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Autofit/>
          </a:bodyPr>
          <a:lstStyle/>
          <a:p>
            <a:r>
              <a:rPr lang="fr-CH" dirty="0" smtClean="0">
                <a:ln w="0"/>
                <a:solidFill>
                  <a:schemeClr val="tx1"/>
                </a:solidFill>
                <a:latin typeface="Calibri" panose="020F0502020204030204" pitchFamily="34" charset="0"/>
                <a:cs typeface="Calibri" panose="020F0502020204030204" pitchFamily="34" charset="0"/>
              </a:rPr>
              <a:t>Décisions douanières</a:t>
            </a:r>
            <a:endParaRPr lang="fr-CH" dirty="0">
              <a:solidFill>
                <a:schemeClr val="tx1"/>
              </a:solidFill>
              <a:effectLst/>
              <a:latin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1</a:t>
            </a:fld>
            <a:endParaRPr lang="lb-LU"/>
          </a:p>
        </p:txBody>
      </p:sp>
      <p:pic>
        <p:nvPicPr>
          <p:cNvPr id="3" name="Picture 2"/>
          <p:cNvPicPr>
            <a:picLocks noChangeAspect="1"/>
          </p:cNvPicPr>
          <p:nvPr/>
        </p:nvPicPr>
        <p:blipFill>
          <a:blip r:embed="rId2"/>
          <a:stretch>
            <a:fillRect/>
          </a:stretch>
        </p:blipFill>
        <p:spPr>
          <a:xfrm>
            <a:off x="2141766" y="3385812"/>
            <a:ext cx="5963143" cy="2788465"/>
          </a:xfrm>
          <a:prstGeom prst="rect">
            <a:avLst/>
          </a:prstGeom>
        </p:spPr>
      </p:pic>
    </p:spTree>
    <p:extLst>
      <p:ext uri="{BB962C8B-B14F-4D97-AF65-F5344CB8AC3E}">
        <p14:creationId xmlns:p14="http://schemas.microsoft.com/office/powerpoint/2010/main" val="694610766"/>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CDBF0D-96A8-41AB-A5B9-5E09640AB07B}"/>
              </a:ext>
            </a:extLst>
          </p:cNvPr>
          <p:cNvSpPr>
            <a:spLocks noGrp="1"/>
          </p:cNvSpPr>
          <p:nvPr>
            <p:ph type="title"/>
          </p:nvPr>
        </p:nvSpPr>
        <p:spPr>
          <a:xfrm>
            <a:off x="739833" y="1929745"/>
            <a:ext cx="7173883" cy="899638"/>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de-LU" sz="4000" dirty="0" err="1" smtClean="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Définition</a:t>
            </a:r>
            <a:endParaRPr lang="de-LU" sz="4000" dirty="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endParaRPr>
          </a:p>
        </p:txBody>
      </p:sp>
      <p:sp>
        <p:nvSpPr>
          <p:cNvPr id="3" name="Textplatzhalter 2">
            <a:extLst>
              <a:ext uri="{FF2B5EF4-FFF2-40B4-BE49-F238E27FC236}">
                <a16:creationId xmlns:a16="http://schemas.microsoft.com/office/drawing/2014/main" id="{D1B07D69-A409-49B8-91B9-8AE6AA720E1D}"/>
              </a:ext>
            </a:extLst>
          </p:cNvPr>
          <p:cNvSpPr>
            <a:spLocks noGrp="1"/>
          </p:cNvSpPr>
          <p:nvPr>
            <p:ph type="body" idx="1"/>
          </p:nvPr>
        </p:nvSpPr>
        <p:spPr>
          <a:xfrm>
            <a:off x="739833" y="3068320"/>
            <a:ext cx="7173883" cy="2699434"/>
          </a:xfrm>
        </p:spPr>
        <p:txBody>
          <a:bodyPr>
            <a:noAutofit/>
          </a:bodyPr>
          <a:lstStyle/>
          <a:p>
            <a:pPr algn="just">
              <a:lnSpc>
                <a:spcPct val="100000"/>
              </a:lnSpc>
            </a:pPr>
            <a:r>
              <a:rPr lang="fr-CH" sz="2000" dirty="0">
                <a:solidFill>
                  <a:schemeClr val="tx1"/>
                </a:solidFill>
              </a:rPr>
              <a:t>P</a:t>
            </a:r>
            <a:r>
              <a:rPr lang="fr-CH" sz="2000" dirty="0" smtClean="0">
                <a:solidFill>
                  <a:schemeClr val="tx1"/>
                </a:solidFill>
              </a:rPr>
              <a:t>ar </a:t>
            </a:r>
            <a:r>
              <a:rPr lang="fr-CH" sz="2000" dirty="0">
                <a:solidFill>
                  <a:schemeClr val="tx1"/>
                </a:solidFill>
              </a:rPr>
              <a:t>« </a:t>
            </a:r>
            <a:r>
              <a:rPr lang="fr-CH" sz="2000" b="1" u="sng" dirty="0" smtClean="0">
                <a:solidFill>
                  <a:schemeClr val="tx1"/>
                </a:solidFill>
              </a:rPr>
              <a:t>décision douanière</a:t>
            </a:r>
            <a:r>
              <a:rPr lang="fr-CH" sz="2000" dirty="0" smtClean="0">
                <a:solidFill>
                  <a:schemeClr val="tx1"/>
                </a:solidFill>
              </a:rPr>
              <a:t> », il y a lieu d’entendre </a:t>
            </a:r>
            <a:r>
              <a:rPr lang="fr-CH" sz="2000" dirty="0">
                <a:solidFill>
                  <a:schemeClr val="tx1"/>
                </a:solidFill>
              </a:rPr>
              <a:t>toute décision de l’Administration des douanes et </a:t>
            </a:r>
            <a:r>
              <a:rPr lang="fr-CH" sz="2000" dirty="0" smtClean="0">
                <a:solidFill>
                  <a:schemeClr val="tx1"/>
                </a:solidFill>
              </a:rPr>
              <a:t>accises:</a:t>
            </a:r>
          </a:p>
          <a:p>
            <a:pPr marL="342900" indent="-342900" algn="just">
              <a:lnSpc>
                <a:spcPct val="100000"/>
              </a:lnSpc>
              <a:buFont typeface="Wingdings" panose="05000000000000000000" pitchFamily="2" charset="2"/>
              <a:buChar char="Ø"/>
            </a:pPr>
            <a:r>
              <a:rPr lang="fr-CH" sz="2000" dirty="0" smtClean="0">
                <a:solidFill>
                  <a:schemeClr val="tx1"/>
                </a:solidFill>
              </a:rPr>
              <a:t>Qui se rapporte à la législation douanière &amp;</a:t>
            </a:r>
          </a:p>
          <a:p>
            <a:pPr marL="342900" indent="-342900" algn="just">
              <a:lnSpc>
                <a:spcPct val="100000"/>
              </a:lnSpc>
              <a:buFont typeface="Wingdings" panose="05000000000000000000" pitchFamily="2" charset="2"/>
              <a:buChar char="Ø"/>
            </a:pPr>
            <a:r>
              <a:rPr lang="fr-CH" sz="2000" dirty="0" smtClean="0">
                <a:solidFill>
                  <a:schemeClr val="tx1"/>
                </a:solidFill>
              </a:rPr>
              <a:t>Qui a des </a:t>
            </a:r>
            <a:r>
              <a:rPr lang="fr-CH" sz="2000" dirty="0">
                <a:solidFill>
                  <a:schemeClr val="tx1"/>
                </a:solidFill>
              </a:rPr>
              <a:t>effets </a:t>
            </a:r>
            <a:r>
              <a:rPr lang="fr-CH" sz="2000" dirty="0" smtClean="0">
                <a:solidFill>
                  <a:schemeClr val="tx1"/>
                </a:solidFill>
              </a:rPr>
              <a:t>juridiques* </a:t>
            </a:r>
            <a:r>
              <a:rPr lang="fr-CH" sz="2000" dirty="0">
                <a:solidFill>
                  <a:schemeClr val="tx1"/>
                </a:solidFill>
              </a:rPr>
              <a:t>pour une ou </a:t>
            </a:r>
            <a:r>
              <a:rPr lang="fr-CH" sz="2000" dirty="0" smtClean="0">
                <a:solidFill>
                  <a:schemeClr val="tx1"/>
                </a:solidFill>
              </a:rPr>
              <a:t>plusieurs personnes.</a:t>
            </a:r>
          </a:p>
          <a:p>
            <a:pPr marL="342900" indent="-342900" algn="just">
              <a:lnSpc>
                <a:spcPct val="100000"/>
              </a:lnSpc>
              <a:buFont typeface="Wingdings" panose="05000000000000000000" pitchFamily="2" charset="2"/>
              <a:buChar char="Ø"/>
            </a:pPr>
            <a:endParaRPr lang="fr-CH" sz="1600" dirty="0">
              <a:solidFill>
                <a:schemeClr val="tx1"/>
              </a:solidFill>
            </a:endParaRPr>
          </a:p>
          <a:p>
            <a:pPr algn="just">
              <a:lnSpc>
                <a:spcPct val="100000"/>
              </a:lnSpc>
            </a:pPr>
            <a:r>
              <a:rPr lang="fr-CH" sz="1600" dirty="0" smtClean="0">
                <a:solidFill>
                  <a:schemeClr val="tx1"/>
                </a:solidFill>
              </a:rPr>
              <a:t>*Effets juridiques: la </a:t>
            </a:r>
            <a:r>
              <a:rPr lang="fr-CH" sz="1600" dirty="0" smtClean="0">
                <a:solidFill>
                  <a:schemeClr val="tx1"/>
                </a:solidFill>
              </a:rPr>
              <a:t>création, la modification </a:t>
            </a:r>
            <a:r>
              <a:rPr lang="fr-CH" sz="1600" dirty="0">
                <a:solidFill>
                  <a:schemeClr val="tx1"/>
                </a:solidFill>
              </a:rPr>
              <a:t>ou </a:t>
            </a:r>
            <a:r>
              <a:rPr lang="fr-CH" sz="1600" dirty="0" smtClean="0">
                <a:solidFill>
                  <a:schemeClr val="tx1"/>
                </a:solidFill>
              </a:rPr>
              <a:t>l’extinction </a:t>
            </a:r>
            <a:r>
              <a:rPr lang="fr-CH" sz="1600" dirty="0">
                <a:solidFill>
                  <a:schemeClr val="tx1"/>
                </a:solidFill>
              </a:rPr>
              <a:t>d'un droit ou d'une </a:t>
            </a:r>
            <a:r>
              <a:rPr lang="fr-CH" sz="1600" dirty="0" smtClean="0">
                <a:solidFill>
                  <a:schemeClr val="tx1"/>
                </a:solidFill>
              </a:rPr>
              <a:t>obligation</a:t>
            </a:r>
          </a:p>
        </p:txBody>
      </p:sp>
      <p:sp>
        <p:nvSpPr>
          <p:cNvPr id="4" name="Foliennummernplatzhalter 3">
            <a:extLst>
              <a:ext uri="{FF2B5EF4-FFF2-40B4-BE49-F238E27FC236}">
                <a16:creationId xmlns:a16="http://schemas.microsoft.com/office/drawing/2014/main" id="{5D766210-F311-4DE9-8F56-AC22CAC8F517}"/>
              </a:ext>
            </a:extLst>
          </p:cNvPr>
          <p:cNvSpPr>
            <a:spLocks noGrp="1"/>
          </p:cNvSpPr>
          <p:nvPr>
            <p:ph type="sldNum" sz="quarter" idx="12"/>
          </p:nvPr>
        </p:nvSpPr>
        <p:spPr/>
        <p:txBody>
          <a:bodyPr/>
          <a:lstStyle/>
          <a:p>
            <a:fld id="{C58F520E-0D3C-4C73-96DF-B271C0F692B0}" type="slidenum">
              <a:rPr lang="lb-LU" smtClean="0"/>
              <a:t>2</a:t>
            </a:fld>
            <a:endParaRPr lang="lb-LU"/>
          </a:p>
        </p:txBody>
      </p:sp>
    </p:spTree>
    <p:extLst>
      <p:ext uri="{BB962C8B-B14F-4D97-AF65-F5344CB8AC3E}">
        <p14:creationId xmlns:p14="http://schemas.microsoft.com/office/powerpoint/2010/main" val="1636008810"/>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CDBF0D-96A8-41AB-A5B9-5E09640AB07B}"/>
              </a:ext>
            </a:extLst>
          </p:cNvPr>
          <p:cNvSpPr>
            <a:spLocks noGrp="1"/>
          </p:cNvSpPr>
          <p:nvPr>
            <p:ph type="title"/>
          </p:nvPr>
        </p:nvSpPr>
        <p:spPr>
          <a:xfrm>
            <a:off x="548641" y="2384013"/>
            <a:ext cx="7998200" cy="648774"/>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de-LU" sz="4000" dirty="0"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Aperçu des </a:t>
            </a:r>
            <a:r>
              <a:rPr lang="de-LU" sz="4000" dirty="0" err="1"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décisions</a:t>
            </a:r>
            <a:r>
              <a:rPr lang="de-LU" sz="4000" dirty="0"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 </a:t>
            </a:r>
            <a:r>
              <a:rPr lang="de-LU" sz="4000" dirty="0" err="1"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douanières</a:t>
            </a:r>
            <a:endParaRPr lang="de-LU" sz="4000" dirty="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endParaRPr>
          </a:p>
        </p:txBody>
      </p:sp>
      <p:sp>
        <p:nvSpPr>
          <p:cNvPr id="3" name="Textplatzhalter 2">
            <a:extLst>
              <a:ext uri="{FF2B5EF4-FFF2-40B4-BE49-F238E27FC236}">
                <a16:creationId xmlns:a16="http://schemas.microsoft.com/office/drawing/2014/main" id="{D1B07D69-A409-49B8-91B9-8AE6AA720E1D}"/>
              </a:ext>
            </a:extLst>
          </p:cNvPr>
          <p:cNvSpPr>
            <a:spLocks noGrp="1"/>
          </p:cNvSpPr>
          <p:nvPr>
            <p:ph type="body" idx="1"/>
          </p:nvPr>
        </p:nvSpPr>
        <p:spPr>
          <a:xfrm>
            <a:off x="548641" y="3252991"/>
            <a:ext cx="7998200" cy="2074789"/>
          </a:xfrm>
        </p:spPr>
        <p:txBody>
          <a:bodyPr>
            <a:noAutofit/>
          </a:bodyPr>
          <a:lstStyle/>
          <a:p>
            <a:pPr lvl="0" algn="just">
              <a:lnSpc>
                <a:spcPct val="100000"/>
              </a:lnSpc>
            </a:pPr>
            <a:r>
              <a:rPr lang="fr-CH" sz="2000" dirty="0" smtClean="0">
                <a:solidFill>
                  <a:schemeClr val="tx1"/>
                </a:solidFill>
              </a:rPr>
              <a:t>Le tableau ci-après reprend les différents types de décisions arrêtées à la suite d’une demande.</a:t>
            </a:r>
          </a:p>
          <a:p>
            <a:pPr lvl="0" algn="just">
              <a:lnSpc>
                <a:spcPct val="100000"/>
              </a:lnSpc>
            </a:pPr>
            <a:endParaRPr lang="fr-CH" sz="2000" dirty="0" smtClean="0">
              <a:solidFill>
                <a:schemeClr val="tx1"/>
              </a:solidFill>
            </a:endParaRPr>
          </a:p>
          <a:p>
            <a:pPr lvl="0" algn="just">
              <a:lnSpc>
                <a:spcPct val="100000"/>
              </a:lnSpc>
            </a:pPr>
            <a:r>
              <a:rPr lang="fr-CH" sz="1600" b="1" dirty="0" smtClean="0">
                <a:solidFill>
                  <a:schemeClr val="tx1"/>
                </a:solidFill>
              </a:rPr>
              <a:t>N.B.</a:t>
            </a:r>
            <a:r>
              <a:rPr lang="fr-CH" sz="1600" dirty="0" smtClean="0">
                <a:solidFill>
                  <a:schemeClr val="tx1"/>
                </a:solidFill>
              </a:rPr>
              <a:t>: Il convient de souligner que ce tableau ne constitue pas une liste exhaustive des décisions ‎douanières arrêtées à la suite d’une demande mais vise à recenser les décisions les plus ‎fréquemment arrêtées.</a:t>
            </a:r>
          </a:p>
          <a:p>
            <a:pPr lvl="0" algn="just">
              <a:lnSpc>
                <a:spcPct val="100000"/>
              </a:lnSpc>
            </a:pPr>
            <a:endParaRPr lang="de-LU" sz="1600" i="1" spc="-150" dirty="0"/>
          </a:p>
        </p:txBody>
      </p:sp>
      <p:sp>
        <p:nvSpPr>
          <p:cNvPr id="4" name="Foliennummernplatzhalter 3">
            <a:extLst>
              <a:ext uri="{FF2B5EF4-FFF2-40B4-BE49-F238E27FC236}">
                <a16:creationId xmlns:a16="http://schemas.microsoft.com/office/drawing/2014/main" id="{5D766210-F311-4DE9-8F56-AC22CAC8F517}"/>
              </a:ext>
            </a:extLst>
          </p:cNvPr>
          <p:cNvSpPr>
            <a:spLocks noGrp="1"/>
          </p:cNvSpPr>
          <p:nvPr>
            <p:ph type="sldNum" sz="quarter" idx="12"/>
          </p:nvPr>
        </p:nvSpPr>
        <p:spPr/>
        <p:txBody>
          <a:bodyPr/>
          <a:lstStyle/>
          <a:p>
            <a:fld id="{C58F520E-0D3C-4C73-96DF-B271C0F692B0}" type="slidenum">
              <a:rPr lang="lb-LU" smtClean="0"/>
              <a:t>3</a:t>
            </a:fld>
            <a:endParaRPr lang="lb-LU"/>
          </a:p>
        </p:txBody>
      </p:sp>
    </p:spTree>
    <p:extLst>
      <p:ext uri="{BB962C8B-B14F-4D97-AF65-F5344CB8AC3E}">
        <p14:creationId xmlns:p14="http://schemas.microsoft.com/office/powerpoint/2010/main" val="2463251981"/>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8F520E-0D3C-4C73-96DF-B271C0F692B0}" type="slidenum">
              <a:rPr lang="lb-LU" smtClean="0"/>
              <a:t>4</a:t>
            </a:fld>
            <a:endParaRPr lang="lb-LU"/>
          </a:p>
        </p:txBody>
      </p:sp>
      <p:pic>
        <p:nvPicPr>
          <p:cNvPr id="1026" name="Picture 2" descr="https://documents.lucid.app/documents/26a5337b-fec2-46cb-a5f2-c167663313ee/pages/0_0?a=7457&amp;x=-40&amp;y=-46&amp;w=2638&amp;h=1441&amp;store=1&amp;accept=image%2F*&amp;auth=LCA%20159b807b782fcf0a3871047900cd870a965e2275-ts%3D166490466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45" y="65314"/>
            <a:ext cx="12077919" cy="6718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31385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CDBF0D-96A8-41AB-A5B9-5E09640AB07B}"/>
              </a:ext>
            </a:extLst>
          </p:cNvPr>
          <p:cNvSpPr>
            <a:spLocks noGrp="1"/>
          </p:cNvSpPr>
          <p:nvPr>
            <p:ph type="title"/>
          </p:nvPr>
        </p:nvSpPr>
        <p:spPr>
          <a:xfrm>
            <a:off x="573578" y="1474605"/>
            <a:ext cx="7617891" cy="899638"/>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de-LU" sz="4000" dirty="0" err="1"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Généralités</a:t>
            </a:r>
            <a:endParaRPr lang="de-LU" sz="4000" dirty="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endParaRPr>
          </a:p>
        </p:txBody>
      </p:sp>
      <p:sp>
        <p:nvSpPr>
          <p:cNvPr id="3" name="Textplatzhalter 2">
            <a:extLst>
              <a:ext uri="{FF2B5EF4-FFF2-40B4-BE49-F238E27FC236}">
                <a16:creationId xmlns:a16="http://schemas.microsoft.com/office/drawing/2014/main" id="{D1B07D69-A409-49B8-91B9-8AE6AA720E1D}"/>
              </a:ext>
            </a:extLst>
          </p:cNvPr>
          <p:cNvSpPr>
            <a:spLocks noGrp="1"/>
          </p:cNvSpPr>
          <p:nvPr>
            <p:ph type="body" idx="1"/>
          </p:nvPr>
        </p:nvSpPr>
        <p:spPr>
          <a:xfrm>
            <a:off x="643916" y="2561813"/>
            <a:ext cx="7617891" cy="3566160"/>
          </a:xfrm>
        </p:spPr>
        <p:txBody>
          <a:bodyPr>
            <a:noAutofit/>
          </a:bodyPr>
          <a:lstStyle/>
          <a:p>
            <a:pPr algn="just">
              <a:lnSpc>
                <a:spcPct val="100000"/>
              </a:lnSpc>
            </a:pPr>
            <a:r>
              <a:rPr lang="fr-CH" sz="2000" dirty="0" smtClean="0">
                <a:solidFill>
                  <a:schemeClr val="tx1"/>
                </a:solidFill>
              </a:rPr>
              <a:t>La mise en œuvre:</a:t>
            </a:r>
          </a:p>
          <a:p>
            <a:pPr marL="342900" indent="-342900" algn="just">
              <a:lnSpc>
                <a:spcPct val="100000"/>
              </a:lnSpc>
              <a:buFont typeface="Wingdings" panose="05000000000000000000" pitchFamily="2" charset="2"/>
              <a:buChar char="Ø"/>
            </a:pPr>
            <a:r>
              <a:rPr lang="fr-CH" sz="2000" dirty="0">
                <a:solidFill>
                  <a:schemeClr val="tx1"/>
                </a:solidFill>
              </a:rPr>
              <a:t>d</a:t>
            </a:r>
            <a:r>
              <a:rPr lang="fr-CH" sz="2000" dirty="0" smtClean="0">
                <a:solidFill>
                  <a:schemeClr val="tx1"/>
                </a:solidFill>
              </a:rPr>
              <a:t>u CDU (R952/2013)</a:t>
            </a:r>
          </a:p>
          <a:p>
            <a:pPr marL="342900" indent="-342900" algn="just">
              <a:lnSpc>
                <a:spcPct val="100000"/>
              </a:lnSpc>
              <a:buFont typeface="Wingdings" panose="05000000000000000000" pitchFamily="2" charset="2"/>
              <a:buChar char="Ø"/>
            </a:pPr>
            <a:r>
              <a:rPr lang="fr-CH" sz="2000" dirty="0" smtClean="0">
                <a:solidFill>
                  <a:schemeClr val="tx1"/>
                </a:solidFill>
              </a:rPr>
              <a:t>du RD (R2446/2015)</a:t>
            </a:r>
          </a:p>
          <a:p>
            <a:pPr marL="342900" indent="-342900" algn="just">
              <a:lnSpc>
                <a:spcPct val="100000"/>
              </a:lnSpc>
              <a:buFont typeface="Wingdings" panose="05000000000000000000" pitchFamily="2" charset="2"/>
              <a:buChar char="Ø"/>
            </a:pPr>
            <a:r>
              <a:rPr lang="fr-CH" sz="2000" dirty="0" smtClean="0">
                <a:solidFill>
                  <a:schemeClr val="tx1"/>
                </a:solidFill>
              </a:rPr>
              <a:t>du RE (R2447/2015)</a:t>
            </a:r>
          </a:p>
          <a:p>
            <a:pPr algn="just">
              <a:lnSpc>
                <a:spcPct val="100000"/>
              </a:lnSpc>
            </a:pPr>
            <a:r>
              <a:rPr lang="fr-CH" sz="2000" dirty="0" smtClean="0">
                <a:solidFill>
                  <a:schemeClr val="tx1"/>
                </a:solidFill>
              </a:rPr>
              <a:t>a introduit:</a:t>
            </a:r>
          </a:p>
          <a:p>
            <a:pPr marL="800100" lvl="1" indent="-342900" algn="just">
              <a:lnSpc>
                <a:spcPct val="100000"/>
              </a:lnSpc>
              <a:buFont typeface="Wingdings" panose="05000000000000000000" pitchFamily="2" charset="2"/>
              <a:buChar char="ü"/>
            </a:pPr>
            <a:r>
              <a:rPr lang="fr-CH" dirty="0" smtClean="0">
                <a:solidFill>
                  <a:schemeClr val="tx1"/>
                </a:solidFill>
              </a:rPr>
              <a:t>une </a:t>
            </a:r>
            <a:r>
              <a:rPr lang="fr-CH" dirty="0">
                <a:solidFill>
                  <a:schemeClr val="tx1"/>
                </a:solidFill>
              </a:rPr>
              <a:t>harmonisation plus poussée des </a:t>
            </a:r>
            <a:r>
              <a:rPr lang="fr-CH" dirty="0" smtClean="0">
                <a:solidFill>
                  <a:schemeClr val="tx1"/>
                </a:solidFill>
              </a:rPr>
              <a:t>décisions douanières</a:t>
            </a:r>
          </a:p>
          <a:p>
            <a:pPr marL="800100" lvl="1" indent="-342900" algn="just">
              <a:lnSpc>
                <a:spcPct val="100000"/>
              </a:lnSpc>
              <a:buFont typeface="Wingdings" panose="05000000000000000000" pitchFamily="2" charset="2"/>
              <a:buChar char="ü"/>
            </a:pPr>
            <a:r>
              <a:rPr lang="fr-CH" sz="2000" dirty="0" smtClean="0">
                <a:solidFill>
                  <a:schemeClr val="tx1"/>
                </a:solidFill>
              </a:rPr>
              <a:t>des </a:t>
            </a:r>
            <a:r>
              <a:rPr lang="fr-CH" sz="2000" dirty="0" smtClean="0">
                <a:solidFill>
                  <a:schemeClr val="tx1"/>
                </a:solidFill>
              </a:rPr>
              <a:t>règles générales </a:t>
            </a:r>
            <a:r>
              <a:rPr lang="fr-CH" sz="2000" dirty="0" smtClean="0">
                <a:solidFill>
                  <a:schemeClr val="tx1"/>
                </a:solidFill>
              </a:rPr>
              <a:t>&amp; communes </a:t>
            </a:r>
            <a:r>
              <a:rPr lang="fr-CH" sz="2000" dirty="0" smtClean="0">
                <a:solidFill>
                  <a:schemeClr val="tx1"/>
                </a:solidFill>
              </a:rPr>
              <a:t>relatives au processus de demande, de prise de décision ainsi qu’à la gestion des décisions.</a:t>
            </a:r>
          </a:p>
        </p:txBody>
      </p:sp>
      <p:sp>
        <p:nvSpPr>
          <p:cNvPr id="4" name="Foliennummernplatzhalter 3">
            <a:extLst>
              <a:ext uri="{FF2B5EF4-FFF2-40B4-BE49-F238E27FC236}">
                <a16:creationId xmlns:a16="http://schemas.microsoft.com/office/drawing/2014/main" id="{5D766210-F311-4DE9-8F56-AC22CAC8F517}"/>
              </a:ext>
            </a:extLst>
          </p:cNvPr>
          <p:cNvSpPr>
            <a:spLocks noGrp="1"/>
          </p:cNvSpPr>
          <p:nvPr>
            <p:ph type="sldNum" sz="quarter" idx="12"/>
          </p:nvPr>
        </p:nvSpPr>
        <p:spPr/>
        <p:txBody>
          <a:bodyPr/>
          <a:lstStyle/>
          <a:p>
            <a:fld id="{C58F520E-0D3C-4C73-96DF-B271C0F692B0}" type="slidenum">
              <a:rPr lang="lb-LU" smtClean="0"/>
              <a:t>5</a:t>
            </a:fld>
            <a:endParaRPr lang="lb-LU"/>
          </a:p>
        </p:txBody>
      </p:sp>
    </p:spTree>
    <p:extLst>
      <p:ext uri="{BB962C8B-B14F-4D97-AF65-F5344CB8AC3E}">
        <p14:creationId xmlns:p14="http://schemas.microsoft.com/office/powerpoint/2010/main" val="1251113089"/>
      </p:ext>
    </p:extLst>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4058" y="2274108"/>
            <a:ext cx="8057263" cy="662187"/>
          </a:xfrm>
        </p:spPr>
        <p:txBody>
          <a:bodyPr>
            <a:noAutofit/>
          </a:bodyPr>
          <a:lstStyle/>
          <a:p>
            <a:pPr algn="ctr"/>
            <a:r>
              <a:rPr lang="fr-CH" dirty="0" smtClean="0"/>
              <a:t>Moyens </a:t>
            </a:r>
            <a:r>
              <a:rPr lang="fr-CH" dirty="0"/>
              <a:t>d'échange et de stockage d'informations</a:t>
            </a:r>
            <a:endParaRPr lang="en-US" dirty="0"/>
          </a:p>
        </p:txBody>
      </p:sp>
      <p:sp>
        <p:nvSpPr>
          <p:cNvPr id="3" name="Content Placeholder 2"/>
          <p:cNvSpPr>
            <a:spLocks noGrp="1"/>
          </p:cNvSpPr>
          <p:nvPr>
            <p:ph idx="1"/>
          </p:nvPr>
        </p:nvSpPr>
        <p:spPr>
          <a:xfrm>
            <a:off x="531846" y="3139035"/>
            <a:ext cx="7921689" cy="1964411"/>
          </a:xfrm>
        </p:spPr>
        <p:txBody>
          <a:bodyPr>
            <a:normAutofit/>
          </a:bodyPr>
          <a:lstStyle/>
          <a:p>
            <a:pPr marL="0" indent="0" algn="just">
              <a:lnSpc>
                <a:spcPct val="100000"/>
              </a:lnSpc>
              <a:buNone/>
            </a:pPr>
            <a:r>
              <a:rPr lang="fr-CH" sz="2000" b="1" u="sng" dirty="0" smtClean="0"/>
              <a:t>Premièrement</a:t>
            </a:r>
            <a:r>
              <a:rPr lang="fr-CH" sz="2000" dirty="0" smtClean="0"/>
              <a:t>:</a:t>
            </a:r>
          </a:p>
          <a:p>
            <a:pPr marL="0" indent="0" algn="just">
              <a:lnSpc>
                <a:spcPct val="100000"/>
              </a:lnSpc>
              <a:buNone/>
            </a:pPr>
            <a:r>
              <a:rPr lang="fr-CH" sz="2000" dirty="0"/>
              <a:t>L</a:t>
            </a:r>
            <a:r>
              <a:rPr lang="fr-CH" sz="2000" dirty="0" smtClean="0"/>
              <a:t>e </a:t>
            </a:r>
            <a:r>
              <a:rPr lang="fr-CH" sz="2000" dirty="0" smtClean="0"/>
              <a:t>CDU prévoit que tout </a:t>
            </a:r>
            <a:r>
              <a:rPr lang="fr-CH" sz="2000" dirty="0"/>
              <a:t>échange </a:t>
            </a:r>
            <a:r>
              <a:rPr lang="fr-CH" sz="2000" dirty="0" smtClean="0"/>
              <a:t>d'informations (sauf </a:t>
            </a:r>
            <a:r>
              <a:rPr lang="fr-CH" sz="2000" dirty="0"/>
              <a:t>cas </a:t>
            </a:r>
            <a:r>
              <a:rPr lang="fr-CH" sz="2000" dirty="0" smtClean="0"/>
              <a:t>d’exception) entre </a:t>
            </a:r>
            <a:r>
              <a:rPr lang="fr-CH" sz="2000" dirty="0"/>
              <a:t>les opérateurs économiques et les autorités douanières, ainsi que le stockage de ces informations </a:t>
            </a:r>
            <a:r>
              <a:rPr lang="fr-CH" sz="2000" dirty="0" smtClean="0"/>
              <a:t>soient </a:t>
            </a:r>
            <a:r>
              <a:rPr lang="fr-CH" sz="2000" dirty="0"/>
              <a:t>effectués en utilisant </a:t>
            </a:r>
            <a:r>
              <a:rPr lang="fr-CH" sz="2000" b="1" dirty="0"/>
              <a:t>un procédé informatique de traitement des données</a:t>
            </a:r>
            <a:r>
              <a:rPr lang="fr-CH" sz="2000" dirty="0"/>
              <a:t>.</a:t>
            </a:r>
            <a:endParaRPr lang="en-US"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6</a:t>
            </a:fld>
            <a:endParaRPr lang="lb-LU"/>
          </a:p>
        </p:txBody>
      </p:sp>
    </p:spTree>
    <p:extLst>
      <p:ext uri="{BB962C8B-B14F-4D97-AF65-F5344CB8AC3E}">
        <p14:creationId xmlns:p14="http://schemas.microsoft.com/office/powerpoint/2010/main" val="40586298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3330" y="2016414"/>
            <a:ext cx="7602923" cy="662187"/>
          </a:xfrm>
        </p:spPr>
        <p:txBody>
          <a:bodyPr>
            <a:normAutofit/>
          </a:bodyPr>
          <a:lstStyle/>
          <a:p>
            <a:pPr algn="ctr"/>
            <a:r>
              <a:rPr lang="fr-CH" dirty="0" smtClean="0"/>
              <a:t>Exigences </a:t>
            </a:r>
            <a:r>
              <a:rPr lang="fr-CH" dirty="0"/>
              <a:t>communes en matière de données</a:t>
            </a:r>
            <a:endParaRPr lang="en-US" dirty="0"/>
          </a:p>
        </p:txBody>
      </p:sp>
      <p:sp>
        <p:nvSpPr>
          <p:cNvPr id="3" name="Content Placeholder 2"/>
          <p:cNvSpPr>
            <a:spLocks noGrp="1"/>
          </p:cNvSpPr>
          <p:nvPr>
            <p:ph idx="1"/>
          </p:nvPr>
        </p:nvSpPr>
        <p:spPr>
          <a:xfrm>
            <a:off x="673330" y="2781588"/>
            <a:ext cx="7602923" cy="2978349"/>
          </a:xfrm>
        </p:spPr>
        <p:txBody>
          <a:bodyPr>
            <a:normAutofit/>
          </a:bodyPr>
          <a:lstStyle/>
          <a:p>
            <a:pPr marL="0" indent="0" algn="just">
              <a:lnSpc>
                <a:spcPct val="100000"/>
              </a:lnSpc>
              <a:buNone/>
            </a:pPr>
            <a:r>
              <a:rPr lang="fr-CH" sz="2000" b="1" u="sng" dirty="0" smtClean="0"/>
              <a:t>Deuxièmement</a:t>
            </a:r>
            <a:r>
              <a:rPr lang="fr-CH" sz="2000" dirty="0" smtClean="0"/>
              <a:t>:</a:t>
            </a:r>
          </a:p>
          <a:p>
            <a:pPr marL="0" indent="0" algn="just">
              <a:lnSpc>
                <a:spcPct val="100000"/>
              </a:lnSpc>
              <a:buNone/>
            </a:pPr>
            <a:r>
              <a:rPr lang="fr-CH" sz="2000" dirty="0" smtClean="0"/>
              <a:t>Le CDU prévoit d</a:t>
            </a:r>
            <a:r>
              <a:rPr lang="fr-CH" sz="2000" dirty="0" smtClean="0"/>
              <a:t>es </a:t>
            </a:r>
            <a:r>
              <a:rPr lang="fr-CH" sz="2000" dirty="0"/>
              <a:t>exigences </a:t>
            </a:r>
            <a:r>
              <a:rPr lang="fr-CH" sz="2000" dirty="0" smtClean="0"/>
              <a:t>communes (applicable dans l’ensemble de l’UE) </a:t>
            </a:r>
            <a:r>
              <a:rPr lang="fr-CH" sz="2000" dirty="0"/>
              <a:t>en matière de </a:t>
            </a:r>
            <a:r>
              <a:rPr lang="fr-CH" sz="2000" b="1" dirty="0" smtClean="0"/>
              <a:t>données</a:t>
            </a:r>
            <a:r>
              <a:rPr lang="fr-CH" sz="2000" dirty="0"/>
              <a:t> </a:t>
            </a:r>
            <a:r>
              <a:rPr lang="fr-CH" sz="2000" dirty="0" smtClean="0"/>
              <a:t>afin </a:t>
            </a:r>
            <a:r>
              <a:rPr lang="fr-CH" sz="2000" dirty="0"/>
              <a:t>d’harmoniser l'échange et le stockage des informations requises pour la gestion des demandes et décisions </a:t>
            </a:r>
            <a:r>
              <a:rPr lang="fr-CH" sz="2000" dirty="0" smtClean="0"/>
              <a:t>douanières.</a:t>
            </a:r>
          </a:p>
          <a:p>
            <a:pPr marL="0" indent="0" algn="just">
              <a:lnSpc>
                <a:spcPct val="100000"/>
              </a:lnSpc>
              <a:buNone/>
            </a:pPr>
            <a:r>
              <a:rPr lang="fr-CH" sz="2000" dirty="0" smtClean="0"/>
              <a:t>Ces </a:t>
            </a:r>
            <a:r>
              <a:rPr lang="fr-CH" sz="2000" dirty="0"/>
              <a:t>exigences communes en matière de données sont définies à </a:t>
            </a:r>
            <a:r>
              <a:rPr lang="fr-CH" sz="2000" dirty="0" smtClean="0"/>
              <a:t>l’Annexe </a:t>
            </a:r>
            <a:r>
              <a:rPr lang="fr-CH" sz="2000" dirty="0"/>
              <a:t>A du RD et les formats et codes y relatifs figurent à </a:t>
            </a:r>
            <a:r>
              <a:rPr lang="fr-CH" sz="2000" dirty="0" smtClean="0"/>
              <a:t>l‘Annexe </a:t>
            </a:r>
            <a:r>
              <a:rPr lang="fr-CH" sz="2000" dirty="0"/>
              <a:t>A du RE.</a:t>
            </a:r>
            <a:endParaRPr lang="en-US"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7</a:t>
            </a:fld>
            <a:endParaRPr lang="lb-LU"/>
          </a:p>
        </p:txBody>
      </p:sp>
    </p:spTree>
    <p:extLst>
      <p:ext uri="{BB962C8B-B14F-4D97-AF65-F5344CB8AC3E}">
        <p14:creationId xmlns:p14="http://schemas.microsoft.com/office/powerpoint/2010/main" val="13792727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34" y="1637296"/>
            <a:ext cx="8028570" cy="662187"/>
          </a:xfrm>
        </p:spPr>
        <p:txBody>
          <a:bodyPr>
            <a:normAutofit/>
          </a:bodyPr>
          <a:lstStyle/>
          <a:p>
            <a:pPr algn="ctr"/>
            <a:r>
              <a:rPr lang="en-US" dirty="0" err="1" smtClean="0"/>
              <a:t>Systèmes</a:t>
            </a:r>
            <a:r>
              <a:rPr lang="en-US" dirty="0" smtClean="0"/>
              <a:t> </a:t>
            </a:r>
            <a:r>
              <a:rPr lang="en-US" dirty="0" err="1"/>
              <a:t>informatiques</a:t>
            </a:r>
            <a:endParaRPr lang="en-US" dirty="0"/>
          </a:p>
        </p:txBody>
      </p:sp>
      <p:sp>
        <p:nvSpPr>
          <p:cNvPr id="3" name="Content Placeholder 2"/>
          <p:cNvSpPr>
            <a:spLocks noGrp="1"/>
          </p:cNvSpPr>
          <p:nvPr>
            <p:ph idx="1"/>
          </p:nvPr>
        </p:nvSpPr>
        <p:spPr>
          <a:xfrm>
            <a:off x="415634" y="2547815"/>
            <a:ext cx="8028570" cy="3493477"/>
          </a:xfrm>
        </p:spPr>
        <p:txBody>
          <a:bodyPr>
            <a:normAutofit/>
          </a:bodyPr>
          <a:lstStyle/>
          <a:p>
            <a:pPr marL="0" indent="0" algn="just">
              <a:lnSpc>
                <a:spcPct val="100000"/>
              </a:lnSpc>
              <a:buNone/>
            </a:pPr>
            <a:r>
              <a:rPr lang="fr-CH" sz="2000" b="1" u="sng" dirty="0" smtClean="0"/>
              <a:t>Troisièmement</a:t>
            </a:r>
            <a:r>
              <a:rPr lang="fr-CH" sz="2000" dirty="0" smtClean="0"/>
              <a:t>:</a:t>
            </a:r>
          </a:p>
          <a:p>
            <a:pPr marL="0" indent="0" algn="just">
              <a:lnSpc>
                <a:spcPct val="100000"/>
              </a:lnSpc>
              <a:buNone/>
            </a:pPr>
            <a:r>
              <a:rPr lang="fr-CH" sz="2000" dirty="0" smtClean="0"/>
              <a:t>Sous </a:t>
            </a:r>
            <a:r>
              <a:rPr lang="fr-CH" sz="2000" dirty="0"/>
              <a:t>l’objectif </a:t>
            </a:r>
            <a:r>
              <a:rPr lang="fr-CH" sz="2000" dirty="0" smtClean="0"/>
              <a:t>de:</a:t>
            </a:r>
          </a:p>
          <a:p>
            <a:pPr algn="just">
              <a:lnSpc>
                <a:spcPct val="100000"/>
              </a:lnSpc>
              <a:buFont typeface="Wingdings" panose="05000000000000000000" pitchFamily="2" charset="2"/>
              <a:buChar char="Ø"/>
            </a:pPr>
            <a:r>
              <a:rPr lang="fr-CH" sz="2000" dirty="0" smtClean="0"/>
              <a:t>l’harmonisation </a:t>
            </a:r>
            <a:r>
              <a:rPr lang="fr-CH" sz="2000" dirty="0"/>
              <a:t>des procédures (demande, prise et gestion de </a:t>
            </a:r>
            <a:r>
              <a:rPr lang="fr-CH" sz="2000" dirty="0" smtClean="0"/>
              <a:t>décision)</a:t>
            </a:r>
          </a:p>
          <a:p>
            <a:pPr algn="just">
              <a:lnSpc>
                <a:spcPct val="100000"/>
              </a:lnSpc>
              <a:buFont typeface="Wingdings" panose="05000000000000000000" pitchFamily="2" charset="2"/>
              <a:buChar char="Ø"/>
            </a:pPr>
            <a:r>
              <a:rPr lang="fr-CH" sz="2000" dirty="0" smtClean="0"/>
              <a:t>l’intégration </a:t>
            </a:r>
            <a:r>
              <a:rPr lang="fr-CH" sz="2000" dirty="0"/>
              <a:t>des exigences </a:t>
            </a:r>
            <a:r>
              <a:rPr lang="fr-CH" sz="2000" dirty="0" smtClean="0"/>
              <a:t>communes</a:t>
            </a:r>
          </a:p>
          <a:p>
            <a:pPr marL="0" indent="0" algn="just">
              <a:lnSpc>
                <a:spcPct val="100000"/>
              </a:lnSpc>
              <a:buNone/>
            </a:pPr>
            <a:r>
              <a:rPr lang="fr-CH" sz="2000" dirty="0" smtClean="0"/>
              <a:t>la </a:t>
            </a:r>
            <a:r>
              <a:rPr lang="fr-CH" sz="2000" dirty="0"/>
              <a:t>Commission Européenne a développé, en collaboration avec les Etats membres, un certain nombre de systèmes </a:t>
            </a:r>
            <a:r>
              <a:rPr lang="fr-CH" sz="2000" dirty="0" smtClean="0"/>
              <a:t>informatiques, dont</a:t>
            </a:r>
            <a:r>
              <a:rPr lang="fr-CH" sz="2000" dirty="0" smtClean="0"/>
              <a:t>:</a:t>
            </a:r>
            <a:endParaRPr lang="fr-CH" sz="2000" dirty="0" smtClean="0"/>
          </a:p>
          <a:p>
            <a:pPr algn="just">
              <a:lnSpc>
                <a:spcPct val="100000"/>
              </a:lnSpc>
              <a:buFont typeface="Wingdings" panose="05000000000000000000" pitchFamily="2" charset="2"/>
              <a:buChar char="q"/>
            </a:pPr>
            <a:r>
              <a:rPr lang="fr-CH" sz="2000" b="1" dirty="0" smtClean="0"/>
              <a:t> Le système </a:t>
            </a:r>
            <a:r>
              <a:rPr lang="fr-CH" sz="2000" b="1" dirty="0" smtClean="0"/>
              <a:t>de </a:t>
            </a:r>
            <a:r>
              <a:rPr lang="fr-CH" sz="2000" b="1" dirty="0" smtClean="0"/>
              <a:t>décisions douanières (CDS)</a:t>
            </a:r>
          </a:p>
          <a:p>
            <a:pPr algn="just">
              <a:lnSpc>
                <a:spcPct val="100000"/>
              </a:lnSpc>
              <a:buFont typeface="Wingdings" panose="05000000000000000000" pitchFamily="2" charset="2"/>
              <a:buChar char="q"/>
            </a:pPr>
            <a:r>
              <a:rPr lang="fr-CH" sz="2000" b="1" dirty="0"/>
              <a:t> </a:t>
            </a:r>
            <a:r>
              <a:rPr lang="fr-CH" sz="2000" b="1" dirty="0" smtClean="0"/>
              <a:t>Le portail </a:t>
            </a:r>
            <a:r>
              <a:rPr lang="fr-CH" sz="2000" b="1" dirty="0"/>
              <a:t>des douanes de </a:t>
            </a:r>
            <a:r>
              <a:rPr lang="fr-CH" sz="2000" b="1" dirty="0" smtClean="0"/>
              <a:t>l'UE (EUCTP)</a:t>
            </a:r>
            <a:endParaRPr lang="en-US" sz="2000" b="1" dirty="0"/>
          </a:p>
        </p:txBody>
      </p:sp>
      <p:sp>
        <p:nvSpPr>
          <p:cNvPr id="4" name="Slide Number Placeholder 3"/>
          <p:cNvSpPr>
            <a:spLocks noGrp="1"/>
          </p:cNvSpPr>
          <p:nvPr>
            <p:ph type="sldNum" sz="quarter" idx="12"/>
          </p:nvPr>
        </p:nvSpPr>
        <p:spPr/>
        <p:txBody>
          <a:bodyPr/>
          <a:lstStyle/>
          <a:p>
            <a:fld id="{C58F520E-0D3C-4C73-96DF-B271C0F692B0}" type="slidenum">
              <a:rPr lang="lb-LU" smtClean="0"/>
              <a:t>8</a:t>
            </a:fld>
            <a:endParaRPr lang="lb-LU"/>
          </a:p>
        </p:txBody>
      </p:sp>
    </p:spTree>
    <p:extLst>
      <p:ext uri="{BB962C8B-B14F-4D97-AF65-F5344CB8AC3E}">
        <p14:creationId xmlns:p14="http://schemas.microsoft.com/office/powerpoint/2010/main" val="125033047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263" y="2755754"/>
            <a:ext cx="8058593"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Le système de décisions </a:t>
            </a: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douanières</a:t>
            </a:r>
            <a:endPar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endParaRPr>
          </a:p>
        </p:txBody>
      </p:sp>
      <p:sp>
        <p:nvSpPr>
          <p:cNvPr id="3" name="Text Placeholder 2"/>
          <p:cNvSpPr>
            <a:spLocks noGrp="1"/>
          </p:cNvSpPr>
          <p:nvPr>
            <p:ph type="body" idx="1"/>
          </p:nvPr>
        </p:nvSpPr>
        <p:spPr>
          <a:xfrm>
            <a:off x="432263" y="3846757"/>
            <a:ext cx="8058593" cy="1350393"/>
          </a:xfrm>
        </p:spPr>
        <p:txBody>
          <a:bodyPr>
            <a:normAutofit/>
          </a:bodyPr>
          <a:lstStyle/>
          <a:p>
            <a:pPr lvl="0" algn="just">
              <a:lnSpc>
                <a:spcPct val="100000"/>
              </a:lnSpc>
            </a:pPr>
            <a:r>
              <a:rPr lang="fr-LU" altLang="fr-FR" sz="2000" dirty="0">
                <a:solidFill>
                  <a:prstClr val="black"/>
                </a:solidFill>
              </a:rPr>
              <a:t>Sous l’objectif de la digitalisation et de l’harmonisation des procédures, la Commission Européenne a ‎développé le système de décisions douanières (CDS), lequel permet la gestion de 22 types de ‎décisions douanières différentes.</a:t>
            </a:r>
          </a:p>
          <a:p>
            <a:pPr algn="just">
              <a:lnSpc>
                <a:spcPct val="100000"/>
              </a:lnSpc>
              <a:spcAft>
                <a:spcPts val="1100"/>
              </a:spcAft>
            </a:pPr>
            <a:endParaRPr lang="fr-FR" sz="16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9</a:t>
            </a:fld>
            <a:endParaRPr lang="lb-LU"/>
          </a:p>
        </p:txBody>
      </p:sp>
    </p:spTree>
    <p:extLst>
      <p:ext uri="{BB962C8B-B14F-4D97-AF65-F5344CB8AC3E}">
        <p14:creationId xmlns:p14="http://schemas.microsoft.com/office/powerpoint/2010/main" val="1297637206"/>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9208" y="1894384"/>
            <a:ext cx="8220270" cy="662187"/>
          </a:xfrm>
        </p:spPr>
        <p:txBody>
          <a:bodyPr/>
          <a:lstStyle/>
          <a:p>
            <a:r>
              <a:rPr lang="fr-LU" dirty="0"/>
              <a:t>Le système de décisions douanières</a:t>
            </a:r>
          </a:p>
        </p:txBody>
      </p:sp>
      <p:sp>
        <p:nvSpPr>
          <p:cNvPr id="3" name="Content Placeholder 2"/>
          <p:cNvSpPr>
            <a:spLocks noGrp="1"/>
          </p:cNvSpPr>
          <p:nvPr>
            <p:ph idx="1"/>
          </p:nvPr>
        </p:nvSpPr>
        <p:spPr>
          <a:xfrm>
            <a:off x="429208" y="2696530"/>
            <a:ext cx="8220270" cy="2939499"/>
          </a:xfrm>
        </p:spPr>
        <p:txBody>
          <a:bodyPr>
            <a:normAutofit/>
          </a:bodyPr>
          <a:lstStyle/>
          <a:p>
            <a:pPr marL="0" indent="0" algn="just">
              <a:lnSpc>
                <a:spcPct val="100000"/>
              </a:lnSpc>
              <a:buNone/>
            </a:pPr>
            <a:r>
              <a:rPr lang="fr-LU" altLang="fr-FR" sz="2000" b="1" u="sng" dirty="0" smtClean="0"/>
              <a:t>Avantages</a:t>
            </a:r>
            <a:r>
              <a:rPr lang="fr-LU" altLang="fr-FR" sz="2000" dirty="0"/>
              <a:t>:</a:t>
            </a:r>
          </a:p>
          <a:p>
            <a:pPr algn="just">
              <a:lnSpc>
                <a:spcPct val="100000"/>
              </a:lnSpc>
              <a:buFont typeface="Wingdings" panose="05000000000000000000" pitchFamily="2" charset="2"/>
              <a:buChar char="ü"/>
            </a:pPr>
            <a:r>
              <a:rPr lang="fr-FR" sz="2000" dirty="0" smtClean="0"/>
              <a:t>Procédures uniformisées </a:t>
            </a:r>
            <a:r>
              <a:rPr lang="fr-FR" sz="2000" dirty="0"/>
              <a:t>(demande et prise de décision)</a:t>
            </a:r>
          </a:p>
          <a:p>
            <a:pPr algn="just">
              <a:lnSpc>
                <a:spcPct val="100000"/>
              </a:lnSpc>
              <a:buFont typeface="Wingdings" panose="05000000000000000000" pitchFamily="2" charset="2"/>
              <a:buChar char="ü"/>
            </a:pPr>
            <a:r>
              <a:rPr lang="fr-FR" sz="2000" dirty="0"/>
              <a:t>Facilitation de communication entre les différents </a:t>
            </a:r>
            <a:r>
              <a:rPr lang="fr-FR" sz="2000" dirty="0" smtClean="0"/>
              <a:t>acteurs</a:t>
            </a:r>
          </a:p>
          <a:p>
            <a:pPr marL="0" indent="0" algn="just">
              <a:lnSpc>
                <a:spcPct val="100000"/>
              </a:lnSpc>
              <a:buNone/>
            </a:pPr>
            <a:r>
              <a:rPr lang="fr-FR" sz="2000" dirty="0"/>
              <a:t> </a:t>
            </a:r>
            <a:r>
              <a:rPr lang="fr-FR" sz="2000" dirty="0" smtClean="0"/>
              <a:t>   (Commission </a:t>
            </a:r>
            <a:r>
              <a:rPr lang="fr-FR" sz="2000" dirty="0"/>
              <a:t>européenne, États membres &amp;</a:t>
            </a:r>
            <a:r>
              <a:rPr lang="fr-FR" sz="2000" dirty="0" smtClean="0"/>
              <a:t> </a:t>
            </a:r>
            <a:r>
              <a:rPr lang="fr-FR" sz="2000" dirty="0"/>
              <a:t>opérateurs ‎économiques)</a:t>
            </a:r>
          </a:p>
          <a:p>
            <a:pPr algn="just">
              <a:lnSpc>
                <a:spcPct val="100000"/>
              </a:lnSpc>
              <a:buFont typeface="Wingdings" panose="05000000000000000000" pitchFamily="2" charset="2"/>
              <a:buChar char="ü"/>
            </a:pPr>
            <a:r>
              <a:rPr lang="fr-FR" sz="2000" dirty="0"/>
              <a:t>Gestion uniforme de tout événement ultérieur, susceptible d’avoir une incidence sur la demande ou la décision </a:t>
            </a:r>
            <a:r>
              <a:rPr lang="fr-FR" sz="2000" dirty="0" smtClean="0"/>
              <a:t>initiale</a:t>
            </a:r>
          </a:p>
          <a:p>
            <a:pPr marL="0" indent="0" algn="just">
              <a:lnSpc>
                <a:spcPct val="100000"/>
              </a:lnSpc>
              <a:buNone/>
            </a:pPr>
            <a:r>
              <a:rPr lang="fr-FR" sz="2000" dirty="0"/>
              <a:t> </a:t>
            </a:r>
            <a:r>
              <a:rPr lang="fr-FR" sz="2000" dirty="0" smtClean="0"/>
              <a:t>   </a:t>
            </a:r>
            <a:r>
              <a:rPr lang="fr-FR" sz="2000" dirty="0" smtClean="0"/>
              <a:t>(p.ex.: amendement</a:t>
            </a:r>
            <a:r>
              <a:rPr lang="fr-FR" sz="2000" dirty="0"/>
              <a:t>, </a:t>
            </a:r>
            <a:r>
              <a:rPr lang="fr-FR" sz="2000" dirty="0" smtClean="0"/>
              <a:t>révocation, annulation</a:t>
            </a:r>
            <a:r>
              <a:rPr lang="fr-FR" sz="2000" dirty="0"/>
              <a:t>, </a:t>
            </a:r>
            <a:r>
              <a:rPr lang="fr-FR" sz="2000" dirty="0" smtClean="0"/>
              <a:t>suspension)</a:t>
            </a:r>
            <a:endParaRPr lang="fr-FR" sz="2000" dirty="0"/>
          </a:p>
          <a:p>
            <a:pPr marL="0" indent="0" algn="just">
              <a:buNone/>
            </a:pPr>
            <a:endParaRPr lang="fr-LU" sz="2000" spc="-150" dirty="0"/>
          </a:p>
          <a:p>
            <a:endParaRPr lang="fr-LU"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3907721"/>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8F520E-0D3C-4C73-96DF-B271C0F692B0}" type="slidenum">
              <a:rPr lang="lb-LU" smtClean="0"/>
              <a:t>11</a:t>
            </a:fld>
            <a:endParaRPr lang="lb-LU"/>
          </a:p>
        </p:txBody>
      </p:sp>
      <p:pic>
        <p:nvPicPr>
          <p:cNvPr id="3" name="Picture 2"/>
          <p:cNvPicPr>
            <a:picLocks noChangeAspect="1"/>
          </p:cNvPicPr>
          <p:nvPr/>
        </p:nvPicPr>
        <p:blipFill>
          <a:blip r:embed="rId2"/>
          <a:stretch>
            <a:fillRect/>
          </a:stretch>
        </p:blipFill>
        <p:spPr>
          <a:xfrm>
            <a:off x="922712" y="1688189"/>
            <a:ext cx="7002405" cy="4381394"/>
          </a:xfrm>
          <a:prstGeom prst="rect">
            <a:avLst/>
          </a:prstGeom>
        </p:spPr>
      </p:pic>
    </p:spTree>
    <p:extLst>
      <p:ext uri="{BB962C8B-B14F-4D97-AF65-F5344CB8AC3E}">
        <p14:creationId xmlns:p14="http://schemas.microsoft.com/office/powerpoint/2010/main" val="250718502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0450"/>
            <a:ext cx="7829939" cy="662187"/>
          </a:xfrm>
        </p:spPr>
        <p:txBody>
          <a:bodyPr/>
          <a:lstStyle/>
          <a:p>
            <a:r>
              <a:rPr lang="fr-LU" dirty="0"/>
              <a:t>Architecture</a:t>
            </a:r>
          </a:p>
        </p:txBody>
      </p:sp>
      <p:sp>
        <p:nvSpPr>
          <p:cNvPr id="3" name="Content Placeholder 2"/>
          <p:cNvSpPr>
            <a:spLocks noGrp="1"/>
          </p:cNvSpPr>
          <p:nvPr>
            <p:ph idx="1"/>
          </p:nvPr>
        </p:nvSpPr>
        <p:spPr>
          <a:xfrm>
            <a:off x="569167" y="1722636"/>
            <a:ext cx="8098972" cy="5284993"/>
          </a:xfrm>
        </p:spPr>
        <p:txBody>
          <a:bodyPr>
            <a:normAutofit/>
          </a:bodyPr>
          <a:lstStyle/>
          <a:p>
            <a:pPr marL="0" indent="0" algn="just">
              <a:buNone/>
            </a:pPr>
            <a:endParaRPr lang="fr-LU" sz="2000" spc="-150" dirty="0"/>
          </a:p>
          <a:p>
            <a:pPr marL="0" indent="0" algn="just">
              <a:buNone/>
            </a:pPr>
            <a:endParaRPr lang="en-US" sz="22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7"/>
          <p:cNvPicPr>
            <a:picLocks noChangeAspect="1"/>
          </p:cNvPicPr>
          <p:nvPr/>
        </p:nvPicPr>
        <p:blipFill rotWithShape="1">
          <a:blip r:embed="rId2"/>
          <a:srcRect l="12847" r="3550" b="5705"/>
          <a:stretch/>
        </p:blipFill>
        <p:spPr>
          <a:xfrm>
            <a:off x="1255222" y="1722635"/>
            <a:ext cx="6392488" cy="4671752"/>
          </a:xfrm>
          <a:prstGeom prst="rect">
            <a:avLst/>
          </a:prstGeom>
        </p:spPr>
      </p:pic>
      <p:sp>
        <p:nvSpPr>
          <p:cNvPr id="6" name="TextBox 5"/>
          <p:cNvSpPr txBox="1"/>
          <p:nvPr/>
        </p:nvSpPr>
        <p:spPr>
          <a:xfrm>
            <a:off x="5777346" y="2370262"/>
            <a:ext cx="301686" cy="369332"/>
          </a:xfrm>
          <a:prstGeom prst="rect">
            <a:avLst/>
          </a:prstGeom>
          <a:solidFill>
            <a:schemeClr val="accent2"/>
          </a:solidFill>
        </p:spPr>
        <p:txBody>
          <a:bodyPr wrap="none" rtlCol="0">
            <a:spAutoFit/>
          </a:bodyPr>
          <a:lstStyle/>
          <a:p>
            <a:r>
              <a:rPr lang="en-US" dirty="0" smtClean="0"/>
              <a:t>1</a:t>
            </a:r>
            <a:endParaRPr lang="en-US" dirty="0"/>
          </a:p>
        </p:txBody>
      </p:sp>
      <p:sp>
        <p:nvSpPr>
          <p:cNvPr id="7" name="TextBox 6"/>
          <p:cNvSpPr txBox="1"/>
          <p:nvPr/>
        </p:nvSpPr>
        <p:spPr>
          <a:xfrm>
            <a:off x="4217324" y="4060411"/>
            <a:ext cx="301686" cy="369332"/>
          </a:xfrm>
          <a:prstGeom prst="rect">
            <a:avLst/>
          </a:prstGeom>
          <a:solidFill>
            <a:srgbClr val="00B0F0"/>
          </a:solidFill>
        </p:spPr>
        <p:txBody>
          <a:bodyPr wrap="none" rtlCol="0">
            <a:spAutoFit/>
          </a:bodyPr>
          <a:lstStyle/>
          <a:p>
            <a:r>
              <a:rPr lang="en-US" dirty="0"/>
              <a:t>2</a:t>
            </a:r>
          </a:p>
        </p:txBody>
      </p:sp>
      <p:sp>
        <p:nvSpPr>
          <p:cNvPr id="8" name="TextBox 7"/>
          <p:cNvSpPr txBox="1"/>
          <p:nvPr/>
        </p:nvSpPr>
        <p:spPr>
          <a:xfrm>
            <a:off x="5073535" y="6025056"/>
            <a:ext cx="301686" cy="369332"/>
          </a:xfrm>
          <a:prstGeom prst="rect">
            <a:avLst/>
          </a:prstGeom>
          <a:solidFill>
            <a:srgbClr val="92D050"/>
          </a:solidFill>
          <a:ln>
            <a:solidFill>
              <a:srgbClr val="92D050"/>
            </a:solidFill>
          </a:ln>
        </p:spPr>
        <p:txBody>
          <a:bodyPr wrap="none" rtlCol="0">
            <a:spAutoFit/>
          </a:bodyPr>
          <a:lstStyle/>
          <a:p>
            <a:r>
              <a:rPr lang="en-US" dirty="0" smtClean="0"/>
              <a:t>3</a:t>
            </a:r>
            <a:endParaRPr lang="en-US" dirty="0"/>
          </a:p>
        </p:txBody>
      </p:sp>
    </p:spTree>
    <p:extLst>
      <p:ext uri="{BB962C8B-B14F-4D97-AF65-F5344CB8AC3E}">
        <p14:creationId xmlns:p14="http://schemas.microsoft.com/office/powerpoint/2010/main" val="3350941018"/>
      </p:ext>
    </p:extLst>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9168" y="1060450"/>
            <a:ext cx="8098971" cy="662187"/>
          </a:xfrm>
        </p:spPr>
        <p:txBody>
          <a:bodyPr/>
          <a:lstStyle/>
          <a:p>
            <a:r>
              <a:rPr lang="fr-LU" dirty="0"/>
              <a:t>Architecture</a:t>
            </a:r>
          </a:p>
        </p:txBody>
      </p:sp>
      <p:sp>
        <p:nvSpPr>
          <p:cNvPr id="3" name="Content Placeholder 2"/>
          <p:cNvSpPr>
            <a:spLocks noGrp="1"/>
          </p:cNvSpPr>
          <p:nvPr>
            <p:ph idx="1"/>
          </p:nvPr>
        </p:nvSpPr>
        <p:spPr>
          <a:xfrm>
            <a:off x="569166" y="1722636"/>
            <a:ext cx="8543571" cy="4894295"/>
          </a:xfrm>
        </p:spPr>
        <p:txBody>
          <a:bodyPr>
            <a:noAutofit/>
          </a:bodyPr>
          <a:lstStyle/>
          <a:p>
            <a:pPr marL="0" indent="0" algn="just">
              <a:lnSpc>
                <a:spcPct val="100000"/>
              </a:lnSpc>
              <a:buNone/>
            </a:pPr>
            <a:r>
              <a:rPr lang="fr-LU" sz="2000" dirty="0"/>
              <a:t>Le CDS comporte:</a:t>
            </a:r>
          </a:p>
          <a:p>
            <a:pPr marL="0" indent="0" algn="just">
              <a:lnSpc>
                <a:spcPct val="100000"/>
              </a:lnSpc>
              <a:buNone/>
            </a:pPr>
            <a:r>
              <a:rPr lang="fr-LU" sz="2000" b="1" u="sng" dirty="0"/>
              <a:t>Le portail destiné aux opérateurs économiques</a:t>
            </a:r>
            <a:r>
              <a:rPr lang="fr-LU" sz="2000" dirty="0"/>
              <a:t> </a:t>
            </a:r>
            <a:r>
              <a:rPr lang="fr-LU" sz="2000" dirty="0" smtClean="0"/>
              <a:t>permettant à l’OE:</a:t>
            </a:r>
            <a:endParaRPr lang="en-US" sz="2000" dirty="0"/>
          </a:p>
          <a:p>
            <a:pPr algn="just">
              <a:lnSpc>
                <a:spcPct val="100000"/>
              </a:lnSpc>
              <a:buFont typeface="Wingdings" panose="05000000000000000000" pitchFamily="2" charset="2"/>
              <a:buChar char="q"/>
            </a:pPr>
            <a:r>
              <a:rPr lang="en-US" sz="2000" dirty="0"/>
              <a:t> </a:t>
            </a:r>
            <a:r>
              <a:rPr lang="fr-LU" sz="2000" dirty="0" smtClean="0"/>
              <a:t>d’accéder </a:t>
            </a:r>
            <a:r>
              <a:rPr lang="fr-LU" sz="2000" dirty="0"/>
              <a:t>au système </a:t>
            </a:r>
            <a:r>
              <a:rPr lang="fr-LU" sz="2000" dirty="0" smtClean="0"/>
              <a:t>de </a:t>
            </a:r>
            <a:r>
              <a:rPr lang="fr-LU" sz="2000" dirty="0"/>
              <a:t>« décisions douanières </a:t>
            </a:r>
            <a:r>
              <a:rPr lang="fr-LU" sz="2000" dirty="0" smtClean="0"/>
              <a:t>»</a:t>
            </a:r>
          </a:p>
          <a:p>
            <a:pPr algn="just">
              <a:lnSpc>
                <a:spcPct val="100000"/>
              </a:lnSpc>
              <a:buFont typeface="Wingdings" panose="05000000000000000000" pitchFamily="2" charset="2"/>
              <a:buChar char="q"/>
            </a:pPr>
            <a:r>
              <a:rPr lang="fr-LU" sz="2000" dirty="0"/>
              <a:t> </a:t>
            </a:r>
            <a:r>
              <a:rPr lang="fr-LU" sz="2000" dirty="0" smtClean="0"/>
              <a:t>de </a:t>
            </a:r>
            <a:r>
              <a:rPr lang="fr-LU" sz="2000" dirty="0"/>
              <a:t>‎</a:t>
            </a:r>
            <a:r>
              <a:rPr lang="fr-LU" sz="2000" dirty="0" smtClean="0"/>
              <a:t>soumettre une demande</a:t>
            </a:r>
            <a:endParaRPr lang="fr-LU" sz="2000" dirty="0" smtClean="0"/>
          </a:p>
          <a:p>
            <a:pPr algn="just">
              <a:lnSpc>
                <a:spcPct val="100000"/>
              </a:lnSpc>
              <a:buFont typeface="Wingdings" panose="05000000000000000000" pitchFamily="2" charset="2"/>
              <a:buChar char="q"/>
            </a:pPr>
            <a:r>
              <a:rPr lang="fr-LU" sz="2000" dirty="0"/>
              <a:t> </a:t>
            </a:r>
            <a:r>
              <a:rPr lang="fr-LU" sz="2000" dirty="0" smtClean="0"/>
              <a:t>de </a:t>
            </a:r>
            <a:r>
              <a:rPr lang="fr-LU" sz="2000" dirty="0"/>
              <a:t>gérer </a:t>
            </a:r>
            <a:r>
              <a:rPr lang="fr-LU" sz="2000" dirty="0" smtClean="0"/>
              <a:t>l’autorisation </a:t>
            </a:r>
            <a:r>
              <a:rPr lang="fr-LU" sz="2000" dirty="0"/>
              <a:t>y </a:t>
            </a:r>
            <a:r>
              <a:rPr lang="fr-LU" sz="2000" dirty="0" smtClean="0"/>
              <a:t>relative (p.ex.: amendement, révocation, etc.)</a:t>
            </a:r>
            <a:endParaRPr lang="fr-LU" sz="2000" dirty="0"/>
          </a:p>
          <a:p>
            <a:pPr marL="0" indent="0" algn="just">
              <a:lnSpc>
                <a:spcPct val="100000"/>
              </a:lnSpc>
              <a:buNone/>
            </a:pPr>
            <a:r>
              <a:rPr lang="fr-FR" sz="2000" b="1" u="sng" dirty="0" smtClean="0"/>
              <a:t>Le </a:t>
            </a:r>
            <a:r>
              <a:rPr lang="fr-FR" sz="2000" b="1" u="sng" dirty="0"/>
              <a:t>système central de gestion des décisions douanières</a:t>
            </a:r>
            <a:r>
              <a:rPr lang="fr-FR" sz="2000" dirty="0"/>
              <a:t> </a:t>
            </a:r>
            <a:r>
              <a:rPr lang="fr-FR" sz="2000" dirty="0" smtClean="0"/>
              <a:t>permettant à la douane:</a:t>
            </a:r>
            <a:endParaRPr lang="fr-FR" sz="2000" dirty="0" smtClean="0"/>
          </a:p>
          <a:p>
            <a:pPr algn="just">
              <a:lnSpc>
                <a:spcPct val="100000"/>
              </a:lnSpc>
              <a:buFont typeface="Wingdings" panose="05000000000000000000" pitchFamily="2" charset="2"/>
              <a:buChar char="q"/>
            </a:pPr>
            <a:r>
              <a:rPr lang="fr-FR" sz="2000" dirty="0"/>
              <a:t> </a:t>
            </a:r>
            <a:r>
              <a:rPr lang="fr-FR" sz="2000" dirty="0" smtClean="0"/>
              <a:t>de t</a:t>
            </a:r>
            <a:r>
              <a:rPr lang="fr-FR" sz="2000" dirty="0" smtClean="0"/>
              <a:t>raiter </a:t>
            </a:r>
            <a:r>
              <a:rPr lang="fr-FR" sz="2000" dirty="0" smtClean="0"/>
              <a:t>l</a:t>
            </a:r>
            <a:r>
              <a:rPr lang="fr-FR" sz="2000" dirty="0"/>
              <a:t>a</a:t>
            </a:r>
            <a:r>
              <a:rPr lang="fr-FR" sz="2000" dirty="0" smtClean="0"/>
              <a:t> demande reçue </a:t>
            </a:r>
            <a:r>
              <a:rPr lang="fr-FR" sz="2000" dirty="0"/>
              <a:t>par </a:t>
            </a:r>
            <a:r>
              <a:rPr lang="fr-FR" sz="2000" dirty="0" smtClean="0"/>
              <a:t>l’OE</a:t>
            </a:r>
            <a:endParaRPr lang="fr-FR" sz="2000" dirty="0" smtClean="0"/>
          </a:p>
          <a:p>
            <a:pPr marL="0" indent="0" algn="just">
              <a:lnSpc>
                <a:spcPct val="100000"/>
              </a:lnSpc>
              <a:buNone/>
            </a:pPr>
            <a:r>
              <a:rPr lang="fr-FR" sz="2000" dirty="0"/>
              <a:t> </a:t>
            </a:r>
            <a:r>
              <a:rPr lang="fr-FR" sz="2000" dirty="0" smtClean="0"/>
              <a:t>   </a:t>
            </a:r>
            <a:r>
              <a:rPr lang="fr-FR" sz="2000" dirty="0" smtClean="0"/>
              <a:t>(p.ex.: acceptation</a:t>
            </a:r>
            <a:r>
              <a:rPr lang="fr-FR" sz="2000" dirty="0"/>
              <a:t>, rejet, demande d’informations supplémentaires</a:t>
            </a:r>
            <a:r>
              <a:rPr lang="fr-FR" sz="2000" dirty="0" smtClean="0"/>
              <a:t>‎</a:t>
            </a:r>
            <a:r>
              <a:rPr lang="fr-FR" sz="2000" dirty="0"/>
              <a:t>)</a:t>
            </a:r>
            <a:endParaRPr lang="fr-FR" sz="2000" dirty="0" smtClean="0"/>
          </a:p>
          <a:p>
            <a:pPr algn="just">
              <a:lnSpc>
                <a:spcPct val="100000"/>
              </a:lnSpc>
              <a:buFont typeface="Wingdings" panose="05000000000000000000" pitchFamily="2" charset="2"/>
              <a:buChar char="q"/>
            </a:pPr>
            <a:r>
              <a:rPr lang="fr-FR" sz="2000" dirty="0"/>
              <a:t> </a:t>
            </a:r>
            <a:r>
              <a:rPr lang="fr-FR" sz="2000" dirty="0" smtClean="0"/>
              <a:t>de c</a:t>
            </a:r>
            <a:r>
              <a:rPr lang="fr-FR" sz="2000" dirty="0" smtClean="0"/>
              <a:t>onsulter les autres Etats membres</a:t>
            </a:r>
            <a:endParaRPr lang="fr-FR" sz="2000" dirty="0" smtClean="0"/>
          </a:p>
          <a:p>
            <a:pPr algn="just">
              <a:lnSpc>
                <a:spcPct val="100000"/>
              </a:lnSpc>
              <a:buFont typeface="Wingdings" panose="05000000000000000000" pitchFamily="2" charset="2"/>
              <a:buChar char="q"/>
            </a:pPr>
            <a:r>
              <a:rPr lang="fr-FR" sz="2000" dirty="0"/>
              <a:t> </a:t>
            </a:r>
            <a:r>
              <a:rPr lang="fr-FR" sz="2000" dirty="0" smtClean="0"/>
              <a:t>de prendre une </a:t>
            </a:r>
            <a:r>
              <a:rPr lang="fr-FR" sz="2000" dirty="0" smtClean="0"/>
              <a:t>décision</a:t>
            </a:r>
            <a:endParaRPr lang="fr-FR" sz="2000" dirty="0" smtClean="0"/>
          </a:p>
          <a:p>
            <a:pPr algn="just">
              <a:lnSpc>
                <a:spcPct val="100000"/>
              </a:lnSpc>
              <a:buFont typeface="Wingdings" panose="05000000000000000000" pitchFamily="2" charset="2"/>
              <a:buChar char="q"/>
            </a:pPr>
            <a:r>
              <a:rPr lang="fr-FR" sz="2000" dirty="0"/>
              <a:t> </a:t>
            </a:r>
            <a:r>
              <a:rPr lang="fr-FR" sz="2000" dirty="0" smtClean="0"/>
              <a:t>de gérer l’</a:t>
            </a:r>
            <a:r>
              <a:rPr lang="fr-FR" sz="2000" dirty="0" smtClean="0"/>
              <a:t>autorisation y relative</a:t>
            </a:r>
            <a:endParaRPr lang="fr-FR" sz="20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p:cNvSpPr txBox="1"/>
          <p:nvPr/>
        </p:nvSpPr>
        <p:spPr>
          <a:xfrm>
            <a:off x="199506" y="2162444"/>
            <a:ext cx="301686" cy="369332"/>
          </a:xfrm>
          <a:prstGeom prst="rect">
            <a:avLst/>
          </a:prstGeom>
          <a:solidFill>
            <a:schemeClr val="accent2"/>
          </a:solidFill>
        </p:spPr>
        <p:txBody>
          <a:bodyPr wrap="none" rtlCol="0">
            <a:spAutoFit/>
          </a:bodyPr>
          <a:lstStyle/>
          <a:p>
            <a:r>
              <a:rPr lang="en-US" dirty="0" smtClean="0"/>
              <a:t>1</a:t>
            </a:r>
            <a:endParaRPr lang="en-US" dirty="0"/>
          </a:p>
        </p:txBody>
      </p:sp>
      <p:sp>
        <p:nvSpPr>
          <p:cNvPr id="6" name="TextBox 5"/>
          <p:cNvSpPr txBox="1"/>
          <p:nvPr/>
        </p:nvSpPr>
        <p:spPr>
          <a:xfrm>
            <a:off x="199506" y="3860906"/>
            <a:ext cx="301686" cy="369332"/>
          </a:xfrm>
          <a:prstGeom prst="rect">
            <a:avLst/>
          </a:prstGeom>
          <a:solidFill>
            <a:srgbClr val="00B0F0"/>
          </a:solidFill>
        </p:spPr>
        <p:txBody>
          <a:bodyPr wrap="none" rtlCol="0">
            <a:spAutoFit/>
          </a:bodyPr>
          <a:lstStyle/>
          <a:p>
            <a:r>
              <a:rPr lang="en-US" dirty="0"/>
              <a:t>2</a:t>
            </a:r>
          </a:p>
        </p:txBody>
      </p:sp>
    </p:spTree>
    <p:extLst>
      <p:ext uri="{BB962C8B-B14F-4D97-AF65-F5344CB8AC3E}">
        <p14:creationId xmlns:p14="http://schemas.microsoft.com/office/powerpoint/2010/main" val="1828222715"/>
      </p:ext>
    </p:extLst>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3578" y="1481419"/>
            <a:ext cx="7647709" cy="2857825"/>
          </a:xfrm>
        </p:spPr>
        <p:txBody>
          <a:bodyPr>
            <a:normAutofit lnSpcReduction="10000"/>
          </a:bodyPr>
          <a:lstStyle/>
          <a:p>
            <a:pPr marL="0" indent="0" algn="just">
              <a:lnSpc>
                <a:spcPct val="100000"/>
              </a:lnSpc>
              <a:buNone/>
            </a:pPr>
            <a:r>
              <a:rPr lang="fr-LU" sz="2000" b="1" u="sng" dirty="0"/>
              <a:t>Les services d’informations sur les clients</a:t>
            </a:r>
            <a:r>
              <a:rPr lang="fr-LU" sz="2000" dirty="0"/>
              <a:t> </a:t>
            </a:r>
            <a:r>
              <a:rPr lang="fr-LU" sz="2000" dirty="0" smtClean="0"/>
              <a:t>permettant:</a:t>
            </a:r>
            <a:endParaRPr lang="fr-LU" sz="2000" dirty="0"/>
          </a:p>
          <a:p>
            <a:pPr algn="just">
              <a:lnSpc>
                <a:spcPct val="100000"/>
              </a:lnSpc>
              <a:buFont typeface="Wingdings" panose="05000000000000000000" pitchFamily="2" charset="2"/>
              <a:buChar char="q"/>
            </a:pPr>
            <a:r>
              <a:rPr lang="fr-LU" sz="2000" dirty="0" smtClean="0"/>
              <a:t> Le </a:t>
            </a:r>
            <a:r>
              <a:rPr lang="fr-LU" sz="2000" dirty="0"/>
              <a:t>stockage central </a:t>
            </a:r>
            <a:r>
              <a:rPr lang="fr-LU" sz="2000" dirty="0" smtClean="0"/>
              <a:t>des autorisations</a:t>
            </a:r>
          </a:p>
          <a:p>
            <a:pPr marL="0" indent="0" algn="just">
              <a:lnSpc>
                <a:spcPct val="100000"/>
              </a:lnSpc>
              <a:buNone/>
            </a:pPr>
            <a:r>
              <a:rPr lang="fr-LU" sz="2000" dirty="0" smtClean="0"/>
              <a:t>&amp; </a:t>
            </a:r>
            <a:r>
              <a:rPr lang="fr-LU" sz="2000" dirty="0" smtClean="0"/>
              <a:t>ainsi que les </a:t>
            </a:r>
            <a:r>
              <a:rPr lang="fr-LU" sz="2000" dirty="0"/>
              <a:t>décisions ‎relatives auxdites autorisations</a:t>
            </a:r>
            <a:r>
              <a:rPr lang="fr-LU" sz="2000" dirty="0" smtClean="0"/>
              <a:t>‎</a:t>
            </a:r>
          </a:p>
          <a:p>
            <a:pPr marL="0" indent="0" algn="just">
              <a:lnSpc>
                <a:spcPct val="100000"/>
              </a:lnSpc>
              <a:buNone/>
            </a:pPr>
            <a:r>
              <a:rPr lang="fr-LU" sz="2000" dirty="0" smtClean="0"/>
              <a:t>    </a:t>
            </a:r>
            <a:r>
              <a:rPr lang="fr-LU" sz="2000" dirty="0" smtClean="0"/>
              <a:t>(p.ex.: amendement</a:t>
            </a:r>
            <a:r>
              <a:rPr lang="fr-LU" sz="2000" dirty="0"/>
              <a:t>, révocation, annulation et </a:t>
            </a:r>
            <a:r>
              <a:rPr lang="fr-LU" sz="2000" dirty="0" smtClean="0"/>
              <a:t>suspension)</a:t>
            </a:r>
          </a:p>
          <a:p>
            <a:pPr algn="just">
              <a:lnSpc>
                <a:spcPct val="100000"/>
              </a:lnSpc>
              <a:buFont typeface="Wingdings" panose="05000000000000000000" pitchFamily="2" charset="2"/>
              <a:buChar char="q"/>
            </a:pPr>
            <a:r>
              <a:rPr lang="fr-LU" sz="2000" dirty="0"/>
              <a:t> </a:t>
            </a:r>
            <a:r>
              <a:rPr lang="fr-LU" sz="2000" dirty="0" smtClean="0"/>
              <a:t>La </a:t>
            </a:r>
            <a:r>
              <a:rPr lang="fr-LU" sz="2000" dirty="0"/>
              <a:t>consultation, ‎la reproduction et la validation ‎de ces autorisations par d’autres systèmes </a:t>
            </a:r>
            <a:r>
              <a:rPr lang="fr-LU" sz="2000" dirty="0" smtClean="0"/>
              <a:t>électroniques</a:t>
            </a:r>
          </a:p>
          <a:p>
            <a:pPr marL="0" indent="0" algn="just">
              <a:lnSpc>
                <a:spcPct val="100000"/>
              </a:lnSpc>
              <a:buNone/>
            </a:pPr>
            <a:r>
              <a:rPr lang="fr-LU" sz="2000" dirty="0"/>
              <a:t> </a:t>
            </a:r>
            <a:r>
              <a:rPr lang="fr-LU" sz="2000" dirty="0" smtClean="0"/>
              <a:t>   (p.ex</a:t>
            </a:r>
            <a:r>
              <a:rPr lang="fr-LU" sz="2000" dirty="0"/>
              <a:t>. : ‎les systèmes de dédouanement des États membres).‎</a:t>
            </a:r>
          </a:p>
          <a:p>
            <a:endParaRPr lang="fr-LU"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p:cNvSpPr txBox="1"/>
          <p:nvPr/>
        </p:nvSpPr>
        <p:spPr>
          <a:xfrm>
            <a:off x="205389" y="1481419"/>
            <a:ext cx="301686" cy="369332"/>
          </a:xfrm>
          <a:prstGeom prst="rect">
            <a:avLst/>
          </a:prstGeom>
          <a:solidFill>
            <a:srgbClr val="92D050"/>
          </a:solidFill>
          <a:ln>
            <a:solidFill>
              <a:srgbClr val="92D050"/>
            </a:solidFill>
          </a:ln>
        </p:spPr>
        <p:txBody>
          <a:bodyPr wrap="none" rtlCol="0">
            <a:spAutoFit/>
          </a:bodyPr>
          <a:lstStyle/>
          <a:p>
            <a:r>
              <a:rPr lang="en-US" dirty="0" smtClean="0"/>
              <a:t>3</a:t>
            </a:r>
            <a:endParaRPr lang="en-US" dirty="0"/>
          </a:p>
        </p:txBody>
      </p:sp>
    </p:spTree>
    <p:extLst>
      <p:ext uri="{BB962C8B-B14F-4D97-AF65-F5344CB8AC3E}">
        <p14:creationId xmlns:p14="http://schemas.microsoft.com/office/powerpoint/2010/main" val="3708895685"/>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24" y="1060450"/>
            <a:ext cx="8146472" cy="662187"/>
          </a:xfrm>
        </p:spPr>
        <p:txBody>
          <a:bodyPr/>
          <a:lstStyle/>
          <a:p>
            <a:r>
              <a:rPr lang="fr-LU" dirty="0"/>
              <a:t>Se connecter</a:t>
            </a:r>
          </a:p>
        </p:txBody>
      </p:sp>
      <p:sp>
        <p:nvSpPr>
          <p:cNvPr id="3" name="Content Placeholder 2"/>
          <p:cNvSpPr>
            <a:spLocks noGrp="1"/>
          </p:cNvSpPr>
          <p:nvPr>
            <p:ph idx="1"/>
          </p:nvPr>
        </p:nvSpPr>
        <p:spPr>
          <a:xfrm>
            <a:off x="407324" y="1631196"/>
            <a:ext cx="8711739" cy="5135364"/>
          </a:xfrm>
        </p:spPr>
        <p:txBody>
          <a:bodyPr>
            <a:noAutofit/>
          </a:bodyPr>
          <a:lstStyle/>
          <a:p>
            <a:pPr marL="0" indent="0" algn="just">
              <a:lnSpc>
                <a:spcPct val="100000"/>
              </a:lnSpc>
              <a:buNone/>
            </a:pPr>
            <a:r>
              <a:rPr lang="fr-FR" sz="2000" dirty="0"/>
              <a:t>L’accès </a:t>
            </a:r>
            <a:r>
              <a:rPr lang="fr-FR" sz="2000" dirty="0" smtClean="0"/>
              <a:t>au système de décisions douanières (CDS) </a:t>
            </a:r>
            <a:r>
              <a:rPr lang="fr-FR" sz="2000" dirty="0"/>
              <a:t>se fait par le biais de l’adresse web suivante: </a:t>
            </a:r>
            <a:r>
              <a:rPr lang="fr-FR" sz="2000" dirty="0">
                <a:hlinkClick r:id="rId2"/>
              </a:rPr>
              <a:t>https://customs.ec.europa.eu/</a:t>
            </a:r>
            <a:r>
              <a:rPr lang="fr-FR" sz="2000" dirty="0" err="1">
                <a:hlinkClick r:id="rId2"/>
              </a:rPr>
              <a:t>tpui</a:t>
            </a:r>
            <a:r>
              <a:rPr lang="fr-FR" sz="2000" dirty="0">
                <a:hlinkClick r:id="rId2"/>
              </a:rPr>
              <a:t>-</a:t>
            </a:r>
            <a:r>
              <a:rPr lang="fr-FR" sz="2000" dirty="0" err="1">
                <a:hlinkClick r:id="rId2"/>
              </a:rPr>
              <a:t>cdms</a:t>
            </a:r>
            <a:r>
              <a:rPr lang="fr-FR" sz="2000" dirty="0">
                <a:hlinkClick r:id="rId2"/>
              </a:rPr>
              <a:t>-web/</a:t>
            </a:r>
            <a:r>
              <a:rPr lang="fr-FR" sz="2000" dirty="0"/>
              <a:t>‎</a:t>
            </a:r>
          </a:p>
          <a:p>
            <a:pPr marL="0" indent="0" algn="just">
              <a:lnSpc>
                <a:spcPct val="100000"/>
              </a:lnSpc>
              <a:buNone/>
            </a:pPr>
            <a:r>
              <a:rPr lang="fr-FR" sz="2000" dirty="0" smtClean="0"/>
              <a:t>Sur </a:t>
            </a:r>
            <a:r>
              <a:rPr lang="fr-FR" sz="2000" dirty="0"/>
              <a:t>la page « </a:t>
            </a:r>
            <a:r>
              <a:rPr lang="fr-FR" sz="2000" b="1" dirty="0"/>
              <a:t>WAYF »</a:t>
            </a:r>
            <a:r>
              <a:rPr lang="fr-FR" sz="2000" dirty="0"/>
              <a:t> il faudra renseigner les informations suivantes </a:t>
            </a:r>
            <a:r>
              <a:rPr lang="fr-FR" sz="900" dirty="0"/>
              <a:t>(1) </a:t>
            </a:r>
            <a:r>
              <a:rPr lang="fr-FR" sz="2000" dirty="0"/>
              <a:t>:</a:t>
            </a:r>
          </a:p>
          <a:p>
            <a:pPr algn="just">
              <a:lnSpc>
                <a:spcPct val="100000"/>
              </a:lnSpc>
              <a:buFont typeface="Wingdings" panose="05000000000000000000" pitchFamily="2" charset="2"/>
              <a:buChar char="ü"/>
            </a:pPr>
            <a:r>
              <a:rPr lang="fr-FR" sz="2000" dirty="0"/>
              <a:t>Domain: </a:t>
            </a:r>
            <a:r>
              <a:rPr lang="fr-FR" sz="2000" b="1" dirty="0"/>
              <a:t>Customs</a:t>
            </a:r>
          </a:p>
          <a:p>
            <a:pPr algn="just">
              <a:lnSpc>
                <a:spcPct val="100000"/>
              </a:lnSpc>
              <a:buFont typeface="Wingdings" panose="05000000000000000000" pitchFamily="2" charset="2"/>
              <a:buChar char="ü"/>
            </a:pPr>
            <a:r>
              <a:rPr lang="fr-FR" sz="2000" dirty="0"/>
              <a:t>Country: </a:t>
            </a:r>
            <a:r>
              <a:rPr lang="fr-FR" sz="2000" b="1" dirty="0" smtClean="0"/>
              <a:t>Luxembourg (EU Login)</a:t>
            </a:r>
            <a:endParaRPr lang="fr-FR" sz="2000" b="1" dirty="0"/>
          </a:p>
          <a:p>
            <a:pPr algn="just">
              <a:lnSpc>
                <a:spcPct val="100000"/>
              </a:lnSpc>
              <a:buFont typeface="Wingdings" panose="05000000000000000000" pitchFamily="2" charset="2"/>
              <a:buChar char="ü"/>
            </a:pPr>
            <a:r>
              <a:rPr lang="fr-FR" sz="2000" dirty="0"/>
              <a:t>Type of </a:t>
            </a:r>
            <a:r>
              <a:rPr lang="fr-FR" sz="2000" dirty="0" err="1"/>
              <a:t>actor</a:t>
            </a:r>
            <a:r>
              <a:rPr lang="fr-FR" sz="2000" dirty="0"/>
              <a:t>: </a:t>
            </a:r>
            <a:r>
              <a:rPr lang="fr-FR" sz="2000" b="1" dirty="0" err="1"/>
              <a:t>Economic</a:t>
            </a:r>
            <a:r>
              <a:rPr lang="fr-FR" sz="2000" b="1" dirty="0"/>
              <a:t> </a:t>
            </a:r>
            <a:r>
              <a:rPr lang="fr-FR" sz="2000" b="1" dirty="0" err="1"/>
              <a:t>Operator</a:t>
            </a:r>
            <a:endParaRPr lang="fr-FR" sz="2000" b="1" dirty="0"/>
          </a:p>
          <a:p>
            <a:pPr algn="just">
              <a:lnSpc>
                <a:spcPct val="100000"/>
              </a:lnSpc>
              <a:buFont typeface="Wingdings" panose="05000000000000000000" pitchFamily="2" charset="2"/>
              <a:buChar char="ü"/>
            </a:pPr>
            <a:r>
              <a:rPr lang="fr-FR" sz="2000" dirty="0"/>
              <a:t>Type of ID: </a:t>
            </a:r>
            <a:r>
              <a:rPr lang="fr-FR" sz="2000" b="1" dirty="0"/>
              <a:t>EORI</a:t>
            </a:r>
          </a:p>
          <a:p>
            <a:pPr algn="just">
              <a:lnSpc>
                <a:spcPct val="100000"/>
              </a:lnSpc>
              <a:buFont typeface="Wingdings" panose="05000000000000000000" pitchFamily="2" charset="2"/>
              <a:buChar char="ü"/>
            </a:pPr>
            <a:r>
              <a:rPr lang="fr-FR" sz="2000" dirty="0"/>
              <a:t>ID: </a:t>
            </a:r>
            <a:r>
              <a:rPr lang="fr-FR" sz="2000" b="1" dirty="0"/>
              <a:t>Votre numéro EORI valide</a:t>
            </a:r>
          </a:p>
          <a:p>
            <a:pPr algn="just">
              <a:lnSpc>
                <a:spcPct val="100000"/>
              </a:lnSpc>
              <a:buFont typeface="Wingdings" panose="05000000000000000000" pitchFamily="2" charset="2"/>
              <a:buChar char="ü"/>
            </a:pPr>
            <a:r>
              <a:rPr lang="fr-FR" sz="2000" dirty="0"/>
              <a:t>I </a:t>
            </a:r>
            <a:r>
              <a:rPr lang="fr-FR" sz="2000" dirty="0" err="1"/>
              <a:t>am</a:t>
            </a:r>
            <a:r>
              <a:rPr lang="fr-FR" sz="2000" dirty="0"/>
              <a:t> acting on </a:t>
            </a:r>
            <a:r>
              <a:rPr lang="fr-FR" sz="2000" dirty="0" err="1"/>
              <a:t>behalf</a:t>
            </a:r>
            <a:r>
              <a:rPr lang="fr-FR" sz="2000" dirty="0"/>
              <a:t> of: </a:t>
            </a:r>
            <a:r>
              <a:rPr lang="fr-FR" sz="2000" b="1" dirty="0" err="1"/>
              <a:t>Myself</a:t>
            </a:r>
            <a:endParaRPr lang="fr-FR" sz="2000" b="1" dirty="0"/>
          </a:p>
          <a:p>
            <a:pPr marL="0" indent="0" algn="just">
              <a:lnSpc>
                <a:spcPct val="100000"/>
              </a:lnSpc>
              <a:buNone/>
            </a:pPr>
            <a:endParaRPr lang="fr-FR" sz="900" b="1" dirty="0" smtClean="0"/>
          </a:p>
          <a:p>
            <a:pPr marL="0" lvl="0" indent="0" algn="just">
              <a:lnSpc>
                <a:spcPct val="100000"/>
              </a:lnSpc>
              <a:buNone/>
            </a:pPr>
            <a:endParaRPr lang="fr-FR" sz="2000" dirty="0" smtClean="0">
              <a:solidFill>
                <a:prstClr val="black"/>
              </a:solidFill>
            </a:endParaRPr>
          </a:p>
          <a:p>
            <a:pPr marL="0" lvl="0" indent="0" algn="just">
              <a:lnSpc>
                <a:spcPct val="100000"/>
              </a:lnSpc>
              <a:buNone/>
            </a:pPr>
            <a:r>
              <a:rPr lang="fr-FR" sz="2000" dirty="0" smtClean="0">
                <a:solidFill>
                  <a:prstClr val="black"/>
                </a:solidFill>
              </a:rPr>
              <a:t>Ensuite </a:t>
            </a:r>
            <a:r>
              <a:rPr lang="fr-FR" sz="2000" dirty="0">
                <a:solidFill>
                  <a:prstClr val="black"/>
                </a:solidFill>
              </a:rPr>
              <a:t>il faudra lancer la demande d’authentification en sélectionnant </a:t>
            </a:r>
            <a:r>
              <a:rPr lang="en-US" sz="2000" dirty="0">
                <a:solidFill>
                  <a:prstClr val="black"/>
                </a:solidFill>
              </a:rPr>
              <a:t>« </a:t>
            </a:r>
            <a:r>
              <a:rPr lang="en-US" sz="2000" b="1" dirty="0">
                <a:solidFill>
                  <a:prstClr val="black"/>
                </a:solidFill>
              </a:rPr>
              <a:t>Submit </a:t>
            </a:r>
            <a:r>
              <a:rPr lang="en-US" sz="2000" dirty="0">
                <a:solidFill>
                  <a:prstClr val="black"/>
                </a:solidFill>
              </a:rPr>
              <a:t>»</a:t>
            </a:r>
          </a:p>
          <a:p>
            <a:pPr marL="0" lvl="0" indent="0" algn="just">
              <a:lnSpc>
                <a:spcPct val="100000"/>
              </a:lnSpc>
              <a:buNone/>
            </a:pPr>
            <a:r>
              <a:rPr lang="fr-FR" sz="900" dirty="0" smtClean="0">
                <a:solidFill>
                  <a:prstClr val="black"/>
                </a:solidFill>
              </a:rPr>
              <a:t>(1</a:t>
            </a:r>
            <a:r>
              <a:rPr lang="fr-FR" sz="900" dirty="0">
                <a:solidFill>
                  <a:prstClr val="black"/>
                </a:solidFill>
              </a:rPr>
              <a:t>) Les informations à introduire dépendent du niveau d’enregistrement dans UUM&amp;DS</a:t>
            </a:r>
            <a:endParaRPr lang="fr-FR" sz="900" b="1" dirty="0">
              <a:solidFill>
                <a:prstClr val="black"/>
              </a:solidFill>
            </a:endParaRPr>
          </a:p>
          <a:p>
            <a:pPr marL="0" indent="0">
              <a:buNone/>
            </a:pPr>
            <a:endParaRPr lang="fr-FR" sz="900" b="1" dirty="0"/>
          </a:p>
          <a:p>
            <a:pPr marL="0" lvl="0" indent="0">
              <a:buNone/>
            </a:pPr>
            <a:endParaRPr lang="fr-FR" sz="900" b="1"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p:cNvPicPr>
            <a:picLocks noChangeAspect="1"/>
          </p:cNvPicPr>
          <p:nvPr/>
        </p:nvPicPr>
        <p:blipFill>
          <a:blip r:embed="rId3"/>
          <a:stretch>
            <a:fillRect/>
          </a:stretch>
        </p:blipFill>
        <p:spPr>
          <a:xfrm>
            <a:off x="4938633" y="2719755"/>
            <a:ext cx="2110844" cy="3374446"/>
          </a:xfrm>
          <a:prstGeom prst="rect">
            <a:avLst/>
          </a:prstGeom>
        </p:spPr>
      </p:pic>
      <p:sp>
        <p:nvSpPr>
          <p:cNvPr id="6" name="Frame 5"/>
          <p:cNvSpPr/>
          <p:nvPr/>
        </p:nvSpPr>
        <p:spPr>
          <a:xfrm>
            <a:off x="5021782" y="5755391"/>
            <a:ext cx="1970115" cy="286299"/>
          </a:xfrm>
          <a:prstGeom prst="frame">
            <a:avLst>
              <a:gd name="adj1" fmla="val 4545"/>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L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4127372"/>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2138" y="1525156"/>
            <a:ext cx="3981797" cy="4800829"/>
          </a:xfrm>
        </p:spPr>
        <p:txBody>
          <a:bodyPr>
            <a:normAutofit fontScale="62500" lnSpcReduction="20000"/>
          </a:bodyPr>
          <a:lstStyle/>
          <a:p>
            <a:pPr marL="0" indent="0" algn="just">
              <a:lnSpc>
                <a:spcPct val="120000"/>
              </a:lnSpc>
              <a:buNone/>
            </a:pPr>
            <a:r>
              <a:rPr lang="en-US" sz="3200" dirty="0" smtClean="0"/>
              <a:t>Sur </a:t>
            </a:r>
            <a:r>
              <a:rPr lang="en-US" sz="3200" dirty="0"/>
              <a:t>la page </a:t>
            </a:r>
            <a:r>
              <a:rPr lang="en-US" sz="3200" dirty="0" err="1"/>
              <a:t>suivante</a:t>
            </a:r>
            <a:r>
              <a:rPr lang="en-US" sz="3200" dirty="0"/>
              <a:t> </a:t>
            </a:r>
            <a:r>
              <a:rPr lang="en-US" sz="3200" dirty="0" err="1"/>
              <a:t>il</a:t>
            </a:r>
            <a:r>
              <a:rPr lang="en-US" sz="3200" dirty="0"/>
              <a:t> </a:t>
            </a:r>
            <a:r>
              <a:rPr lang="en-US" sz="3200" dirty="0" err="1" smtClean="0"/>
              <a:t>faudra</a:t>
            </a:r>
            <a:r>
              <a:rPr lang="en-US" sz="3200" dirty="0" smtClean="0"/>
              <a:t>:</a:t>
            </a:r>
          </a:p>
          <a:p>
            <a:pPr marL="0" indent="0" algn="just">
              <a:lnSpc>
                <a:spcPct val="120000"/>
              </a:lnSpc>
              <a:buNone/>
            </a:pPr>
            <a:endParaRPr lang="en-US" sz="3200" dirty="0"/>
          </a:p>
          <a:p>
            <a:pPr algn="just">
              <a:lnSpc>
                <a:spcPct val="120000"/>
              </a:lnSpc>
              <a:buFont typeface="Wingdings" panose="05000000000000000000" pitchFamily="2" charset="2"/>
              <a:buChar char="ü"/>
            </a:pPr>
            <a:r>
              <a:rPr lang="en-US" sz="3200" dirty="0" err="1"/>
              <a:t>Introduire</a:t>
            </a:r>
            <a:r>
              <a:rPr lang="en-US" sz="3200" dirty="0"/>
              <a:t> </a:t>
            </a:r>
            <a:r>
              <a:rPr lang="en-US" sz="3200" dirty="0" err="1"/>
              <a:t>l’adresse</a:t>
            </a:r>
            <a:r>
              <a:rPr lang="en-US" sz="3200" dirty="0"/>
              <a:t> E-Mail </a:t>
            </a:r>
            <a:r>
              <a:rPr lang="en-US" sz="3200" dirty="0" err="1"/>
              <a:t>telle</a:t>
            </a:r>
            <a:r>
              <a:rPr lang="en-US" sz="3200" dirty="0"/>
              <a:t> </a:t>
            </a:r>
            <a:r>
              <a:rPr lang="en-US" sz="3200" dirty="0" err="1"/>
              <a:t>qu’enregistrée</a:t>
            </a:r>
            <a:r>
              <a:rPr lang="en-US" sz="3200" dirty="0"/>
              <a:t> dans UUM&amp;DS</a:t>
            </a:r>
          </a:p>
          <a:p>
            <a:pPr algn="just">
              <a:lnSpc>
                <a:spcPct val="120000"/>
              </a:lnSpc>
              <a:buFont typeface="Wingdings" panose="05000000000000000000" pitchFamily="2" charset="2"/>
              <a:buChar char="ü"/>
            </a:pPr>
            <a:r>
              <a:rPr lang="en-US" sz="3200" dirty="0" err="1"/>
              <a:t>Introduire</a:t>
            </a:r>
            <a:r>
              <a:rPr lang="en-US" sz="3200" dirty="0"/>
              <a:t> le mot de </a:t>
            </a:r>
            <a:r>
              <a:rPr lang="en-US" sz="3200" dirty="0" err="1"/>
              <a:t>passe</a:t>
            </a:r>
            <a:r>
              <a:rPr lang="en-US" sz="3200" dirty="0"/>
              <a:t> </a:t>
            </a:r>
            <a:r>
              <a:rPr lang="en-US" sz="3200" dirty="0" err="1"/>
              <a:t>choisi</a:t>
            </a:r>
            <a:endParaRPr lang="en-US" sz="3200" dirty="0"/>
          </a:p>
          <a:p>
            <a:pPr algn="just">
              <a:lnSpc>
                <a:spcPct val="120000"/>
              </a:lnSpc>
              <a:buFont typeface="Wingdings" panose="05000000000000000000" pitchFamily="2" charset="2"/>
              <a:buChar char="ü"/>
            </a:pPr>
            <a:r>
              <a:rPr lang="en-US" sz="3200" dirty="0"/>
              <a:t>Continuer par  « </a:t>
            </a:r>
            <a:r>
              <a:rPr lang="en-US" sz="3200" b="1" dirty="0"/>
              <a:t>Sign in</a:t>
            </a:r>
            <a:r>
              <a:rPr lang="en-US" sz="3200" dirty="0"/>
              <a:t> »</a:t>
            </a:r>
          </a:p>
          <a:p>
            <a:pPr marL="0" indent="0" algn="just">
              <a:lnSpc>
                <a:spcPct val="120000"/>
              </a:lnSpc>
              <a:buNone/>
            </a:pPr>
            <a:endParaRPr lang="en-US" sz="3200" dirty="0"/>
          </a:p>
          <a:p>
            <a:pPr marL="0" indent="0" algn="just">
              <a:lnSpc>
                <a:spcPct val="120000"/>
              </a:lnSpc>
              <a:buNone/>
            </a:pPr>
            <a:endParaRPr lang="en-US" sz="3200" dirty="0" smtClean="0"/>
          </a:p>
          <a:p>
            <a:pPr marL="0" indent="0" algn="just">
              <a:lnSpc>
                <a:spcPct val="120000"/>
              </a:lnSpc>
              <a:buNone/>
            </a:pPr>
            <a:endParaRPr lang="en-US" sz="3200" dirty="0"/>
          </a:p>
          <a:p>
            <a:pPr marL="0" indent="0" algn="just">
              <a:lnSpc>
                <a:spcPct val="120000"/>
              </a:lnSpc>
              <a:buNone/>
            </a:pPr>
            <a:endParaRPr lang="en-US" sz="3200" dirty="0" smtClean="0"/>
          </a:p>
          <a:p>
            <a:pPr marL="0" lvl="0" indent="0" algn="just">
              <a:lnSpc>
                <a:spcPct val="120000"/>
              </a:lnSpc>
              <a:buNone/>
            </a:pPr>
            <a:r>
              <a:rPr lang="fr-FR" sz="3200" dirty="0" smtClean="0">
                <a:solidFill>
                  <a:prstClr val="black"/>
                </a:solidFill>
              </a:rPr>
              <a:t>Ensuite </a:t>
            </a:r>
            <a:r>
              <a:rPr lang="fr-FR" sz="3200" dirty="0">
                <a:solidFill>
                  <a:prstClr val="black"/>
                </a:solidFill>
              </a:rPr>
              <a:t>l’OE sera redirigé vers </a:t>
            </a:r>
            <a:r>
              <a:rPr lang="fr-FR" sz="3200" b="1" dirty="0" smtClean="0">
                <a:solidFill>
                  <a:prstClr val="black"/>
                </a:solidFill>
              </a:rPr>
              <a:t>CDS</a:t>
            </a:r>
            <a:endParaRPr lang="fr-FR" sz="3200" b="1" dirty="0">
              <a:solidFill>
                <a:prstClr val="black"/>
              </a:solidFill>
            </a:endParaRPr>
          </a:p>
          <a:p>
            <a:pPr marL="0" indent="0" algn="just">
              <a:buNone/>
            </a:pPr>
            <a:endParaRPr lang="en-US" sz="2000" spc="-15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2"/>
          <a:srcRect l="2722" r="3671" b="6946"/>
          <a:stretch/>
        </p:blipFill>
        <p:spPr>
          <a:xfrm>
            <a:off x="4849732" y="1426475"/>
            <a:ext cx="3591473" cy="3645360"/>
          </a:xfrm>
          <a:prstGeom prst="rect">
            <a:avLst/>
          </a:prstGeom>
        </p:spPr>
      </p:pic>
      <p:sp>
        <p:nvSpPr>
          <p:cNvPr id="6" name="Frame 5"/>
          <p:cNvSpPr/>
          <p:nvPr/>
        </p:nvSpPr>
        <p:spPr>
          <a:xfrm>
            <a:off x="5639628" y="4788132"/>
            <a:ext cx="2011679" cy="249382"/>
          </a:xfrm>
          <a:prstGeom prst="frame">
            <a:avLst>
              <a:gd name="adj1" fmla="val 4545"/>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L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7840233"/>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560" y="1200864"/>
            <a:ext cx="8402365" cy="662187"/>
          </a:xfrm>
        </p:spPr>
        <p:txBody>
          <a:bodyPr/>
          <a:lstStyle/>
          <a:p>
            <a:r>
              <a:rPr lang="fr-LU" dirty="0"/>
              <a:t>Soumettre une demande</a:t>
            </a:r>
          </a:p>
        </p:txBody>
      </p:sp>
      <p:sp>
        <p:nvSpPr>
          <p:cNvPr id="3" name="Content Placeholder 2"/>
          <p:cNvSpPr>
            <a:spLocks noGrp="1"/>
          </p:cNvSpPr>
          <p:nvPr>
            <p:ph idx="1"/>
          </p:nvPr>
        </p:nvSpPr>
        <p:spPr>
          <a:xfrm>
            <a:off x="367559" y="1759124"/>
            <a:ext cx="8402365" cy="884324"/>
          </a:xfrm>
        </p:spPr>
        <p:txBody>
          <a:bodyPr/>
          <a:lstStyle/>
          <a:p>
            <a:pPr marL="0" indent="0" algn="just">
              <a:lnSpc>
                <a:spcPct val="100000"/>
              </a:lnSpc>
              <a:buNone/>
            </a:pPr>
            <a:r>
              <a:rPr lang="en-US" sz="2000" dirty="0"/>
              <a:t>Sous </a:t>
            </a:r>
            <a:r>
              <a:rPr lang="en-US" sz="2000" dirty="0" err="1"/>
              <a:t>l’onglet</a:t>
            </a:r>
            <a:r>
              <a:rPr lang="en-US" sz="2000" dirty="0"/>
              <a:t> « </a:t>
            </a:r>
            <a:r>
              <a:rPr lang="en-US" sz="2000" b="1" dirty="0"/>
              <a:t>Nouvelle </a:t>
            </a:r>
            <a:r>
              <a:rPr lang="en-US" sz="2000" b="1" dirty="0" err="1"/>
              <a:t>demande</a:t>
            </a:r>
            <a:r>
              <a:rPr lang="fr-FR" sz="2000" b="1" dirty="0"/>
              <a:t> </a:t>
            </a:r>
            <a:r>
              <a:rPr lang="fr-FR" sz="2000" dirty="0"/>
              <a:t>»,</a:t>
            </a:r>
            <a:r>
              <a:rPr lang="en-US" sz="2000" dirty="0"/>
              <a:t> </a:t>
            </a:r>
            <a:r>
              <a:rPr lang="en-US" sz="2000" dirty="0" err="1"/>
              <a:t>l’OE</a:t>
            </a:r>
            <a:r>
              <a:rPr lang="en-US" sz="2000" dirty="0"/>
              <a:t> </a:t>
            </a:r>
            <a:r>
              <a:rPr lang="en-US" sz="2000" dirty="0" err="1"/>
              <a:t>pourra</a:t>
            </a:r>
            <a:r>
              <a:rPr lang="en-US" sz="2000" dirty="0"/>
              <a:t> </a:t>
            </a:r>
            <a:r>
              <a:rPr lang="en-US" sz="2000" dirty="0" err="1"/>
              <a:t>choisir</a:t>
            </a:r>
            <a:r>
              <a:rPr lang="en-US" sz="2000" dirty="0"/>
              <a:t> le type de </a:t>
            </a:r>
            <a:r>
              <a:rPr lang="en-US" sz="2000" dirty="0" err="1"/>
              <a:t>décision</a:t>
            </a:r>
            <a:r>
              <a:rPr lang="en-US" sz="2000" dirty="0"/>
              <a:t> </a:t>
            </a:r>
            <a:r>
              <a:rPr lang="en-US" sz="2000" dirty="0" err="1"/>
              <a:t>douanière</a:t>
            </a:r>
            <a:r>
              <a:rPr lang="en-US" sz="2000" dirty="0"/>
              <a:t> pour </a:t>
            </a:r>
            <a:r>
              <a:rPr lang="en-US" sz="2000" dirty="0" err="1"/>
              <a:t>laquelle</a:t>
            </a:r>
            <a:r>
              <a:rPr lang="en-US" sz="2000" dirty="0"/>
              <a:t> </a:t>
            </a:r>
            <a:r>
              <a:rPr lang="en-US" sz="2000" dirty="0" err="1"/>
              <a:t>il</a:t>
            </a:r>
            <a:r>
              <a:rPr lang="en-US" sz="2000" dirty="0"/>
              <a:t> </a:t>
            </a:r>
            <a:r>
              <a:rPr lang="en-US" sz="2000" dirty="0" err="1"/>
              <a:t>veut</a:t>
            </a:r>
            <a:r>
              <a:rPr lang="en-US" sz="2000" dirty="0"/>
              <a:t> </a:t>
            </a:r>
            <a:r>
              <a:rPr lang="en-US" sz="2000" dirty="0" err="1"/>
              <a:t>formuler</a:t>
            </a:r>
            <a:r>
              <a:rPr lang="en-US" sz="2000" dirty="0"/>
              <a:t> </a:t>
            </a:r>
            <a:r>
              <a:rPr lang="en-US" sz="2000" dirty="0" err="1"/>
              <a:t>sa</a:t>
            </a:r>
            <a:r>
              <a:rPr lang="en-US" sz="2000" dirty="0"/>
              <a:t> </a:t>
            </a:r>
            <a:r>
              <a:rPr lang="en-US" sz="2000" dirty="0" err="1" smtClean="0"/>
              <a:t>demande</a:t>
            </a:r>
            <a:r>
              <a:rPr lang="en-US" sz="2000" dirty="0" smtClean="0"/>
              <a:t>.</a:t>
            </a:r>
            <a:endParaRPr lang="en-US" sz="20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367558" y="2464155"/>
            <a:ext cx="6984000" cy="4393845"/>
          </a:xfrm>
          <a:prstGeom prst="rect">
            <a:avLst/>
          </a:prstGeom>
        </p:spPr>
      </p:pic>
    </p:spTree>
    <p:extLst>
      <p:ext uri="{BB962C8B-B14F-4D97-AF65-F5344CB8AC3E}">
        <p14:creationId xmlns:p14="http://schemas.microsoft.com/office/powerpoint/2010/main" val="1442247589"/>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38" y="1160203"/>
            <a:ext cx="8254539" cy="662187"/>
          </a:xfrm>
        </p:spPr>
        <p:txBody>
          <a:bodyPr>
            <a:normAutofit/>
          </a:bodyPr>
          <a:lstStyle/>
          <a:p>
            <a:r>
              <a:rPr lang="fr-LU" dirty="0" smtClean="0"/>
              <a:t>Les différents types </a:t>
            </a:r>
            <a:r>
              <a:rPr lang="fr-CH" dirty="0"/>
              <a:t>de demandes </a:t>
            </a:r>
            <a:r>
              <a:rPr lang="fr-CH" dirty="0" smtClean="0"/>
              <a:t>gérés </a:t>
            </a:r>
            <a:r>
              <a:rPr lang="fr-CH" dirty="0"/>
              <a:t>dans </a:t>
            </a:r>
            <a:r>
              <a:rPr lang="fr-CH" dirty="0" smtClean="0"/>
              <a:t>CDS</a:t>
            </a:r>
            <a:endParaRPr lang="fr-LU"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648393" y="2053212"/>
            <a:ext cx="7597831" cy="4465392"/>
          </a:xfrm>
          <a:prstGeom prst="rect">
            <a:avLst/>
          </a:prstGeom>
        </p:spPr>
      </p:pic>
    </p:spTree>
    <p:extLst>
      <p:ext uri="{BB962C8B-B14F-4D97-AF65-F5344CB8AC3E}">
        <p14:creationId xmlns:p14="http://schemas.microsoft.com/office/powerpoint/2010/main" val="3481031939"/>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8765" y="1750809"/>
            <a:ext cx="7963592" cy="4492049"/>
          </a:xfrm>
        </p:spPr>
        <p:txBody>
          <a:bodyPr>
            <a:normAutofit/>
          </a:bodyPr>
          <a:lstStyle/>
          <a:p>
            <a:pPr marL="0" indent="0" algn="just">
              <a:lnSpc>
                <a:spcPct val="100000"/>
              </a:lnSpc>
              <a:buNone/>
            </a:pPr>
            <a:r>
              <a:rPr lang="en-US" sz="2000" dirty="0"/>
              <a:t>Après </a:t>
            </a:r>
            <a:r>
              <a:rPr lang="en-US" sz="2000" dirty="0" err="1"/>
              <a:t>avoir</a:t>
            </a:r>
            <a:r>
              <a:rPr lang="en-US" sz="2000" dirty="0"/>
              <a:t> </a:t>
            </a:r>
            <a:r>
              <a:rPr lang="en-US" sz="2000" dirty="0" err="1"/>
              <a:t>renseigné</a:t>
            </a:r>
            <a:r>
              <a:rPr lang="en-US" sz="2000" dirty="0"/>
              <a:t>:</a:t>
            </a:r>
          </a:p>
          <a:p>
            <a:pPr algn="just">
              <a:lnSpc>
                <a:spcPct val="100000"/>
              </a:lnSpc>
              <a:buFont typeface="Wingdings" panose="05000000000000000000" pitchFamily="2" charset="2"/>
              <a:buChar char="ü"/>
            </a:pPr>
            <a:r>
              <a:rPr lang="en-US" sz="2000" dirty="0"/>
              <a:t>L’ Etat </a:t>
            </a:r>
            <a:r>
              <a:rPr lang="en-US" sz="2000" dirty="0" err="1"/>
              <a:t>membre</a:t>
            </a:r>
            <a:r>
              <a:rPr lang="en-US" sz="2000" dirty="0"/>
              <a:t>: </a:t>
            </a:r>
            <a:r>
              <a:rPr lang="en-US" sz="2000" b="1" dirty="0"/>
              <a:t>LU</a:t>
            </a:r>
          </a:p>
          <a:p>
            <a:pPr algn="just">
              <a:lnSpc>
                <a:spcPct val="100000"/>
              </a:lnSpc>
              <a:buFont typeface="Wingdings" panose="05000000000000000000" pitchFamily="2" charset="2"/>
              <a:buChar char="ü"/>
            </a:pPr>
            <a:r>
              <a:rPr lang="fr-LU" sz="2000" dirty="0"/>
              <a:t>Le type de décision </a:t>
            </a:r>
            <a:r>
              <a:rPr lang="fr-LU" sz="2000" dirty="0" smtClean="0"/>
              <a:t>douanière</a:t>
            </a:r>
          </a:p>
          <a:p>
            <a:pPr algn="just">
              <a:lnSpc>
                <a:spcPct val="100000"/>
              </a:lnSpc>
              <a:buFont typeface="Wingdings" panose="05000000000000000000" pitchFamily="2" charset="2"/>
              <a:buChar char="ü"/>
            </a:pPr>
            <a:r>
              <a:rPr lang="fr-LU" sz="2000" dirty="0" smtClean="0"/>
              <a:t>L</a:t>
            </a:r>
            <a:r>
              <a:rPr lang="fr-LU" sz="2000" dirty="0"/>
              <a:t>’ Autorité douanière de décision: </a:t>
            </a:r>
            <a:r>
              <a:rPr lang="fr-LU" sz="2000" b="1" dirty="0"/>
              <a:t>LU700000</a:t>
            </a:r>
          </a:p>
          <a:p>
            <a:pPr marL="0" indent="0" algn="just">
              <a:lnSpc>
                <a:spcPct val="100000"/>
              </a:lnSpc>
              <a:buNone/>
            </a:pPr>
            <a:r>
              <a:rPr lang="en-US" sz="2000" dirty="0" err="1"/>
              <a:t>l’OE</a:t>
            </a:r>
            <a:r>
              <a:rPr lang="en-US" sz="2000" dirty="0"/>
              <a:t> sera </a:t>
            </a:r>
            <a:r>
              <a:rPr lang="en-US" sz="2000" dirty="0" err="1"/>
              <a:t>redirigé</a:t>
            </a:r>
            <a:r>
              <a:rPr lang="en-US" sz="2000" dirty="0"/>
              <a:t> </a:t>
            </a:r>
            <a:r>
              <a:rPr lang="en-US" sz="2000" dirty="0" err="1"/>
              <a:t>vers</a:t>
            </a:r>
            <a:r>
              <a:rPr lang="en-US" sz="2000" dirty="0"/>
              <a:t> la page « </a:t>
            </a:r>
            <a:r>
              <a:rPr lang="en-US" sz="2000" b="1" dirty="0" err="1"/>
              <a:t>Contenu</a:t>
            </a:r>
            <a:r>
              <a:rPr lang="en-US" sz="2000" b="1" dirty="0"/>
              <a:t> de la </a:t>
            </a:r>
            <a:r>
              <a:rPr lang="en-US" sz="2000" b="1" dirty="0" err="1"/>
              <a:t>demande</a:t>
            </a:r>
            <a:r>
              <a:rPr lang="en-US" sz="2000" b="1" dirty="0"/>
              <a:t> </a:t>
            </a:r>
            <a:r>
              <a:rPr lang="en-US" sz="2000" dirty="0"/>
              <a:t>» </a:t>
            </a:r>
            <a:r>
              <a:rPr lang="en-US" sz="2000" dirty="0" err="1"/>
              <a:t>où</a:t>
            </a:r>
            <a:r>
              <a:rPr lang="en-US" sz="2000" dirty="0"/>
              <a:t> </a:t>
            </a:r>
            <a:r>
              <a:rPr lang="en-US" sz="2000" dirty="0" err="1"/>
              <a:t>il</a:t>
            </a:r>
            <a:r>
              <a:rPr lang="en-US" sz="2000" dirty="0"/>
              <a:t> </a:t>
            </a:r>
            <a:r>
              <a:rPr lang="en-US" sz="2000" dirty="0" err="1"/>
              <a:t>devra</a:t>
            </a:r>
            <a:r>
              <a:rPr lang="en-US" sz="2000" dirty="0"/>
              <a:t> </a:t>
            </a:r>
            <a:r>
              <a:rPr lang="en-US" sz="2000" dirty="0" err="1"/>
              <a:t>saisir</a:t>
            </a:r>
            <a:r>
              <a:rPr lang="en-US" sz="2000" dirty="0"/>
              <a:t> </a:t>
            </a:r>
            <a:r>
              <a:rPr lang="en-US" sz="2000" dirty="0" err="1"/>
              <a:t>tous</a:t>
            </a:r>
            <a:r>
              <a:rPr lang="en-US" sz="2000" dirty="0"/>
              <a:t> les </a:t>
            </a:r>
            <a:r>
              <a:rPr lang="en-US" sz="2000" dirty="0" err="1"/>
              <a:t>détails</a:t>
            </a:r>
            <a:r>
              <a:rPr lang="en-US" sz="2000" dirty="0"/>
              <a:t> </a:t>
            </a:r>
            <a:r>
              <a:rPr lang="en-US" sz="2000" dirty="0" err="1"/>
              <a:t>concernant</a:t>
            </a:r>
            <a:r>
              <a:rPr lang="en-US" sz="2000" dirty="0"/>
              <a:t> </a:t>
            </a:r>
            <a:r>
              <a:rPr lang="en-US" sz="2000" dirty="0" err="1" smtClean="0"/>
              <a:t>sa</a:t>
            </a:r>
            <a:r>
              <a:rPr lang="en-US" sz="2000" dirty="0" smtClean="0"/>
              <a:t> </a:t>
            </a:r>
            <a:r>
              <a:rPr lang="en-US" sz="2000" dirty="0" err="1"/>
              <a:t>demande</a:t>
            </a:r>
            <a:r>
              <a:rPr lang="en-US" sz="2000" dirty="0"/>
              <a:t>.</a:t>
            </a:r>
          </a:p>
          <a:p>
            <a:pPr marL="0" indent="0" algn="just">
              <a:lnSpc>
                <a:spcPct val="100000"/>
              </a:lnSpc>
              <a:buNone/>
            </a:pPr>
            <a:r>
              <a:rPr lang="en-US" sz="1600" b="1" i="1" u="sng" dirty="0" smtClean="0"/>
              <a:t>NB:</a:t>
            </a:r>
            <a:r>
              <a:rPr lang="en-US" sz="1600" b="1" i="1" dirty="0" smtClean="0"/>
              <a:t> </a:t>
            </a:r>
            <a:r>
              <a:rPr lang="en-US" sz="1600" i="1" dirty="0"/>
              <a:t>Si des </a:t>
            </a:r>
            <a:r>
              <a:rPr lang="en-US" sz="1600" i="1" dirty="0" err="1"/>
              <a:t>informations</a:t>
            </a:r>
            <a:r>
              <a:rPr lang="en-US" sz="1600" i="1" dirty="0"/>
              <a:t> </a:t>
            </a:r>
            <a:r>
              <a:rPr lang="en-US" sz="1600" i="1" dirty="0" err="1"/>
              <a:t>manquent</a:t>
            </a:r>
            <a:r>
              <a:rPr lang="en-US" sz="1600" i="1" dirty="0"/>
              <a:t> la </a:t>
            </a:r>
            <a:r>
              <a:rPr lang="en-US" sz="1600" i="1" dirty="0" err="1"/>
              <a:t>demande</a:t>
            </a:r>
            <a:r>
              <a:rPr lang="en-US" sz="1600" i="1" dirty="0"/>
              <a:t> ne sera pas </a:t>
            </a:r>
            <a:r>
              <a:rPr lang="en-US" sz="1600" i="1" dirty="0" err="1"/>
              <a:t>acceptée</a:t>
            </a:r>
            <a:r>
              <a:rPr lang="en-US" sz="1600" i="1" dirty="0"/>
              <a:t> par le </a:t>
            </a:r>
            <a:r>
              <a:rPr lang="en-US" sz="1600" i="1" dirty="0" err="1"/>
              <a:t>système</a:t>
            </a:r>
            <a:r>
              <a:rPr lang="en-US" sz="1600" i="1" dirty="0"/>
              <a:t>!</a:t>
            </a:r>
          </a:p>
          <a:p>
            <a:pPr algn="just">
              <a:lnSpc>
                <a:spcPct val="100000"/>
              </a:lnSpc>
            </a:pPr>
            <a:endParaRPr lang="fr-LU" sz="2000" dirty="0"/>
          </a:p>
          <a:p>
            <a:pPr marL="0" marR="0" lvl="0" indent="0" algn="just" defTabSz="914400" rtl="0" eaLnBrk="1" fontAlgn="auto" latinLnBrk="0" hangingPunct="1">
              <a:lnSpc>
                <a:spcPct val="100000"/>
              </a:lnSpc>
              <a:spcBef>
                <a:spcPts val="1000"/>
              </a:spcBef>
              <a:spcAft>
                <a:spcPts val="0"/>
              </a:spcAft>
              <a:buClrTx/>
              <a:buSzTx/>
              <a:buNone/>
              <a:tabLst/>
              <a:defRPr/>
            </a:pPr>
            <a:r>
              <a:rPr kumimoji="0" lang="fr-FR" sz="2000" b="0" i="0" u="none" strike="noStrike" kern="1200" cap="none" normalizeH="0" baseline="0" noProof="0" dirty="0">
                <a:ln>
                  <a:noFill/>
                </a:ln>
                <a:solidFill>
                  <a:prstClr val="black"/>
                </a:solidFill>
                <a:effectLst/>
                <a:uLnTx/>
                <a:uFillTx/>
                <a:latin typeface="Calibri" panose="020F0502020204030204"/>
              </a:rPr>
              <a:t>Les donnés à renseigner dans la demande sont reprises à l’Annexe A du </a:t>
            </a:r>
            <a:r>
              <a:rPr kumimoji="0" lang="fr-FR" sz="2000" b="0" i="0" u="none" strike="noStrike" kern="1200" cap="none" normalizeH="0" baseline="0" noProof="0" dirty="0">
                <a:ln>
                  <a:noFill/>
                </a:ln>
                <a:solidFill>
                  <a:prstClr val="black"/>
                </a:solidFill>
                <a:effectLst/>
                <a:uLnTx/>
                <a:uFillTx/>
                <a:latin typeface="Calibri" panose="020F0502020204030204"/>
                <a:hlinkClick r:id="rId2"/>
              </a:rPr>
              <a:t>Règlement délégué (UE) </a:t>
            </a:r>
            <a:r>
              <a:rPr kumimoji="0" lang="fr-FR" sz="2000" b="0" i="0" u="none" strike="noStrike" kern="1200" cap="none" normalizeH="0" baseline="0" noProof="0" dirty="0" smtClean="0">
                <a:ln>
                  <a:noFill/>
                </a:ln>
                <a:solidFill>
                  <a:prstClr val="black"/>
                </a:solidFill>
                <a:effectLst/>
                <a:uLnTx/>
                <a:uFillTx/>
                <a:latin typeface="Calibri" panose="020F0502020204030204"/>
                <a:hlinkClick r:id="rId2"/>
              </a:rPr>
              <a:t>2015/2446</a:t>
            </a:r>
            <a:endParaRPr lang="fr-FR" sz="2000" dirty="0">
              <a:solidFill>
                <a:prstClr val="black"/>
              </a:solidFill>
              <a:latin typeface="Calibri" panose="020F0502020204030204"/>
            </a:endParaRPr>
          </a:p>
          <a:p>
            <a:pPr marL="0" marR="0" lvl="0" indent="0" algn="just" defTabSz="914400" rtl="0" eaLnBrk="1" fontAlgn="auto" latinLnBrk="0" hangingPunct="1">
              <a:lnSpc>
                <a:spcPct val="100000"/>
              </a:lnSpc>
              <a:spcBef>
                <a:spcPts val="1000"/>
              </a:spcBef>
              <a:spcAft>
                <a:spcPts val="0"/>
              </a:spcAft>
              <a:buClrTx/>
              <a:buSzTx/>
              <a:buNone/>
              <a:tabLst/>
              <a:defRPr/>
            </a:pPr>
            <a:r>
              <a:rPr kumimoji="0" lang="fr-FR" sz="1600" b="0" i="0" u="none" strike="noStrike" kern="1200" cap="none" normalizeH="0" baseline="0" noProof="0" dirty="0" smtClean="0">
                <a:ln>
                  <a:noFill/>
                </a:ln>
                <a:solidFill>
                  <a:prstClr val="black"/>
                </a:solidFill>
                <a:effectLst/>
                <a:uLnTx/>
                <a:uFillTx/>
                <a:latin typeface="Calibri" panose="020F0502020204030204"/>
              </a:rPr>
              <a:t>[Annexe </a:t>
            </a:r>
            <a:r>
              <a:rPr kumimoji="0" lang="fr-FR" sz="1600" b="0" i="0" u="none" strike="noStrike" kern="1200" cap="none" normalizeH="0" baseline="0" noProof="0" dirty="0">
                <a:ln>
                  <a:noFill/>
                </a:ln>
                <a:solidFill>
                  <a:prstClr val="black"/>
                </a:solidFill>
                <a:effectLst/>
                <a:uLnTx/>
                <a:uFillTx/>
                <a:latin typeface="Calibri" panose="020F0502020204030204"/>
              </a:rPr>
              <a:t>A:  tableau des exigences communes en matière de </a:t>
            </a:r>
            <a:r>
              <a:rPr kumimoji="0" lang="fr-FR" sz="1600" b="0" i="0" u="none" strike="noStrike" kern="1200" cap="none" normalizeH="0" baseline="0" noProof="0" dirty="0" smtClean="0">
                <a:ln>
                  <a:noFill/>
                </a:ln>
                <a:solidFill>
                  <a:prstClr val="black"/>
                </a:solidFill>
                <a:effectLst/>
                <a:uLnTx/>
                <a:uFillTx/>
                <a:latin typeface="Calibri" panose="020F0502020204030204"/>
              </a:rPr>
              <a:t>données]</a:t>
            </a:r>
            <a:endParaRPr kumimoji="0" lang="fr-FR" sz="1600" b="0" i="0" u="none" strike="noStrike" kern="1200" cap="none" normalizeH="0" baseline="0" noProof="0" dirty="0">
              <a:ln>
                <a:noFill/>
              </a:ln>
              <a:solidFill>
                <a:prstClr val="black"/>
              </a:solidFill>
              <a:effectLst/>
              <a:uLnTx/>
              <a:uFillTx/>
              <a:latin typeface="Calibri" panose="020F0502020204030204"/>
            </a:endParaRPr>
          </a:p>
          <a:p>
            <a:pPr marL="228600" marR="0" lvl="0" indent="-228600" algn="just" defTabSz="914400" rtl="0" eaLnBrk="1" fontAlgn="auto" latinLnBrk="0" hangingPunct="1">
              <a:lnSpc>
                <a:spcPct val="90000"/>
              </a:lnSpc>
              <a:spcBef>
                <a:spcPts val="1000"/>
              </a:spcBef>
              <a:spcAft>
                <a:spcPts val="0"/>
              </a:spcAft>
              <a:buClrTx/>
              <a:buSzTx/>
              <a:buFont typeface="Wingdings" panose="05000000000000000000" pitchFamily="2" charset="2"/>
              <a:buChar char="v"/>
              <a:tabLst/>
              <a:defRPr/>
            </a:pPr>
            <a:endParaRPr lang="fr-LU"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7392193"/>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262" y="2289223"/>
            <a:ext cx="8058593"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fontScale="90000"/>
          </a:bodyPr>
          <a:lstStyle/>
          <a:p>
            <a:pPr algn="ctr"/>
            <a:r>
              <a:rPr lang="fr-FR" sz="4000" dirty="0" err="1">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European</a:t>
            </a:r>
            <a:r>
              <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 Union Customs Data Model</a:t>
            </a:r>
          </a:p>
        </p:txBody>
      </p:sp>
      <p:sp>
        <p:nvSpPr>
          <p:cNvPr id="3" name="Text Placeholder 2"/>
          <p:cNvSpPr>
            <a:spLocks noGrp="1"/>
          </p:cNvSpPr>
          <p:nvPr>
            <p:ph type="body" idx="1"/>
          </p:nvPr>
        </p:nvSpPr>
        <p:spPr>
          <a:xfrm>
            <a:off x="432262" y="3418398"/>
            <a:ext cx="8058593" cy="1548203"/>
          </a:xfrm>
        </p:spPr>
        <p:txBody>
          <a:bodyPr>
            <a:normAutofit fontScale="92500" lnSpcReduction="10000"/>
          </a:bodyPr>
          <a:lstStyle/>
          <a:p>
            <a:pPr lvl="0" algn="ctr">
              <a:lnSpc>
                <a:spcPct val="120000"/>
              </a:lnSpc>
            </a:pPr>
            <a:r>
              <a:rPr lang="en-US" sz="2200" dirty="0" smtClean="0">
                <a:solidFill>
                  <a:prstClr val="black"/>
                </a:solidFill>
              </a:rPr>
              <a:t>Des </a:t>
            </a:r>
            <a:r>
              <a:rPr lang="en-US" sz="2200" dirty="0">
                <a:solidFill>
                  <a:prstClr val="black"/>
                </a:solidFill>
              </a:rPr>
              <a:t>explications </a:t>
            </a:r>
            <a:r>
              <a:rPr lang="en-US" sz="2200" dirty="0" err="1">
                <a:solidFill>
                  <a:prstClr val="black"/>
                </a:solidFill>
              </a:rPr>
              <a:t>détaillées</a:t>
            </a:r>
            <a:r>
              <a:rPr lang="en-US" sz="2200" dirty="0">
                <a:solidFill>
                  <a:prstClr val="black"/>
                </a:solidFill>
              </a:rPr>
              <a:t> sur les </a:t>
            </a:r>
            <a:r>
              <a:rPr lang="en-US" sz="2200" dirty="0" err="1">
                <a:solidFill>
                  <a:prstClr val="black"/>
                </a:solidFill>
              </a:rPr>
              <a:t>données</a:t>
            </a:r>
            <a:r>
              <a:rPr lang="en-US" sz="2200" dirty="0">
                <a:solidFill>
                  <a:prstClr val="black"/>
                </a:solidFill>
              </a:rPr>
              <a:t> à </a:t>
            </a:r>
            <a:r>
              <a:rPr lang="en-US" sz="2200" dirty="0" err="1">
                <a:solidFill>
                  <a:prstClr val="black"/>
                </a:solidFill>
              </a:rPr>
              <a:t>fournir</a:t>
            </a:r>
            <a:r>
              <a:rPr lang="en-US" sz="2200" dirty="0">
                <a:solidFill>
                  <a:prstClr val="black"/>
                </a:solidFill>
              </a:rPr>
              <a:t> </a:t>
            </a:r>
            <a:r>
              <a:rPr lang="en-US" sz="2200" dirty="0" err="1">
                <a:solidFill>
                  <a:prstClr val="black"/>
                </a:solidFill>
              </a:rPr>
              <a:t>lors</a:t>
            </a:r>
            <a:r>
              <a:rPr lang="en-US" sz="2200" dirty="0">
                <a:solidFill>
                  <a:prstClr val="black"/>
                </a:solidFill>
              </a:rPr>
              <a:t> de la formulation </a:t>
            </a:r>
            <a:r>
              <a:rPr lang="en-US" sz="2200" dirty="0" err="1">
                <a:solidFill>
                  <a:prstClr val="black"/>
                </a:solidFill>
              </a:rPr>
              <a:t>d’une</a:t>
            </a:r>
            <a:r>
              <a:rPr lang="en-US" sz="2200" dirty="0">
                <a:solidFill>
                  <a:prstClr val="black"/>
                </a:solidFill>
              </a:rPr>
              <a:t> </a:t>
            </a:r>
            <a:r>
              <a:rPr lang="en-US" sz="2200" dirty="0" err="1">
                <a:solidFill>
                  <a:prstClr val="black"/>
                </a:solidFill>
              </a:rPr>
              <a:t>demande</a:t>
            </a:r>
            <a:r>
              <a:rPr lang="en-US" sz="2200" dirty="0">
                <a:solidFill>
                  <a:prstClr val="black"/>
                </a:solidFill>
              </a:rPr>
              <a:t> </a:t>
            </a:r>
            <a:r>
              <a:rPr lang="en-US" sz="2200" dirty="0" err="1">
                <a:solidFill>
                  <a:prstClr val="black"/>
                </a:solidFill>
              </a:rPr>
              <a:t>d’autorisation</a:t>
            </a:r>
            <a:r>
              <a:rPr lang="en-US" sz="2200" dirty="0">
                <a:solidFill>
                  <a:prstClr val="black"/>
                </a:solidFill>
              </a:rPr>
              <a:t> </a:t>
            </a:r>
            <a:r>
              <a:rPr lang="en-US" sz="2200" dirty="0" err="1">
                <a:solidFill>
                  <a:prstClr val="black"/>
                </a:solidFill>
              </a:rPr>
              <a:t>peuvent</a:t>
            </a:r>
            <a:r>
              <a:rPr lang="en-US" sz="2200" dirty="0">
                <a:solidFill>
                  <a:prstClr val="black"/>
                </a:solidFill>
              </a:rPr>
              <a:t> </a:t>
            </a:r>
            <a:r>
              <a:rPr lang="en-US" sz="2200" dirty="0" err="1">
                <a:solidFill>
                  <a:prstClr val="black"/>
                </a:solidFill>
              </a:rPr>
              <a:t>également</a:t>
            </a:r>
            <a:r>
              <a:rPr lang="en-US" sz="2200" dirty="0">
                <a:solidFill>
                  <a:prstClr val="black"/>
                </a:solidFill>
              </a:rPr>
              <a:t> </a:t>
            </a:r>
            <a:r>
              <a:rPr lang="en-US" sz="2200" dirty="0" err="1">
                <a:solidFill>
                  <a:prstClr val="black"/>
                </a:solidFill>
              </a:rPr>
              <a:t>être</a:t>
            </a:r>
            <a:r>
              <a:rPr lang="en-US" sz="2200" dirty="0">
                <a:solidFill>
                  <a:prstClr val="black"/>
                </a:solidFill>
              </a:rPr>
              <a:t> </a:t>
            </a:r>
            <a:r>
              <a:rPr lang="en-US" sz="2200" dirty="0" err="1">
                <a:solidFill>
                  <a:prstClr val="black"/>
                </a:solidFill>
              </a:rPr>
              <a:t>consultées</a:t>
            </a:r>
            <a:r>
              <a:rPr lang="en-US" sz="2200" dirty="0">
                <a:solidFill>
                  <a:prstClr val="black"/>
                </a:solidFill>
              </a:rPr>
              <a:t> sur la page de </a:t>
            </a:r>
            <a:r>
              <a:rPr lang="en-US" sz="2200" dirty="0" err="1">
                <a:solidFill>
                  <a:prstClr val="black"/>
                </a:solidFill>
              </a:rPr>
              <a:t>l’EUCDM</a:t>
            </a:r>
            <a:r>
              <a:rPr lang="en-US" sz="2200" dirty="0">
                <a:solidFill>
                  <a:prstClr val="black"/>
                </a:solidFill>
              </a:rPr>
              <a:t> [</a:t>
            </a:r>
            <a:r>
              <a:rPr lang="en-US" sz="2200" u="sng" dirty="0">
                <a:solidFill>
                  <a:prstClr val="black"/>
                </a:solidFill>
              </a:rPr>
              <a:t>E</a:t>
            </a:r>
            <a:r>
              <a:rPr lang="en-US" sz="2200" dirty="0">
                <a:solidFill>
                  <a:prstClr val="black"/>
                </a:solidFill>
              </a:rPr>
              <a:t>uropean </a:t>
            </a:r>
            <a:r>
              <a:rPr lang="en-US" sz="2200" u="sng" dirty="0">
                <a:solidFill>
                  <a:prstClr val="black"/>
                </a:solidFill>
              </a:rPr>
              <a:t>U</a:t>
            </a:r>
            <a:r>
              <a:rPr lang="en-US" sz="2200" dirty="0">
                <a:solidFill>
                  <a:prstClr val="black"/>
                </a:solidFill>
              </a:rPr>
              <a:t>nion </a:t>
            </a:r>
            <a:r>
              <a:rPr lang="en-US" sz="2200" u="sng" dirty="0">
                <a:solidFill>
                  <a:prstClr val="black"/>
                </a:solidFill>
              </a:rPr>
              <a:t>C</a:t>
            </a:r>
            <a:r>
              <a:rPr lang="en-US" sz="2200" dirty="0">
                <a:solidFill>
                  <a:prstClr val="black"/>
                </a:solidFill>
              </a:rPr>
              <a:t>ustoms </a:t>
            </a:r>
            <a:r>
              <a:rPr lang="en-US" sz="2200" u="sng" dirty="0">
                <a:solidFill>
                  <a:prstClr val="black"/>
                </a:solidFill>
              </a:rPr>
              <a:t>D</a:t>
            </a:r>
            <a:r>
              <a:rPr lang="en-US" sz="2200" dirty="0">
                <a:solidFill>
                  <a:prstClr val="black"/>
                </a:solidFill>
              </a:rPr>
              <a:t>ata </a:t>
            </a:r>
            <a:r>
              <a:rPr lang="en-US" sz="2200" u="sng" dirty="0">
                <a:solidFill>
                  <a:prstClr val="black"/>
                </a:solidFill>
              </a:rPr>
              <a:t>M</a:t>
            </a:r>
            <a:r>
              <a:rPr lang="en-US" sz="2200" dirty="0">
                <a:solidFill>
                  <a:prstClr val="black"/>
                </a:solidFill>
              </a:rPr>
              <a:t>odel]: </a:t>
            </a:r>
            <a:r>
              <a:rPr lang="en-US" sz="2200" dirty="0">
                <a:solidFill>
                  <a:prstClr val="black"/>
                </a:solidFill>
                <a:hlinkClick r:id="rId2"/>
              </a:rPr>
              <a:t>https://eucdm.softdev.eu.com/</a:t>
            </a:r>
            <a:endParaRPr lang="en-US" sz="2200" dirty="0">
              <a:solidFill>
                <a:prstClr val="black"/>
              </a:solidFill>
            </a:endParaRPr>
          </a:p>
          <a:p>
            <a:pPr lvl="0" algn="just">
              <a:lnSpc>
                <a:spcPct val="100000"/>
              </a:lnSpc>
            </a:pPr>
            <a:endParaRPr lang="fr-FR" sz="16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20</a:t>
            </a:fld>
            <a:endParaRPr lang="lb-LU"/>
          </a:p>
        </p:txBody>
      </p:sp>
    </p:spTree>
    <p:extLst>
      <p:ext uri="{BB962C8B-B14F-4D97-AF65-F5344CB8AC3E}">
        <p14:creationId xmlns:p14="http://schemas.microsoft.com/office/powerpoint/2010/main" val="1789561064"/>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785" y="1060450"/>
            <a:ext cx="8545485" cy="662187"/>
          </a:xfrm>
        </p:spPr>
        <p:txBody>
          <a:bodyPr/>
          <a:lstStyle/>
          <a:p>
            <a:r>
              <a:rPr lang="fr-LU" dirty="0" err="1"/>
              <a:t>European</a:t>
            </a:r>
            <a:r>
              <a:rPr lang="fr-LU" dirty="0"/>
              <a:t> Union Customs Data Model</a:t>
            </a:r>
          </a:p>
        </p:txBody>
      </p:sp>
      <p:sp>
        <p:nvSpPr>
          <p:cNvPr id="3" name="Content Placeholder 2"/>
          <p:cNvSpPr>
            <a:spLocks noGrp="1"/>
          </p:cNvSpPr>
          <p:nvPr>
            <p:ph idx="1"/>
          </p:nvPr>
        </p:nvSpPr>
        <p:spPr>
          <a:xfrm>
            <a:off x="313785" y="1722637"/>
            <a:ext cx="8545485" cy="4304090"/>
          </a:xfrm>
        </p:spPr>
        <p:txBody>
          <a:bodyPr>
            <a:normAutofit/>
          </a:bodyPr>
          <a:lstStyle/>
          <a:p>
            <a:pPr marL="0" indent="0" algn="just">
              <a:lnSpc>
                <a:spcPct val="100000"/>
              </a:lnSpc>
              <a:buNone/>
            </a:pPr>
            <a:r>
              <a:rPr lang="en-US" sz="2000" b="1" u="sng" dirty="0" smtClean="0"/>
              <a:t>Example</a:t>
            </a:r>
            <a:r>
              <a:rPr lang="en-US" sz="2000" dirty="0" smtClean="0"/>
              <a:t>:</a:t>
            </a:r>
          </a:p>
          <a:p>
            <a:pPr marL="0" indent="0" algn="just">
              <a:lnSpc>
                <a:spcPct val="100000"/>
              </a:lnSpc>
              <a:buNone/>
            </a:pPr>
            <a:r>
              <a:rPr lang="en-US" sz="2000" dirty="0" err="1" smtClean="0"/>
              <a:t>Demande</a:t>
            </a:r>
            <a:r>
              <a:rPr lang="en-US" sz="2000" dirty="0" smtClean="0"/>
              <a:t> </a:t>
            </a:r>
            <a:r>
              <a:rPr lang="en-US" sz="2000" dirty="0"/>
              <a:t>relative à l</a:t>
            </a:r>
            <a:r>
              <a:rPr lang="fr-LU" sz="2000" dirty="0"/>
              <a:t>’exploitation d’une installation de stockage temporaire [TST]</a:t>
            </a:r>
          </a:p>
          <a:p>
            <a:pPr marL="0" indent="0" algn="just">
              <a:lnSpc>
                <a:spcPct val="100000"/>
              </a:lnSpc>
              <a:buNone/>
            </a:pPr>
            <a:r>
              <a:rPr lang="fr-FR" sz="2000" dirty="0"/>
              <a:t>Afin de trouver les informations nécessaires pour remplir la demande, il suffit de sélectionner  sous “UCC Annex A”: </a:t>
            </a:r>
            <a:r>
              <a:rPr lang="fr-FR" sz="2000" b="1" u="sng" dirty="0"/>
              <a:t>Data set </a:t>
            </a:r>
            <a:r>
              <a:rPr lang="fr-FR" sz="2000" b="1" u="sng" dirty="0" err="1"/>
              <a:t>view</a:t>
            </a:r>
            <a:r>
              <a:rPr lang="fr-FR" sz="2000" b="1" u="sng" dirty="0"/>
              <a:t> &gt; Usage &gt; </a:t>
            </a:r>
            <a:r>
              <a:rPr lang="fr-FR" sz="2000" b="1" u="sng" dirty="0" err="1"/>
              <a:t>Column</a:t>
            </a:r>
            <a:r>
              <a:rPr lang="fr-FR" sz="2000" b="1" u="sng" dirty="0"/>
              <a:t> 5</a:t>
            </a:r>
          </a:p>
          <a:p>
            <a:pPr marL="0" indent="0" algn="just">
              <a:lnSpc>
                <a:spcPct val="100000"/>
              </a:lnSpc>
              <a:buNone/>
            </a:pPr>
            <a:r>
              <a:rPr lang="fr-FR" sz="2000" dirty="0" smtClean="0"/>
              <a:t>Une </a:t>
            </a:r>
            <a:r>
              <a:rPr lang="fr-FR" sz="2000" dirty="0"/>
              <a:t>liste ‎de toutes les données requises en relation avec une demande TST sera alors affichée.</a:t>
            </a:r>
          </a:p>
          <a:p>
            <a:pPr marL="0" indent="0" algn="just">
              <a:buNone/>
            </a:pPr>
            <a:endParaRPr lang="fr-LU" sz="2000" spc="-150" dirty="0"/>
          </a:p>
          <a:p>
            <a:pPr marL="0" indent="0">
              <a:buNone/>
            </a:pPr>
            <a:endParaRPr lang="fr-LU" sz="200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Grafik 4">
            <a:extLst>
              <a:ext uri="{FF2B5EF4-FFF2-40B4-BE49-F238E27FC236}">
                <a16:creationId xmlns:a16="http://schemas.microsoft.com/office/drawing/2014/main" id="{B6437AC0-7DE3-4A0D-AF27-FDD6A63C6D4D}"/>
              </a:ext>
            </a:extLst>
          </p:cNvPr>
          <p:cNvPicPr>
            <a:picLocks noChangeAspect="1"/>
          </p:cNvPicPr>
          <p:nvPr/>
        </p:nvPicPr>
        <p:blipFill>
          <a:blip r:embed="rId2"/>
          <a:stretch>
            <a:fillRect/>
          </a:stretch>
        </p:blipFill>
        <p:spPr>
          <a:xfrm>
            <a:off x="313785" y="4261224"/>
            <a:ext cx="2207920" cy="1507809"/>
          </a:xfrm>
          <a:prstGeom prst="rect">
            <a:avLst/>
          </a:prstGeom>
        </p:spPr>
      </p:pic>
      <p:pic>
        <p:nvPicPr>
          <p:cNvPr id="6" name="Grafik 5">
            <a:extLst>
              <a:ext uri="{FF2B5EF4-FFF2-40B4-BE49-F238E27FC236}">
                <a16:creationId xmlns:a16="http://schemas.microsoft.com/office/drawing/2014/main" id="{7D5D0A39-54C3-409E-AFB5-AF2EEF5ACA40}"/>
              </a:ext>
            </a:extLst>
          </p:cNvPr>
          <p:cNvPicPr>
            <a:picLocks noChangeAspect="1"/>
          </p:cNvPicPr>
          <p:nvPr/>
        </p:nvPicPr>
        <p:blipFill>
          <a:blip r:embed="rId3"/>
          <a:stretch>
            <a:fillRect/>
          </a:stretch>
        </p:blipFill>
        <p:spPr>
          <a:xfrm>
            <a:off x="2638250" y="4261224"/>
            <a:ext cx="5969542" cy="1449620"/>
          </a:xfrm>
          <a:prstGeom prst="rect">
            <a:avLst/>
          </a:prstGeom>
        </p:spPr>
      </p:pic>
      <p:sp>
        <p:nvSpPr>
          <p:cNvPr id="7" name="Frame 6">
            <a:extLst>
              <a:ext uri="{FF2B5EF4-FFF2-40B4-BE49-F238E27FC236}">
                <a16:creationId xmlns:a16="http://schemas.microsoft.com/office/drawing/2014/main" id="{3BB4215C-FEF4-4B2D-B321-6FDB6262D68C}"/>
              </a:ext>
            </a:extLst>
          </p:cNvPr>
          <p:cNvSpPr/>
          <p:nvPr/>
        </p:nvSpPr>
        <p:spPr>
          <a:xfrm>
            <a:off x="490451" y="5455548"/>
            <a:ext cx="532014" cy="255296"/>
          </a:xfrm>
          <a:prstGeom prst="frame">
            <a:avLst>
              <a:gd name="adj1" fmla="val 2315"/>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L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Grafik 7">
            <a:extLst>
              <a:ext uri="{FF2B5EF4-FFF2-40B4-BE49-F238E27FC236}">
                <a16:creationId xmlns:a16="http://schemas.microsoft.com/office/drawing/2014/main" id="{A5B2B31F-9D33-487A-85A2-8E397094A9B0}"/>
              </a:ext>
            </a:extLst>
          </p:cNvPr>
          <p:cNvPicPr>
            <a:picLocks noChangeAspect="1"/>
          </p:cNvPicPr>
          <p:nvPr/>
        </p:nvPicPr>
        <p:blipFill>
          <a:blip r:embed="rId4"/>
          <a:stretch>
            <a:fillRect/>
          </a:stretch>
        </p:blipFill>
        <p:spPr>
          <a:xfrm>
            <a:off x="7660661" y="4838007"/>
            <a:ext cx="304826" cy="241069"/>
          </a:xfrm>
          <a:prstGeom prst="rect">
            <a:avLst/>
          </a:prstGeom>
        </p:spPr>
      </p:pic>
    </p:spTree>
    <p:extLst>
      <p:ext uri="{BB962C8B-B14F-4D97-AF65-F5344CB8AC3E}">
        <p14:creationId xmlns:p14="http://schemas.microsoft.com/office/powerpoint/2010/main" val="2675093672"/>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23" y="1221455"/>
            <a:ext cx="8079971" cy="662187"/>
          </a:xfrm>
        </p:spPr>
        <p:txBody>
          <a:bodyPr/>
          <a:lstStyle/>
          <a:p>
            <a:r>
              <a:rPr lang="fr-LU" dirty="0" err="1"/>
              <a:t>European</a:t>
            </a:r>
            <a:r>
              <a:rPr lang="fr-LU" dirty="0"/>
              <a:t> Union Customs Data Model</a:t>
            </a:r>
          </a:p>
        </p:txBody>
      </p:sp>
      <p:sp>
        <p:nvSpPr>
          <p:cNvPr id="3" name="Content Placeholder 2"/>
          <p:cNvSpPr>
            <a:spLocks noGrp="1"/>
          </p:cNvSpPr>
          <p:nvPr>
            <p:ph idx="1"/>
          </p:nvPr>
        </p:nvSpPr>
        <p:spPr>
          <a:xfrm>
            <a:off x="407324" y="1929259"/>
            <a:ext cx="7930342" cy="2642742"/>
          </a:xfrm>
        </p:spPr>
        <p:txBody>
          <a:bodyPr>
            <a:normAutofit/>
          </a:bodyPr>
          <a:lstStyle/>
          <a:p>
            <a:pPr marL="0" indent="0" algn="just">
              <a:lnSpc>
                <a:spcPct val="100000"/>
              </a:lnSpc>
              <a:buNone/>
            </a:pPr>
            <a:r>
              <a:rPr lang="en-US" sz="2000" dirty="0"/>
              <a:t>Afin de </a:t>
            </a:r>
            <a:r>
              <a:rPr lang="en-US" sz="2000" dirty="0" err="1"/>
              <a:t>recevoir</a:t>
            </a:r>
            <a:r>
              <a:rPr lang="en-US" sz="2000" dirty="0"/>
              <a:t> des </a:t>
            </a:r>
            <a:r>
              <a:rPr lang="en-US" sz="2000" dirty="0" err="1"/>
              <a:t>informations</a:t>
            </a:r>
            <a:r>
              <a:rPr lang="en-US" sz="2000" dirty="0"/>
              <a:t> </a:t>
            </a:r>
            <a:r>
              <a:rPr lang="en-US" sz="2000" dirty="0" err="1"/>
              <a:t>supplémentaires</a:t>
            </a:r>
            <a:r>
              <a:rPr lang="en-US" sz="2000" dirty="0"/>
              <a:t> [p.ex.: sur la codification, la structure </a:t>
            </a:r>
            <a:r>
              <a:rPr lang="en-US" sz="2000" dirty="0" err="1"/>
              <a:t>ou</a:t>
            </a:r>
            <a:r>
              <a:rPr lang="en-US" sz="2000" dirty="0"/>
              <a:t> le format] de </a:t>
            </a:r>
            <a:r>
              <a:rPr lang="en-US" sz="2000" dirty="0" err="1"/>
              <a:t>chaque</a:t>
            </a:r>
            <a:r>
              <a:rPr lang="en-US" sz="2000" dirty="0"/>
              <a:t> </a:t>
            </a:r>
            <a:r>
              <a:rPr lang="en-US" sz="2000" dirty="0" err="1"/>
              <a:t>élément</a:t>
            </a:r>
            <a:r>
              <a:rPr lang="en-US" sz="2000" dirty="0"/>
              <a:t> à </a:t>
            </a:r>
            <a:r>
              <a:rPr lang="en-US" sz="2000" dirty="0" err="1"/>
              <a:t>saisir</a:t>
            </a:r>
            <a:r>
              <a:rPr lang="en-US" sz="2000" dirty="0"/>
              <a:t>, </a:t>
            </a:r>
            <a:r>
              <a:rPr lang="en-US" sz="2000" dirty="0" err="1"/>
              <a:t>il</a:t>
            </a:r>
            <a:r>
              <a:rPr lang="en-US" sz="2000" dirty="0"/>
              <a:t> </a:t>
            </a:r>
            <a:r>
              <a:rPr lang="en-US" sz="2000" dirty="0" err="1"/>
              <a:t>suffit</a:t>
            </a:r>
            <a:r>
              <a:rPr lang="en-US" sz="2000" dirty="0"/>
              <a:t> de </a:t>
            </a:r>
            <a:r>
              <a:rPr lang="en-US" sz="2000" dirty="0" err="1"/>
              <a:t>sélectionner</a:t>
            </a:r>
            <a:r>
              <a:rPr lang="en-US" sz="2000" dirty="0"/>
              <a:t> le </a:t>
            </a:r>
            <a:r>
              <a:rPr lang="en-US" sz="2000" dirty="0" err="1"/>
              <a:t>numéro</a:t>
            </a:r>
            <a:r>
              <a:rPr lang="en-US" sz="2000" dirty="0"/>
              <a:t> </a:t>
            </a:r>
            <a:r>
              <a:rPr lang="en-US" sz="2000" dirty="0" err="1"/>
              <a:t>d’ordre</a:t>
            </a:r>
            <a:r>
              <a:rPr lang="en-US" sz="2000" dirty="0"/>
              <a:t> y </a:t>
            </a:r>
            <a:r>
              <a:rPr lang="en-US" sz="2000" dirty="0" err="1"/>
              <a:t>relatif</a:t>
            </a:r>
            <a:r>
              <a:rPr lang="en-US" sz="2000" dirty="0"/>
              <a:t> dans la </a:t>
            </a:r>
            <a:r>
              <a:rPr lang="en-US" sz="2000" dirty="0" err="1"/>
              <a:t>liste</a:t>
            </a:r>
            <a:r>
              <a:rPr lang="en-US" sz="2000" dirty="0" smtClean="0"/>
              <a:t>.</a:t>
            </a:r>
            <a:endParaRPr lang="en-US" sz="2000" dirty="0"/>
          </a:p>
          <a:p>
            <a:pPr marL="0" indent="0" algn="just">
              <a:lnSpc>
                <a:spcPct val="100000"/>
              </a:lnSpc>
              <a:buNone/>
            </a:pPr>
            <a:r>
              <a:rPr lang="en-US" sz="2000" b="1" u="sng" dirty="0" err="1"/>
              <a:t>Exemple</a:t>
            </a:r>
            <a:r>
              <a:rPr lang="en-US" sz="2000" dirty="0"/>
              <a:t>: Dans la </a:t>
            </a:r>
            <a:r>
              <a:rPr lang="en-US" sz="2000" dirty="0" err="1"/>
              <a:t>demande</a:t>
            </a:r>
            <a:r>
              <a:rPr lang="en-US" sz="2000" dirty="0"/>
              <a:t> TST, </a:t>
            </a:r>
            <a:r>
              <a:rPr lang="en-US" sz="2000" dirty="0" err="1"/>
              <a:t>il</a:t>
            </a:r>
            <a:r>
              <a:rPr lang="en-US" sz="2000" dirty="0"/>
              <a:t> </a:t>
            </a:r>
            <a:r>
              <a:rPr lang="en-US" sz="2000" dirty="0" err="1"/>
              <a:t>est</a:t>
            </a:r>
            <a:r>
              <a:rPr lang="en-US" sz="2000" dirty="0"/>
              <a:t> </a:t>
            </a:r>
            <a:r>
              <a:rPr lang="en-US" sz="2000" dirty="0" err="1"/>
              <a:t>obligatoire</a:t>
            </a:r>
            <a:r>
              <a:rPr lang="en-US" sz="2000" dirty="0"/>
              <a:t> de </a:t>
            </a:r>
            <a:r>
              <a:rPr lang="en-US" sz="2000" dirty="0" err="1"/>
              <a:t>renseigner</a:t>
            </a:r>
            <a:r>
              <a:rPr lang="en-US" sz="2000" dirty="0"/>
              <a:t> un code pour « type de </a:t>
            </a:r>
            <a:r>
              <a:rPr lang="en-US" sz="2000" dirty="0" err="1"/>
              <a:t>demande</a:t>
            </a:r>
            <a:r>
              <a:rPr lang="en-US" sz="2000" dirty="0"/>
              <a:t> »</a:t>
            </a:r>
            <a:endParaRPr lang="fr-FR" sz="2000" dirty="0"/>
          </a:p>
          <a:p>
            <a:pPr marL="0" indent="0" algn="just">
              <a:lnSpc>
                <a:spcPct val="100000"/>
              </a:lnSpc>
              <a:buNone/>
            </a:pPr>
            <a:r>
              <a:rPr lang="fr-FR" sz="2000" dirty="0"/>
              <a:t>Afin de trouver le bon code, il suffit de sélectionner le numéro d’ordre 1/3 et la liste des codes disponibles sera affichée:</a:t>
            </a:r>
            <a:endParaRPr lang="en-US" sz="2000" dirty="0"/>
          </a:p>
          <a:p>
            <a:pPr marL="0" indent="0" algn="just">
              <a:buNone/>
            </a:pPr>
            <a:endParaRPr lang="fr-FR" sz="2000" spc="-150" dirty="0"/>
          </a:p>
          <a:p>
            <a:pPr marL="0" indent="0" algn="just">
              <a:buNone/>
            </a:pPr>
            <a:endParaRPr lang="fr-FR" sz="2000" spc="-150" dirty="0"/>
          </a:p>
          <a:p>
            <a:pPr marL="0" indent="0" algn="just">
              <a:buNone/>
            </a:pPr>
            <a:endParaRPr lang="fr-FR" sz="2000" spc="-150" dirty="0"/>
          </a:p>
          <a:p>
            <a:pPr marL="0" indent="0" algn="just">
              <a:buNone/>
            </a:pPr>
            <a:endParaRPr lang="en-US" dirty="0"/>
          </a:p>
          <a:p>
            <a:endParaRPr lang="fr-LU"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Grafik 4">
            <a:extLst>
              <a:ext uri="{FF2B5EF4-FFF2-40B4-BE49-F238E27FC236}">
                <a16:creationId xmlns:a16="http://schemas.microsoft.com/office/drawing/2014/main" id="{23F688A6-2CE9-4BF1-8E8A-EFC23C196B34}"/>
              </a:ext>
            </a:extLst>
          </p:cNvPr>
          <p:cNvPicPr>
            <a:picLocks noChangeAspect="1"/>
          </p:cNvPicPr>
          <p:nvPr/>
        </p:nvPicPr>
        <p:blipFill rotWithShape="1">
          <a:blip r:embed="rId2"/>
          <a:srcRect r="74004"/>
          <a:stretch/>
        </p:blipFill>
        <p:spPr>
          <a:xfrm>
            <a:off x="838200" y="4889029"/>
            <a:ext cx="2047613" cy="755970"/>
          </a:xfrm>
          <a:prstGeom prst="rect">
            <a:avLst/>
          </a:prstGeom>
        </p:spPr>
      </p:pic>
      <p:pic>
        <p:nvPicPr>
          <p:cNvPr id="6" name="Grafik 5">
            <a:extLst>
              <a:ext uri="{FF2B5EF4-FFF2-40B4-BE49-F238E27FC236}">
                <a16:creationId xmlns:a16="http://schemas.microsoft.com/office/drawing/2014/main" id="{84E8A3BD-AB4A-413C-B11B-F240C551AC12}"/>
              </a:ext>
            </a:extLst>
          </p:cNvPr>
          <p:cNvPicPr>
            <a:picLocks noChangeAspect="1"/>
          </p:cNvPicPr>
          <p:nvPr/>
        </p:nvPicPr>
        <p:blipFill>
          <a:blip r:embed="rId3"/>
          <a:stretch>
            <a:fillRect/>
          </a:stretch>
        </p:blipFill>
        <p:spPr>
          <a:xfrm>
            <a:off x="838200" y="4889029"/>
            <a:ext cx="304826" cy="249958"/>
          </a:xfrm>
          <a:prstGeom prst="rect">
            <a:avLst/>
          </a:prstGeom>
        </p:spPr>
      </p:pic>
      <p:pic>
        <p:nvPicPr>
          <p:cNvPr id="7" name="Grafik 6">
            <a:extLst>
              <a:ext uri="{FF2B5EF4-FFF2-40B4-BE49-F238E27FC236}">
                <a16:creationId xmlns:a16="http://schemas.microsoft.com/office/drawing/2014/main" id="{46761C3A-1AA8-40B3-88C2-1AF99DA66ED1}"/>
              </a:ext>
            </a:extLst>
          </p:cNvPr>
          <p:cNvPicPr>
            <a:picLocks noChangeAspect="1"/>
          </p:cNvPicPr>
          <p:nvPr/>
        </p:nvPicPr>
        <p:blipFill>
          <a:blip r:embed="rId4"/>
          <a:stretch>
            <a:fillRect/>
          </a:stretch>
        </p:blipFill>
        <p:spPr>
          <a:xfrm>
            <a:off x="3547746" y="4889029"/>
            <a:ext cx="4035902" cy="1560711"/>
          </a:xfrm>
          <a:prstGeom prst="rect">
            <a:avLst/>
          </a:prstGeom>
        </p:spPr>
      </p:pic>
    </p:spTree>
    <p:extLst>
      <p:ext uri="{BB962C8B-B14F-4D97-AF65-F5344CB8AC3E}">
        <p14:creationId xmlns:p14="http://schemas.microsoft.com/office/powerpoint/2010/main" val="1486235144"/>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5389" y="1536640"/>
            <a:ext cx="7789026" cy="662187"/>
          </a:xfrm>
        </p:spPr>
        <p:txBody>
          <a:bodyPr/>
          <a:lstStyle/>
          <a:p>
            <a:r>
              <a:rPr lang="fr-LU" dirty="0"/>
              <a:t>Début des opérations</a:t>
            </a:r>
          </a:p>
        </p:txBody>
      </p:sp>
      <p:sp>
        <p:nvSpPr>
          <p:cNvPr id="3" name="Content Placeholder 2"/>
          <p:cNvSpPr>
            <a:spLocks noGrp="1"/>
          </p:cNvSpPr>
          <p:nvPr>
            <p:ph idx="1"/>
          </p:nvPr>
        </p:nvSpPr>
        <p:spPr>
          <a:xfrm>
            <a:off x="515389" y="2271543"/>
            <a:ext cx="7789026" cy="2863821"/>
          </a:xfrm>
        </p:spPr>
        <p:txBody>
          <a:bodyPr>
            <a:normAutofit/>
          </a:bodyPr>
          <a:lstStyle/>
          <a:p>
            <a:pPr marL="0" indent="0" algn="just">
              <a:lnSpc>
                <a:spcPct val="100000"/>
              </a:lnSpc>
              <a:buNone/>
            </a:pPr>
            <a:r>
              <a:rPr lang="fr-LU" sz="2000" dirty="0"/>
              <a:t>A partir du 2 octobre 2017, toutes les demandes tombant sous le champ d’application du CDS ‎sont introduites par le biais du nouveau système </a:t>
            </a:r>
            <a:r>
              <a:rPr lang="fr-LU" sz="2000" dirty="0" smtClean="0"/>
              <a:t>et </a:t>
            </a:r>
            <a:r>
              <a:rPr lang="fr-LU" sz="2000" dirty="0"/>
              <a:t>par conséquent aucune ‎demande </a:t>
            </a:r>
            <a:r>
              <a:rPr lang="fr-LU" sz="2000" b="1" dirty="0"/>
              <a:t>sur papier</a:t>
            </a:r>
            <a:r>
              <a:rPr lang="fr-LU" sz="2000" dirty="0"/>
              <a:t> n’est acceptée après cette </a:t>
            </a:r>
            <a:r>
              <a:rPr lang="fr-LU" sz="2000" dirty="0" smtClean="0"/>
              <a:t>date (</a:t>
            </a:r>
            <a:r>
              <a:rPr lang="fr-LU" sz="2000" dirty="0"/>
              <a:t>Art. 6(1) du CDU) .</a:t>
            </a:r>
            <a:endParaRPr lang="fr-LU" sz="2000" dirty="0"/>
          </a:p>
          <a:p>
            <a:pPr marL="0" indent="0" algn="just">
              <a:lnSpc>
                <a:spcPct val="100000"/>
              </a:lnSpc>
              <a:buNone/>
            </a:pPr>
            <a:endParaRPr lang="fr-LU" sz="2000" dirty="0"/>
          </a:p>
          <a:p>
            <a:pPr marL="0" indent="0" algn="just">
              <a:lnSpc>
                <a:spcPct val="100000"/>
              </a:lnSpc>
              <a:buNone/>
            </a:pPr>
            <a:r>
              <a:rPr lang="fr-LU" sz="2000" dirty="0"/>
              <a:t>En outre, il est à noter, qu’à partir du 2 ‎octobre 2017, l’ADA n’émet plus de version papier des autorisations accordées dans le cadre du ‎CDS‎; la publication d’une autorisation dans CDS </a:t>
            </a:r>
            <a:r>
              <a:rPr lang="fr-LU" sz="2000" dirty="0" smtClean="0"/>
              <a:t>faisant foi </a:t>
            </a:r>
            <a:r>
              <a:rPr lang="fr-LU" sz="2000" dirty="0"/>
              <a:t>!</a:t>
            </a:r>
          </a:p>
          <a:p>
            <a:endParaRPr lang="fr-LU"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0185767"/>
      </p:ext>
    </p:extLst>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262" y="2044554"/>
            <a:ext cx="8058593"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Le</a:t>
            </a:r>
            <a:r>
              <a:rPr lang="fr-CH"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 </a:t>
            </a:r>
            <a:r>
              <a:rPr lang="fr-CH"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portail des douanes de l’UE</a:t>
            </a:r>
            <a:endPar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endParaRPr>
          </a:p>
        </p:txBody>
      </p:sp>
      <p:sp>
        <p:nvSpPr>
          <p:cNvPr id="3" name="Text Placeholder 2"/>
          <p:cNvSpPr>
            <a:spLocks noGrp="1"/>
          </p:cNvSpPr>
          <p:nvPr>
            <p:ph type="body" idx="1"/>
          </p:nvPr>
        </p:nvSpPr>
        <p:spPr>
          <a:xfrm>
            <a:off x="432262" y="3065218"/>
            <a:ext cx="8058593" cy="2460258"/>
          </a:xfrm>
        </p:spPr>
        <p:txBody>
          <a:bodyPr>
            <a:normAutofit/>
          </a:bodyPr>
          <a:lstStyle/>
          <a:p>
            <a:pPr lvl="0" algn="just">
              <a:lnSpc>
                <a:spcPct val="100000"/>
              </a:lnSpc>
            </a:pPr>
            <a:r>
              <a:rPr lang="fr-CH" altLang="fr-FR" sz="2000" dirty="0" smtClean="0">
                <a:solidFill>
                  <a:prstClr val="black"/>
                </a:solidFill>
              </a:rPr>
              <a:t>Depuis </a:t>
            </a:r>
            <a:r>
              <a:rPr lang="fr-CH" altLang="fr-FR" sz="2000" dirty="0">
                <a:solidFill>
                  <a:prstClr val="black"/>
                </a:solidFill>
              </a:rPr>
              <a:t>le 1</a:t>
            </a:r>
            <a:r>
              <a:rPr lang="fr-CH" altLang="fr-FR" sz="2000" baseline="30000" dirty="0">
                <a:solidFill>
                  <a:prstClr val="black"/>
                </a:solidFill>
              </a:rPr>
              <a:t>er</a:t>
            </a:r>
            <a:r>
              <a:rPr lang="fr-CH" altLang="fr-FR" sz="2000" dirty="0">
                <a:solidFill>
                  <a:prstClr val="black"/>
                </a:solidFill>
              </a:rPr>
              <a:t> octobre 2019, le portail des douanes de l'UE est le point d'accès unique pour interagir avec les systèmes douaniers de l'UE connectés au portail.</a:t>
            </a:r>
          </a:p>
          <a:p>
            <a:pPr lvl="0" algn="just">
              <a:lnSpc>
                <a:spcPct val="100000"/>
              </a:lnSpc>
            </a:pPr>
            <a:endParaRPr lang="fr-CH" altLang="fr-FR" sz="2000" dirty="0">
              <a:solidFill>
                <a:prstClr val="black"/>
              </a:solidFill>
            </a:endParaRPr>
          </a:p>
          <a:p>
            <a:pPr lvl="0" algn="just">
              <a:lnSpc>
                <a:spcPct val="100000"/>
              </a:lnSpc>
            </a:pPr>
            <a:r>
              <a:rPr lang="fr-CH" altLang="fr-FR" sz="1600" dirty="0" smtClean="0">
                <a:solidFill>
                  <a:prstClr val="black"/>
                </a:solidFill>
              </a:rPr>
              <a:t>NB: L'objectif </a:t>
            </a:r>
            <a:r>
              <a:rPr lang="fr-CH" altLang="fr-FR" sz="1600" dirty="0">
                <a:solidFill>
                  <a:prstClr val="black"/>
                </a:solidFill>
              </a:rPr>
              <a:t>de ce portail étant d'harmoniser les accès aux différents systèmes douaniers de l'UE, il est prévu que dans un avenir proche, tous les autres systèmes douaniers de l'UE soient connectés à ce portail.</a:t>
            </a:r>
            <a:endParaRPr lang="fr-LU" altLang="fr-FR" sz="1600" dirty="0">
              <a:solidFill>
                <a:prstClr val="black"/>
              </a:solidFill>
            </a:endParaRPr>
          </a:p>
          <a:p>
            <a:pPr algn="just">
              <a:lnSpc>
                <a:spcPct val="100000"/>
              </a:lnSpc>
              <a:spcAft>
                <a:spcPts val="1100"/>
              </a:spcAft>
            </a:pPr>
            <a:endParaRPr lang="fr-FR" sz="16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24</a:t>
            </a:fld>
            <a:endParaRPr lang="lb-LU"/>
          </a:p>
        </p:txBody>
      </p:sp>
    </p:spTree>
    <p:extLst>
      <p:ext uri="{BB962C8B-B14F-4D97-AF65-F5344CB8AC3E}">
        <p14:creationId xmlns:p14="http://schemas.microsoft.com/office/powerpoint/2010/main" val="565405716"/>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702" y="1317571"/>
            <a:ext cx="7664334" cy="662187"/>
          </a:xfrm>
        </p:spPr>
        <p:txBody>
          <a:bodyPr/>
          <a:lstStyle/>
          <a:p>
            <a:r>
              <a:rPr lang="fr-LU" dirty="0" smtClean="0"/>
              <a:t>Objectif:</a:t>
            </a:r>
            <a:endParaRPr lang="fr-LU" dirty="0"/>
          </a:p>
        </p:txBody>
      </p:sp>
      <p:sp>
        <p:nvSpPr>
          <p:cNvPr id="3" name="Content Placeholder 2"/>
          <p:cNvSpPr>
            <a:spLocks noGrp="1"/>
          </p:cNvSpPr>
          <p:nvPr>
            <p:ph idx="1"/>
          </p:nvPr>
        </p:nvSpPr>
        <p:spPr>
          <a:xfrm>
            <a:off x="523702" y="2093885"/>
            <a:ext cx="7664334" cy="4054988"/>
          </a:xfrm>
        </p:spPr>
        <p:txBody>
          <a:bodyPr>
            <a:normAutofit lnSpcReduction="10000"/>
          </a:bodyPr>
          <a:lstStyle/>
          <a:p>
            <a:pPr marL="0" indent="0" algn="just">
              <a:lnSpc>
                <a:spcPct val="100000"/>
              </a:lnSpc>
              <a:buNone/>
            </a:pPr>
            <a:r>
              <a:rPr lang="fr-CH" sz="2000" dirty="0" smtClean="0">
                <a:ln w="0"/>
              </a:rPr>
              <a:t>Le </a:t>
            </a:r>
            <a:r>
              <a:rPr lang="fr-CH" sz="2000" dirty="0">
                <a:ln w="0"/>
              </a:rPr>
              <a:t>portail des douanes de l’UE fournit un point d’accès unique aux systèmes en </a:t>
            </a:r>
            <a:r>
              <a:rPr lang="fr-CH" sz="2000" dirty="0" smtClean="0">
                <a:ln w="0"/>
              </a:rPr>
              <a:t>ligne suivants:</a:t>
            </a:r>
            <a:endParaRPr lang="fr-LU" sz="2000" dirty="0">
              <a:ln w="0"/>
            </a:endParaRPr>
          </a:p>
          <a:p>
            <a:pPr algn="just">
              <a:lnSpc>
                <a:spcPct val="100000"/>
              </a:lnSpc>
              <a:buFont typeface="Wingdings" panose="05000000000000000000" pitchFamily="2" charset="2"/>
              <a:buChar char="q"/>
            </a:pPr>
            <a:r>
              <a:rPr lang="fr-LU" sz="2000" dirty="0" smtClean="0">
                <a:ln w="0"/>
              </a:rPr>
              <a:t>Opérateur </a:t>
            </a:r>
            <a:r>
              <a:rPr lang="fr-LU" sz="2000" dirty="0">
                <a:ln w="0"/>
              </a:rPr>
              <a:t>économique agréé (</a:t>
            </a:r>
            <a:r>
              <a:rPr lang="fr-LU" sz="2000" dirty="0" smtClean="0">
                <a:ln w="0"/>
              </a:rPr>
              <a:t>OEA)</a:t>
            </a:r>
          </a:p>
          <a:p>
            <a:pPr algn="just">
              <a:lnSpc>
                <a:spcPct val="100000"/>
              </a:lnSpc>
              <a:buFont typeface="Wingdings" panose="05000000000000000000" pitchFamily="2" charset="2"/>
              <a:buChar char="q"/>
            </a:pPr>
            <a:r>
              <a:rPr lang="fr-LU" sz="2000" dirty="0" smtClean="0">
                <a:ln w="0"/>
              </a:rPr>
              <a:t>Renseignement </a:t>
            </a:r>
            <a:r>
              <a:rPr lang="fr-LU" sz="2000" dirty="0">
                <a:ln w="0"/>
              </a:rPr>
              <a:t>tarifaire contraignant (</a:t>
            </a:r>
            <a:r>
              <a:rPr lang="fr-LU" sz="2000" dirty="0" smtClean="0">
                <a:ln w="0"/>
              </a:rPr>
              <a:t>RTC)</a:t>
            </a:r>
          </a:p>
          <a:p>
            <a:pPr algn="just">
              <a:lnSpc>
                <a:spcPct val="100000"/>
              </a:lnSpc>
              <a:buFont typeface="Wingdings" panose="05000000000000000000" pitchFamily="2" charset="2"/>
              <a:buChar char="q"/>
            </a:pPr>
            <a:r>
              <a:rPr lang="fr-LU" sz="2000" dirty="0" smtClean="0">
                <a:ln w="0"/>
              </a:rPr>
              <a:t>Exportateur </a:t>
            </a:r>
            <a:r>
              <a:rPr lang="fr-LU" sz="2000" dirty="0" smtClean="0">
                <a:ln w="0"/>
              </a:rPr>
              <a:t>enregistré (REX)</a:t>
            </a:r>
          </a:p>
          <a:p>
            <a:pPr algn="just">
              <a:lnSpc>
                <a:spcPct val="100000"/>
              </a:lnSpc>
              <a:buFont typeface="Wingdings" panose="05000000000000000000" pitchFamily="2" charset="2"/>
              <a:buChar char="q"/>
            </a:pPr>
            <a:r>
              <a:rPr lang="fr-LU" sz="2000" dirty="0">
                <a:ln w="0"/>
              </a:rPr>
              <a:t> </a:t>
            </a:r>
            <a:r>
              <a:rPr lang="fr-LU" sz="2000" dirty="0" smtClean="0">
                <a:ln w="0"/>
              </a:rPr>
              <a:t>INF</a:t>
            </a:r>
          </a:p>
          <a:p>
            <a:pPr algn="just">
              <a:lnSpc>
                <a:spcPct val="100000"/>
              </a:lnSpc>
              <a:buFont typeface="Wingdings" panose="05000000000000000000" pitchFamily="2" charset="2"/>
              <a:buChar char="q"/>
            </a:pPr>
            <a:r>
              <a:rPr lang="fr-LU" sz="2000" dirty="0" smtClean="0">
                <a:ln w="0"/>
              </a:rPr>
              <a:t>PoUS</a:t>
            </a:r>
          </a:p>
          <a:p>
            <a:pPr algn="just">
              <a:lnSpc>
                <a:spcPct val="100000"/>
              </a:lnSpc>
              <a:buFont typeface="Wingdings" panose="05000000000000000000" pitchFamily="2" charset="2"/>
              <a:buChar char="q"/>
            </a:pPr>
            <a:endParaRPr lang="fr-LU" sz="2000" dirty="0" smtClean="0">
              <a:ln w="0"/>
            </a:endParaRPr>
          </a:p>
          <a:p>
            <a:pPr marL="0" indent="0" algn="just">
              <a:lnSpc>
                <a:spcPct val="100000"/>
              </a:lnSpc>
              <a:buNone/>
            </a:pPr>
            <a:r>
              <a:rPr lang="fr-LU" sz="2000" dirty="0" smtClean="0">
                <a:ln w="0"/>
                <a:cs typeface="Calibri" panose="020F0502020204030204" pitchFamily="34" charset="0"/>
              </a:rPr>
              <a:t>→ </a:t>
            </a:r>
            <a:r>
              <a:rPr lang="fr-LU" sz="2000" dirty="0" smtClean="0">
                <a:ln w="0"/>
              </a:rPr>
              <a:t>Demande introduite via le portail des douanes de l’UE</a:t>
            </a:r>
          </a:p>
          <a:p>
            <a:pPr marL="0" indent="0" algn="just">
              <a:lnSpc>
                <a:spcPct val="100000"/>
              </a:lnSpc>
              <a:buNone/>
            </a:pPr>
            <a:r>
              <a:rPr lang="fr-LU" sz="2000" dirty="0" smtClean="0">
                <a:ln w="0"/>
                <a:effectLst>
                  <a:reflection blurRad="6350" stA="53000" endA="300" endPos="35500" dir="5400000" sy="-90000" algn="bl" rotWithShape="0"/>
                </a:effectLst>
              </a:rPr>
              <a:t>     </a:t>
            </a:r>
            <a:r>
              <a:rPr lang="fr-LU" sz="2000" dirty="0" smtClean="0">
                <a:ln w="0"/>
                <a:effectLst>
                  <a:outerShdw blurRad="38100" dist="19050" dir="2700000" algn="tl" rotWithShape="0">
                    <a:schemeClr val="dk1">
                      <a:alpha val="40000"/>
                    </a:schemeClr>
                  </a:outerShdw>
                </a:effectLst>
                <a:hlinkClick r:id="rId2"/>
              </a:rPr>
              <a:t>https</a:t>
            </a:r>
            <a:r>
              <a:rPr lang="fr-LU" sz="2000" dirty="0">
                <a:ln w="0"/>
                <a:effectLst>
                  <a:outerShdw blurRad="38100" dist="19050" dir="2700000" algn="tl" rotWithShape="0">
                    <a:schemeClr val="dk1">
                      <a:alpha val="40000"/>
                    </a:schemeClr>
                  </a:outerShdw>
                </a:effectLst>
                <a:hlinkClick r:id="rId2"/>
              </a:rPr>
              <a:t>://customs.ec.europa.eu/gtp</a:t>
            </a:r>
            <a:r>
              <a:rPr lang="fr-LU" sz="2000" dirty="0" smtClean="0">
                <a:ln w="0"/>
                <a:effectLst>
                  <a:outerShdw blurRad="38100" dist="19050" dir="2700000" algn="tl" rotWithShape="0">
                    <a:schemeClr val="dk1">
                      <a:alpha val="40000"/>
                    </a:schemeClr>
                  </a:outerShdw>
                </a:effectLst>
                <a:hlinkClick r:id="rId2"/>
              </a:rPr>
              <a:t>/</a:t>
            </a:r>
            <a:endParaRPr lang="fr-LU" sz="2000" dirty="0" smtClean="0">
              <a:ln w="0"/>
              <a:effectLst>
                <a:outerShdw blurRad="38100" dist="19050" dir="2700000" algn="tl" rotWithShape="0">
                  <a:schemeClr val="dk1">
                    <a:alpha val="40000"/>
                  </a:schemeClr>
                </a:outerShdw>
              </a:effectLst>
            </a:endParaRPr>
          </a:p>
          <a:p>
            <a:pPr marL="0" indent="0" algn="just">
              <a:lnSpc>
                <a:spcPct val="100000"/>
              </a:lnSpc>
              <a:buNone/>
            </a:pPr>
            <a:endParaRPr lang="fr-LU" sz="2000" dirty="0">
              <a:ln w="0"/>
              <a:effectLst>
                <a:outerShdw blurRad="38100" dist="19050" dir="2700000" algn="tl" rotWithShape="0">
                  <a:schemeClr val="dk1">
                    <a:alpha val="40000"/>
                  </a:schemeClr>
                </a:outerShdw>
              </a:effectLst>
            </a:endParaRP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2430140"/>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3702" y="1536402"/>
            <a:ext cx="7664334" cy="662187"/>
          </a:xfrm>
        </p:spPr>
        <p:txBody>
          <a:bodyPr/>
          <a:lstStyle/>
          <a:p>
            <a:r>
              <a:rPr lang="fr-LU" dirty="0" smtClean="0"/>
              <a:t>Exceptions:</a:t>
            </a:r>
            <a:endParaRPr lang="fr-LU" dirty="0"/>
          </a:p>
        </p:txBody>
      </p:sp>
      <p:sp>
        <p:nvSpPr>
          <p:cNvPr id="3" name="Content Placeholder 2"/>
          <p:cNvSpPr>
            <a:spLocks noGrp="1"/>
          </p:cNvSpPr>
          <p:nvPr>
            <p:ph idx="1"/>
          </p:nvPr>
        </p:nvSpPr>
        <p:spPr>
          <a:xfrm>
            <a:off x="523702" y="2339266"/>
            <a:ext cx="7664334" cy="2345253"/>
          </a:xfrm>
        </p:spPr>
        <p:txBody>
          <a:bodyPr>
            <a:normAutofit/>
          </a:bodyPr>
          <a:lstStyle/>
          <a:p>
            <a:pPr algn="just">
              <a:lnSpc>
                <a:spcPct val="100000"/>
              </a:lnSpc>
              <a:buFont typeface="Wingdings" panose="05000000000000000000" pitchFamily="2" charset="2"/>
              <a:buChar char="q"/>
            </a:pPr>
            <a:r>
              <a:rPr lang="fr-LU" sz="2000" dirty="0" smtClean="0"/>
              <a:t>Représentant </a:t>
            </a:r>
            <a:r>
              <a:rPr lang="fr-LU" sz="2000" dirty="0" smtClean="0"/>
              <a:t>en douane</a:t>
            </a:r>
          </a:p>
          <a:p>
            <a:pPr algn="just">
              <a:lnSpc>
                <a:spcPct val="100000"/>
              </a:lnSpc>
              <a:buFont typeface="Wingdings" panose="05000000000000000000" pitchFamily="2" charset="2"/>
              <a:buChar char="q"/>
            </a:pPr>
            <a:r>
              <a:rPr lang="fr-LU" sz="2000" dirty="0" smtClean="0"/>
              <a:t>Renseignement </a:t>
            </a:r>
            <a:r>
              <a:rPr lang="fr-LU" sz="2000" dirty="0"/>
              <a:t>d’origine contraignant (ROC)</a:t>
            </a:r>
            <a:r>
              <a:rPr lang="fr-LU" sz="2000" dirty="0" smtClean="0"/>
              <a:t>‎</a:t>
            </a:r>
          </a:p>
          <a:p>
            <a:pPr algn="just">
              <a:lnSpc>
                <a:spcPct val="100000"/>
              </a:lnSpc>
              <a:buFont typeface="Wingdings" panose="05000000000000000000" pitchFamily="2" charset="2"/>
              <a:buChar char="q"/>
            </a:pPr>
            <a:r>
              <a:rPr lang="fr-LU" sz="2000" dirty="0"/>
              <a:t> </a:t>
            </a:r>
            <a:r>
              <a:rPr lang="fr-LU" sz="2000" dirty="0" smtClean="0"/>
              <a:t>Remboursements </a:t>
            </a:r>
            <a:r>
              <a:rPr lang="fr-LU" sz="2000" dirty="0"/>
              <a:t>et </a:t>
            </a:r>
            <a:r>
              <a:rPr lang="fr-LU" sz="2000" dirty="0" smtClean="0"/>
              <a:t>remises</a:t>
            </a:r>
          </a:p>
          <a:p>
            <a:pPr algn="just">
              <a:lnSpc>
                <a:spcPct val="100000"/>
              </a:lnSpc>
              <a:buFont typeface="Wingdings" panose="05000000000000000000" pitchFamily="2" charset="2"/>
              <a:buChar char="q"/>
            </a:pPr>
            <a:r>
              <a:rPr lang="fr-LU" sz="2000" dirty="0"/>
              <a:t> </a:t>
            </a:r>
            <a:r>
              <a:rPr lang="fr-LU" sz="2000" dirty="0" smtClean="0"/>
              <a:t>Zone franche</a:t>
            </a:r>
          </a:p>
          <a:p>
            <a:pPr algn="just">
              <a:lnSpc>
                <a:spcPct val="100000"/>
              </a:lnSpc>
              <a:buFont typeface="Wingdings" panose="05000000000000000000" pitchFamily="2" charset="2"/>
              <a:buChar char="q"/>
            </a:pPr>
            <a:r>
              <a:rPr lang="fr-LU" sz="2000" dirty="0"/>
              <a:t> </a:t>
            </a:r>
            <a:r>
              <a:rPr lang="fr-LU" sz="2000" dirty="0" smtClean="0"/>
              <a:t>Exportateur agréé en matière </a:t>
            </a:r>
            <a:r>
              <a:rPr lang="fr-LU" sz="2000" dirty="0" smtClean="0"/>
              <a:t>d’origine</a:t>
            </a:r>
            <a:endParaRPr lang="fr-LU" sz="2000" dirty="0" smtClean="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1502778"/>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24" y="1060450"/>
            <a:ext cx="8146472" cy="662187"/>
          </a:xfrm>
        </p:spPr>
        <p:txBody>
          <a:bodyPr/>
          <a:lstStyle/>
          <a:p>
            <a:r>
              <a:rPr lang="fr-LU" dirty="0"/>
              <a:t>Se connecter</a:t>
            </a:r>
          </a:p>
        </p:txBody>
      </p:sp>
      <p:sp>
        <p:nvSpPr>
          <p:cNvPr id="3" name="Content Placeholder 2"/>
          <p:cNvSpPr>
            <a:spLocks noGrp="1"/>
          </p:cNvSpPr>
          <p:nvPr>
            <p:ph idx="1"/>
          </p:nvPr>
        </p:nvSpPr>
        <p:spPr>
          <a:xfrm>
            <a:off x="407324" y="1631196"/>
            <a:ext cx="8711739" cy="5135364"/>
          </a:xfrm>
        </p:spPr>
        <p:txBody>
          <a:bodyPr>
            <a:noAutofit/>
          </a:bodyPr>
          <a:lstStyle/>
          <a:p>
            <a:pPr marL="0" indent="0" algn="just">
              <a:lnSpc>
                <a:spcPct val="100000"/>
              </a:lnSpc>
              <a:buNone/>
            </a:pPr>
            <a:r>
              <a:rPr lang="fr-FR" sz="2000" dirty="0"/>
              <a:t>L’accès </a:t>
            </a:r>
            <a:r>
              <a:rPr lang="fr-FR" sz="2000" dirty="0" smtClean="0"/>
              <a:t>au </a:t>
            </a:r>
            <a:r>
              <a:rPr lang="fr-CH" sz="2000" dirty="0"/>
              <a:t>portail des douanes de l'UE </a:t>
            </a:r>
            <a:r>
              <a:rPr lang="fr-FR" sz="2000" dirty="0" smtClean="0"/>
              <a:t>se </a:t>
            </a:r>
            <a:r>
              <a:rPr lang="fr-FR" sz="2000" dirty="0"/>
              <a:t>fait par le biais de l’adresse web </a:t>
            </a:r>
            <a:r>
              <a:rPr lang="fr-FR" sz="2000" dirty="0" smtClean="0"/>
              <a:t>suivante: </a:t>
            </a:r>
            <a:r>
              <a:rPr lang="lb-LU" sz="2000" u="sng" dirty="0" smtClean="0">
                <a:hlinkClick r:id="rId2"/>
              </a:rPr>
              <a:t>https</a:t>
            </a:r>
            <a:r>
              <a:rPr lang="lb-LU" sz="2000" u="sng" dirty="0">
                <a:hlinkClick r:id="rId2"/>
              </a:rPr>
              <a:t>://customs.ec.europa.eu/gtp/</a:t>
            </a:r>
            <a:endParaRPr lang="en-US" sz="2000" dirty="0"/>
          </a:p>
          <a:p>
            <a:pPr marL="0" indent="0" algn="just">
              <a:lnSpc>
                <a:spcPct val="100000"/>
              </a:lnSpc>
              <a:buNone/>
            </a:pPr>
            <a:r>
              <a:rPr lang="fr-FR" sz="2000" dirty="0" smtClean="0"/>
              <a:t> Sur </a:t>
            </a:r>
            <a:r>
              <a:rPr lang="fr-FR" sz="2000" dirty="0"/>
              <a:t>la page « </a:t>
            </a:r>
            <a:r>
              <a:rPr lang="fr-FR" sz="2000" b="1" dirty="0"/>
              <a:t>WAYF »</a:t>
            </a:r>
            <a:r>
              <a:rPr lang="fr-FR" sz="2000" dirty="0"/>
              <a:t> il faudra renseigner les informations suivantes </a:t>
            </a:r>
            <a:r>
              <a:rPr lang="fr-FR" sz="900" dirty="0"/>
              <a:t>(1) </a:t>
            </a:r>
            <a:r>
              <a:rPr lang="fr-FR" sz="2000" dirty="0"/>
              <a:t>:</a:t>
            </a:r>
          </a:p>
          <a:p>
            <a:pPr algn="just">
              <a:lnSpc>
                <a:spcPct val="100000"/>
              </a:lnSpc>
              <a:buFont typeface="Wingdings" panose="05000000000000000000" pitchFamily="2" charset="2"/>
              <a:buChar char="ü"/>
            </a:pPr>
            <a:r>
              <a:rPr lang="fr-FR" sz="2000" dirty="0"/>
              <a:t>Domain: </a:t>
            </a:r>
            <a:r>
              <a:rPr lang="fr-FR" sz="2000" b="1" dirty="0"/>
              <a:t>Customs</a:t>
            </a:r>
          </a:p>
          <a:p>
            <a:pPr algn="just">
              <a:lnSpc>
                <a:spcPct val="100000"/>
              </a:lnSpc>
              <a:buFont typeface="Wingdings" panose="05000000000000000000" pitchFamily="2" charset="2"/>
              <a:buChar char="ü"/>
            </a:pPr>
            <a:r>
              <a:rPr lang="fr-FR" sz="2000" dirty="0"/>
              <a:t>Country: </a:t>
            </a:r>
            <a:r>
              <a:rPr lang="fr-FR" sz="2000" b="1" dirty="0"/>
              <a:t>Luxembourg</a:t>
            </a:r>
          </a:p>
          <a:p>
            <a:pPr algn="just">
              <a:lnSpc>
                <a:spcPct val="100000"/>
              </a:lnSpc>
              <a:buFont typeface="Wingdings" panose="05000000000000000000" pitchFamily="2" charset="2"/>
              <a:buChar char="ü"/>
            </a:pPr>
            <a:r>
              <a:rPr lang="fr-FR" sz="2000" dirty="0"/>
              <a:t>Type of </a:t>
            </a:r>
            <a:r>
              <a:rPr lang="fr-FR" sz="2000" dirty="0" err="1"/>
              <a:t>actor</a:t>
            </a:r>
            <a:r>
              <a:rPr lang="fr-FR" sz="2000" dirty="0"/>
              <a:t>: </a:t>
            </a:r>
            <a:r>
              <a:rPr lang="fr-FR" sz="2000" b="1" dirty="0" err="1"/>
              <a:t>Economic</a:t>
            </a:r>
            <a:r>
              <a:rPr lang="fr-FR" sz="2000" b="1" dirty="0"/>
              <a:t> </a:t>
            </a:r>
            <a:r>
              <a:rPr lang="fr-FR" sz="2000" b="1" dirty="0" err="1"/>
              <a:t>Operator</a:t>
            </a:r>
            <a:endParaRPr lang="fr-FR" sz="2000" b="1" dirty="0"/>
          </a:p>
          <a:p>
            <a:pPr algn="just">
              <a:lnSpc>
                <a:spcPct val="100000"/>
              </a:lnSpc>
              <a:buFont typeface="Wingdings" panose="05000000000000000000" pitchFamily="2" charset="2"/>
              <a:buChar char="ü"/>
            </a:pPr>
            <a:r>
              <a:rPr lang="fr-FR" sz="2000" dirty="0"/>
              <a:t>Type of ID: </a:t>
            </a:r>
            <a:r>
              <a:rPr lang="fr-FR" sz="2000" b="1" dirty="0"/>
              <a:t>EORI</a:t>
            </a:r>
          </a:p>
          <a:p>
            <a:pPr algn="just">
              <a:lnSpc>
                <a:spcPct val="100000"/>
              </a:lnSpc>
              <a:buFont typeface="Wingdings" panose="05000000000000000000" pitchFamily="2" charset="2"/>
              <a:buChar char="ü"/>
            </a:pPr>
            <a:r>
              <a:rPr lang="fr-FR" sz="2000" dirty="0"/>
              <a:t>ID: </a:t>
            </a:r>
            <a:r>
              <a:rPr lang="fr-FR" sz="2000" b="1" dirty="0"/>
              <a:t>Votre numéro EORI valide</a:t>
            </a:r>
          </a:p>
          <a:p>
            <a:pPr algn="just">
              <a:lnSpc>
                <a:spcPct val="100000"/>
              </a:lnSpc>
              <a:buFont typeface="Wingdings" panose="05000000000000000000" pitchFamily="2" charset="2"/>
              <a:buChar char="ü"/>
            </a:pPr>
            <a:r>
              <a:rPr lang="fr-FR" sz="2000" dirty="0"/>
              <a:t>I </a:t>
            </a:r>
            <a:r>
              <a:rPr lang="fr-FR" sz="2000" dirty="0" err="1"/>
              <a:t>am</a:t>
            </a:r>
            <a:r>
              <a:rPr lang="fr-FR" sz="2000" dirty="0"/>
              <a:t> acting on </a:t>
            </a:r>
            <a:r>
              <a:rPr lang="fr-FR" sz="2000" dirty="0" err="1"/>
              <a:t>behalf</a:t>
            </a:r>
            <a:r>
              <a:rPr lang="fr-FR" sz="2000" dirty="0"/>
              <a:t> of: </a:t>
            </a:r>
            <a:r>
              <a:rPr lang="fr-FR" sz="2000" b="1" dirty="0" err="1"/>
              <a:t>Myself</a:t>
            </a:r>
            <a:endParaRPr lang="fr-FR" sz="2000" b="1" dirty="0"/>
          </a:p>
          <a:p>
            <a:pPr marL="0" indent="0" algn="just">
              <a:lnSpc>
                <a:spcPct val="100000"/>
              </a:lnSpc>
              <a:buNone/>
            </a:pPr>
            <a:endParaRPr lang="fr-FR" sz="900" b="1" dirty="0" smtClean="0"/>
          </a:p>
          <a:p>
            <a:pPr marL="0" lvl="0" indent="0" algn="just">
              <a:lnSpc>
                <a:spcPct val="100000"/>
              </a:lnSpc>
              <a:buNone/>
            </a:pPr>
            <a:endParaRPr lang="fr-FR" sz="2000" dirty="0" smtClean="0">
              <a:solidFill>
                <a:prstClr val="black"/>
              </a:solidFill>
            </a:endParaRPr>
          </a:p>
          <a:p>
            <a:pPr marL="0" lvl="0" indent="0" algn="just">
              <a:lnSpc>
                <a:spcPct val="100000"/>
              </a:lnSpc>
              <a:buNone/>
            </a:pPr>
            <a:r>
              <a:rPr lang="fr-FR" sz="2000" dirty="0" smtClean="0">
                <a:solidFill>
                  <a:prstClr val="black"/>
                </a:solidFill>
              </a:rPr>
              <a:t>Ensuite </a:t>
            </a:r>
            <a:r>
              <a:rPr lang="fr-FR" sz="2000" dirty="0">
                <a:solidFill>
                  <a:prstClr val="black"/>
                </a:solidFill>
              </a:rPr>
              <a:t>il faudra lancer la demande d’authentification en sélectionnant </a:t>
            </a:r>
            <a:r>
              <a:rPr lang="en-US" sz="2000" dirty="0">
                <a:solidFill>
                  <a:prstClr val="black"/>
                </a:solidFill>
              </a:rPr>
              <a:t>« </a:t>
            </a:r>
            <a:r>
              <a:rPr lang="en-US" sz="2000" b="1" dirty="0">
                <a:solidFill>
                  <a:prstClr val="black"/>
                </a:solidFill>
              </a:rPr>
              <a:t>Submit </a:t>
            </a:r>
            <a:r>
              <a:rPr lang="en-US" sz="2000" dirty="0">
                <a:solidFill>
                  <a:prstClr val="black"/>
                </a:solidFill>
              </a:rPr>
              <a:t>»</a:t>
            </a:r>
          </a:p>
          <a:p>
            <a:pPr marL="0" lvl="0" indent="0" algn="just">
              <a:lnSpc>
                <a:spcPct val="100000"/>
              </a:lnSpc>
              <a:buNone/>
            </a:pPr>
            <a:r>
              <a:rPr lang="fr-FR" sz="900" dirty="0" smtClean="0">
                <a:solidFill>
                  <a:prstClr val="black"/>
                </a:solidFill>
              </a:rPr>
              <a:t>(1</a:t>
            </a:r>
            <a:r>
              <a:rPr lang="fr-FR" sz="900" dirty="0">
                <a:solidFill>
                  <a:prstClr val="black"/>
                </a:solidFill>
              </a:rPr>
              <a:t>) Les informations à introduire dépendent du niveau d’enregistrement dans UUM&amp;DS</a:t>
            </a:r>
            <a:endParaRPr lang="fr-FR" sz="900" b="1" dirty="0">
              <a:solidFill>
                <a:prstClr val="black"/>
              </a:solidFill>
            </a:endParaRPr>
          </a:p>
          <a:p>
            <a:pPr marL="0" indent="0">
              <a:buNone/>
            </a:pPr>
            <a:endParaRPr lang="fr-FR" sz="900" b="1" dirty="0"/>
          </a:p>
          <a:p>
            <a:pPr marL="0" lvl="0" indent="0">
              <a:buNone/>
            </a:pPr>
            <a:endParaRPr lang="fr-FR" sz="900" b="1"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p:cNvPicPr>
            <a:picLocks noChangeAspect="1"/>
          </p:cNvPicPr>
          <p:nvPr/>
        </p:nvPicPr>
        <p:blipFill>
          <a:blip r:embed="rId3"/>
          <a:stretch>
            <a:fillRect/>
          </a:stretch>
        </p:blipFill>
        <p:spPr>
          <a:xfrm>
            <a:off x="4938633" y="2719755"/>
            <a:ext cx="2110844" cy="3374446"/>
          </a:xfrm>
          <a:prstGeom prst="rect">
            <a:avLst/>
          </a:prstGeom>
        </p:spPr>
      </p:pic>
      <p:sp>
        <p:nvSpPr>
          <p:cNvPr id="6" name="Frame 5"/>
          <p:cNvSpPr/>
          <p:nvPr/>
        </p:nvSpPr>
        <p:spPr>
          <a:xfrm>
            <a:off x="5021782" y="5755391"/>
            <a:ext cx="1970115" cy="286299"/>
          </a:xfrm>
          <a:prstGeom prst="frame">
            <a:avLst>
              <a:gd name="adj1" fmla="val 4545"/>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L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2068470"/>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2138" y="1525156"/>
            <a:ext cx="3981797" cy="4800829"/>
          </a:xfrm>
        </p:spPr>
        <p:txBody>
          <a:bodyPr>
            <a:normAutofit fontScale="62500" lnSpcReduction="20000"/>
          </a:bodyPr>
          <a:lstStyle/>
          <a:p>
            <a:pPr marL="0" indent="0" algn="just">
              <a:lnSpc>
                <a:spcPct val="120000"/>
              </a:lnSpc>
              <a:buNone/>
            </a:pPr>
            <a:r>
              <a:rPr lang="en-US" sz="3200" dirty="0" smtClean="0"/>
              <a:t>Sur </a:t>
            </a:r>
            <a:r>
              <a:rPr lang="en-US" sz="3200" dirty="0"/>
              <a:t>la page </a:t>
            </a:r>
            <a:r>
              <a:rPr lang="en-US" sz="3200" dirty="0" err="1"/>
              <a:t>suivante</a:t>
            </a:r>
            <a:r>
              <a:rPr lang="en-US" sz="3200" dirty="0"/>
              <a:t> </a:t>
            </a:r>
            <a:r>
              <a:rPr lang="en-US" sz="3200" dirty="0" err="1"/>
              <a:t>il</a:t>
            </a:r>
            <a:r>
              <a:rPr lang="en-US" sz="3200" dirty="0"/>
              <a:t> </a:t>
            </a:r>
            <a:r>
              <a:rPr lang="en-US" sz="3200" dirty="0" err="1" smtClean="0"/>
              <a:t>faudra</a:t>
            </a:r>
            <a:r>
              <a:rPr lang="en-US" sz="3200" dirty="0" smtClean="0"/>
              <a:t>:</a:t>
            </a:r>
          </a:p>
          <a:p>
            <a:pPr marL="0" indent="0" algn="just">
              <a:lnSpc>
                <a:spcPct val="120000"/>
              </a:lnSpc>
              <a:buNone/>
            </a:pPr>
            <a:endParaRPr lang="en-US" sz="3200" dirty="0"/>
          </a:p>
          <a:p>
            <a:pPr algn="just">
              <a:lnSpc>
                <a:spcPct val="120000"/>
              </a:lnSpc>
              <a:buFont typeface="Wingdings" panose="05000000000000000000" pitchFamily="2" charset="2"/>
              <a:buChar char="ü"/>
            </a:pPr>
            <a:r>
              <a:rPr lang="en-US" sz="3200" dirty="0" err="1"/>
              <a:t>Introduire</a:t>
            </a:r>
            <a:r>
              <a:rPr lang="en-US" sz="3200" dirty="0"/>
              <a:t> </a:t>
            </a:r>
            <a:r>
              <a:rPr lang="en-US" sz="3200" dirty="0" err="1"/>
              <a:t>l’adresse</a:t>
            </a:r>
            <a:r>
              <a:rPr lang="en-US" sz="3200" dirty="0"/>
              <a:t> E-Mail </a:t>
            </a:r>
            <a:r>
              <a:rPr lang="en-US" sz="3200" dirty="0" err="1"/>
              <a:t>telle</a:t>
            </a:r>
            <a:r>
              <a:rPr lang="en-US" sz="3200" dirty="0"/>
              <a:t> </a:t>
            </a:r>
            <a:r>
              <a:rPr lang="en-US" sz="3200" dirty="0" err="1"/>
              <a:t>qu’enregistrée</a:t>
            </a:r>
            <a:r>
              <a:rPr lang="en-US" sz="3200" dirty="0"/>
              <a:t> dans UUM&amp;DS</a:t>
            </a:r>
          </a:p>
          <a:p>
            <a:pPr algn="just">
              <a:lnSpc>
                <a:spcPct val="120000"/>
              </a:lnSpc>
              <a:buFont typeface="Wingdings" panose="05000000000000000000" pitchFamily="2" charset="2"/>
              <a:buChar char="ü"/>
            </a:pPr>
            <a:r>
              <a:rPr lang="en-US" sz="3200" dirty="0" err="1"/>
              <a:t>Introduire</a:t>
            </a:r>
            <a:r>
              <a:rPr lang="en-US" sz="3200" dirty="0"/>
              <a:t> le mot de </a:t>
            </a:r>
            <a:r>
              <a:rPr lang="en-US" sz="3200" dirty="0" err="1"/>
              <a:t>passe</a:t>
            </a:r>
            <a:r>
              <a:rPr lang="en-US" sz="3200" dirty="0"/>
              <a:t> </a:t>
            </a:r>
            <a:r>
              <a:rPr lang="en-US" sz="3200" dirty="0" err="1"/>
              <a:t>choisi</a:t>
            </a:r>
            <a:endParaRPr lang="en-US" sz="3200" dirty="0"/>
          </a:p>
          <a:p>
            <a:pPr algn="just">
              <a:lnSpc>
                <a:spcPct val="120000"/>
              </a:lnSpc>
              <a:buFont typeface="Wingdings" panose="05000000000000000000" pitchFamily="2" charset="2"/>
              <a:buChar char="ü"/>
            </a:pPr>
            <a:r>
              <a:rPr lang="en-US" sz="3200" dirty="0"/>
              <a:t>Continuer par  « </a:t>
            </a:r>
            <a:r>
              <a:rPr lang="en-US" sz="3200" b="1" dirty="0"/>
              <a:t>Sign in</a:t>
            </a:r>
            <a:r>
              <a:rPr lang="en-US" sz="3200" dirty="0"/>
              <a:t> »</a:t>
            </a:r>
          </a:p>
          <a:p>
            <a:pPr marL="0" indent="0" algn="just">
              <a:lnSpc>
                <a:spcPct val="120000"/>
              </a:lnSpc>
              <a:buNone/>
            </a:pPr>
            <a:endParaRPr lang="en-US" sz="3200" dirty="0"/>
          </a:p>
          <a:p>
            <a:pPr marL="0" indent="0" algn="just">
              <a:lnSpc>
                <a:spcPct val="120000"/>
              </a:lnSpc>
              <a:buNone/>
            </a:pPr>
            <a:endParaRPr lang="en-US" sz="3200" dirty="0" smtClean="0"/>
          </a:p>
          <a:p>
            <a:pPr marL="0" indent="0" algn="just">
              <a:lnSpc>
                <a:spcPct val="120000"/>
              </a:lnSpc>
              <a:buNone/>
            </a:pPr>
            <a:endParaRPr lang="en-US" sz="3200" dirty="0"/>
          </a:p>
          <a:p>
            <a:pPr marL="0" indent="0" algn="just">
              <a:lnSpc>
                <a:spcPct val="120000"/>
              </a:lnSpc>
              <a:buNone/>
            </a:pPr>
            <a:endParaRPr lang="en-US" sz="3200" dirty="0" smtClean="0"/>
          </a:p>
          <a:p>
            <a:pPr marL="0" lvl="0" indent="0" algn="just">
              <a:lnSpc>
                <a:spcPct val="120000"/>
              </a:lnSpc>
              <a:buNone/>
            </a:pPr>
            <a:r>
              <a:rPr lang="fr-FR" sz="3200" dirty="0" smtClean="0">
                <a:solidFill>
                  <a:prstClr val="black"/>
                </a:solidFill>
              </a:rPr>
              <a:t>Ensuite </a:t>
            </a:r>
            <a:r>
              <a:rPr lang="fr-FR" sz="3200" dirty="0">
                <a:solidFill>
                  <a:prstClr val="black"/>
                </a:solidFill>
              </a:rPr>
              <a:t>l’OE sera redirigé vers </a:t>
            </a:r>
            <a:r>
              <a:rPr lang="fr-FR" sz="3200" b="1" dirty="0" smtClean="0">
                <a:solidFill>
                  <a:prstClr val="black"/>
                </a:solidFill>
              </a:rPr>
              <a:t>EUCTP</a:t>
            </a:r>
            <a:endParaRPr lang="fr-FR" sz="3200" b="1" dirty="0">
              <a:solidFill>
                <a:prstClr val="black"/>
              </a:solidFill>
            </a:endParaRPr>
          </a:p>
          <a:p>
            <a:pPr marL="0" indent="0" algn="just">
              <a:buNone/>
            </a:pPr>
            <a:endParaRPr lang="en-US" sz="2000" spc="-150" dirty="0"/>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rotWithShape="1">
          <a:blip r:embed="rId2"/>
          <a:srcRect l="2722" r="3671" b="6946"/>
          <a:stretch/>
        </p:blipFill>
        <p:spPr>
          <a:xfrm>
            <a:off x="4849732" y="1426475"/>
            <a:ext cx="3591473" cy="3645360"/>
          </a:xfrm>
          <a:prstGeom prst="rect">
            <a:avLst/>
          </a:prstGeom>
        </p:spPr>
      </p:pic>
      <p:sp>
        <p:nvSpPr>
          <p:cNvPr id="6" name="Frame 5"/>
          <p:cNvSpPr/>
          <p:nvPr/>
        </p:nvSpPr>
        <p:spPr>
          <a:xfrm>
            <a:off x="5639628" y="4788132"/>
            <a:ext cx="2011679" cy="249382"/>
          </a:xfrm>
          <a:prstGeom prst="frame">
            <a:avLst>
              <a:gd name="adj1" fmla="val 4545"/>
            </a:avLst>
          </a:prstGeom>
          <a:solidFill>
            <a:srgbClr val="FF0000"/>
          </a:solidFill>
          <a:ln w="12700" cap="flat" cmpd="sng" algn="ctr">
            <a:solidFill>
              <a:srgbClr val="FF0000"/>
            </a:solidFill>
            <a:prstDash val="solid"/>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LU"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49611810"/>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560" y="1126219"/>
            <a:ext cx="8402365" cy="662187"/>
          </a:xfrm>
        </p:spPr>
        <p:txBody>
          <a:bodyPr/>
          <a:lstStyle/>
          <a:p>
            <a:r>
              <a:rPr lang="fr-LU" dirty="0"/>
              <a:t>Soumettre une demande</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8F520E-0D3C-4C73-96DF-B271C0F692B0}" type="slidenum">
              <a:rPr kumimoji="0" lang="lb-LU" sz="14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lb-LU" sz="14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9" name="Picture 8"/>
          <p:cNvPicPr>
            <a:picLocks noChangeAspect="1"/>
          </p:cNvPicPr>
          <p:nvPr/>
        </p:nvPicPr>
        <p:blipFill rotWithShape="1">
          <a:blip r:embed="rId2"/>
          <a:srcRect t="1953" r="1726" b="1027"/>
          <a:stretch/>
        </p:blipFill>
        <p:spPr>
          <a:xfrm>
            <a:off x="168000" y="1799237"/>
            <a:ext cx="12024000" cy="5058763"/>
          </a:xfrm>
          <a:prstGeom prst="rect">
            <a:avLst/>
          </a:prstGeom>
          <a:effectLst>
            <a:softEdge rad="31750"/>
          </a:effectLst>
        </p:spPr>
      </p:pic>
    </p:spTree>
    <p:extLst>
      <p:ext uri="{BB962C8B-B14F-4D97-AF65-F5344CB8AC3E}">
        <p14:creationId xmlns:p14="http://schemas.microsoft.com/office/powerpoint/2010/main" val="3686367892"/>
      </p:ext>
    </p:extLst>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CDBF0D-96A8-41AB-A5B9-5E09640AB07B}"/>
              </a:ext>
            </a:extLst>
          </p:cNvPr>
          <p:cNvSpPr>
            <a:spLocks noGrp="1"/>
          </p:cNvSpPr>
          <p:nvPr>
            <p:ph type="title"/>
          </p:nvPr>
        </p:nvSpPr>
        <p:spPr>
          <a:xfrm>
            <a:off x="548641" y="1786854"/>
            <a:ext cx="7747462" cy="648774"/>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de-LU" sz="4000" dirty="0" err="1"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Autorité</a:t>
            </a:r>
            <a:r>
              <a:rPr lang="de-LU" sz="4000" dirty="0"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 </a:t>
            </a:r>
            <a:r>
              <a:rPr lang="de-LU" sz="4000" dirty="0" err="1"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compétente</a:t>
            </a:r>
            <a:endParaRPr lang="de-LU" sz="4000" dirty="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endParaRPr>
          </a:p>
        </p:txBody>
      </p:sp>
      <p:sp>
        <p:nvSpPr>
          <p:cNvPr id="3" name="Textplatzhalter 2">
            <a:extLst>
              <a:ext uri="{FF2B5EF4-FFF2-40B4-BE49-F238E27FC236}">
                <a16:creationId xmlns:a16="http://schemas.microsoft.com/office/drawing/2014/main" id="{D1B07D69-A409-49B8-91B9-8AE6AA720E1D}"/>
              </a:ext>
            </a:extLst>
          </p:cNvPr>
          <p:cNvSpPr>
            <a:spLocks noGrp="1"/>
          </p:cNvSpPr>
          <p:nvPr>
            <p:ph type="body" idx="1"/>
          </p:nvPr>
        </p:nvSpPr>
        <p:spPr>
          <a:xfrm>
            <a:off x="548641" y="2618510"/>
            <a:ext cx="7747462" cy="3125586"/>
          </a:xfrm>
        </p:spPr>
        <p:txBody>
          <a:bodyPr>
            <a:noAutofit/>
          </a:bodyPr>
          <a:lstStyle/>
          <a:p>
            <a:pPr lvl="0" algn="just">
              <a:lnSpc>
                <a:spcPct val="100000"/>
              </a:lnSpc>
            </a:pPr>
            <a:r>
              <a:rPr lang="fr-CH" sz="2000" dirty="0">
                <a:solidFill>
                  <a:prstClr val="black"/>
                </a:solidFill>
              </a:rPr>
              <a:t>L</a:t>
            </a:r>
            <a:r>
              <a:rPr lang="fr-CH" sz="2000" dirty="0" smtClean="0">
                <a:solidFill>
                  <a:prstClr val="black"/>
                </a:solidFill>
              </a:rPr>
              <a:t>'autorité </a:t>
            </a:r>
            <a:r>
              <a:rPr lang="fr-CH" sz="2000" dirty="0">
                <a:solidFill>
                  <a:prstClr val="black"/>
                </a:solidFill>
              </a:rPr>
              <a:t>douanière compétente </a:t>
            </a:r>
            <a:r>
              <a:rPr lang="fr-CH" sz="2000" b="1" dirty="0">
                <a:solidFill>
                  <a:prstClr val="black"/>
                </a:solidFill>
              </a:rPr>
              <a:t>est celle du lieu où le demandeur tient sa comptabilité principale à des fins douanières </a:t>
            </a:r>
            <a:r>
              <a:rPr lang="fr-CH" sz="2000" dirty="0" smtClean="0">
                <a:solidFill>
                  <a:prstClr val="black"/>
                </a:solidFill>
              </a:rPr>
              <a:t>(ou </a:t>
            </a:r>
            <a:r>
              <a:rPr lang="fr-CH" sz="2000" dirty="0">
                <a:solidFill>
                  <a:prstClr val="black"/>
                </a:solidFill>
              </a:rPr>
              <a:t>le lieu où celle-ci est </a:t>
            </a:r>
            <a:r>
              <a:rPr lang="fr-CH" sz="2000" dirty="0" smtClean="0">
                <a:solidFill>
                  <a:prstClr val="black"/>
                </a:solidFill>
              </a:rPr>
              <a:t>disponible), </a:t>
            </a:r>
            <a:r>
              <a:rPr lang="fr-CH" sz="2000" b="1" u="sng" dirty="0">
                <a:ln w="6600">
                  <a:solidFill>
                    <a:schemeClr val="tx1"/>
                  </a:solidFill>
                  <a:prstDash val="solid"/>
                </a:ln>
                <a:solidFill>
                  <a:srgbClr val="FFC000"/>
                </a:solidFill>
                <a:effectLst>
                  <a:outerShdw dist="38100" dir="2700000" algn="tl" rotWithShape="0">
                    <a:schemeClr val="accent2"/>
                  </a:outerShdw>
                </a:effectLst>
              </a:rPr>
              <a:t>et</a:t>
            </a:r>
            <a:r>
              <a:rPr lang="fr-CH" sz="2000" b="1" dirty="0">
                <a:ln>
                  <a:solidFill>
                    <a:schemeClr val="tx1"/>
                  </a:solidFill>
                </a:ln>
                <a:solidFill>
                  <a:prstClr val="black"/>
                </a:solidFill>
              </a:rPr>
              <a:t> </a:t>
            </a:r>
            <a:r>
              <a:rPr lang="fr-CH" sz="2000" b="1" dirty="0">
                <a:solidFill>
                  <a:prstClr val="black"/>
                </a:solidFill>
              </a:rPr>
              <a:t>où est exercée une partie au moins des activités devant être couvertes par la décision</a:t>
            </a:r>
            <a:r>
              <a:rPr lang="fr-CH" sz="2000" dirty="0" smtClean="0">
                <a:solidFill>
                  <a:prstClr val="black"/>
                </a:solidFill>
              </a:rPr>
              <a:t>.</a:t>
            </a:r>
          </a:p>
          <a:p>
            <a:pPr lvl="0" algn="just">
              <a:lnSpc>
                <a:spcPct val="100000"/>
              </a:lnSpc>
            </a:pPr>
            <a:endParaRPr lang="fr-CH" sz="2000" dirty="0">
              <a:solidFill>
                <a:prstClr val="black"/>
              </a:solidFill>
            </a:endParaRPr>
          </a:p>
          <a:p>
            <a:pPr lvl="0" algn="just">
              <a:lnSpc>
                <a:spcPct val="100000"/>
              </a:lnSpc>
            </a:pPr>
            <a:r>
              <a:rPr lang="fr-CH" sz="1600" dirty="0" smtClean="0">
                <a:solidFill>
                  <a:prstClr val="black"/>
                </a:solidFill>
              </a:rPr>
              <a:t>N.B.: Lorsqu’il </a:t>
            </a:r>
            <a:r>
              <a:rPr lang="fr-CH" sz="1600" dirty="0">
                <a:solidFill>
                  <a:prstClr val="black"/>
                </a:solidFill>
              </a:rPr>
              <a:t>n’est pas possible de déterminer l’autorité douanière compétente, conformément à l’article 22, paragraphe 1, troisième alinéa, du code, l’autorité douanière compétente est celle du lieu où le demandeur conserve ou permet de consulter ses écritures et documents nécessaires à l’autorité douanière pour se prononcer (comptabilité principale à des fins douanières</a:t>
            </a:r>
            <a:r>
              <a:rPr lang="fr-CH" sz="1600" dirty="0" smtClean="0">
                <a:solidFill>
                  <a:prstClr val="black"/>
                </a:solidFill>
              </a:rPr>
              <a:t>).</a:t>
            </a:r>
            <a:endParaRPr lang="de-LU" sz="1600" i="1" spc="-150" dirty="0"/>
          </a:p>
        </p:txBody>
      </p:sp>
      <p:sp>
        <p:nvSpPr>
          <p:cNvPr id="4" name="Foliennummernplatzhalter 3">
            <a:extLst>
              <a:ext uri="{FF2B5EF4-FFF2-40B4-BE49-F238E27FC236}">
                <a16:creationId xmlns:a16="http://schemas.microsoft.com/office/drawing/2014/main" id="{5D766210-F311-4DE9-8F56-AC22CAC8F517}"/>
              </a:ext>
            </a:extLst>
          </p:cNvPr>
          <p:cNvSpPr>
            <a:spLocks noGrp="1"/>
          </p:cNvSpPr>
          <p:nvPr>
            <p:ph type="sldNum" sz="quarter" idx="12"/>
          </p:nvPr>
        </p:nvSpPr>
        <p:spPr/>
        <p:txBody>
          <a:bodyPr/>
          <a:lstStyle/>
          <a:p>
            <a:fld id="{C58F520E-0D3C-4C73-96DF-B271C0F692B0}" type="slidenum">
              <a:rPr lang="lb-LU" smtClean="0"/>
              <a:t>30</a:t>
            </a:fld>
            <a:endParaRPr lang="lb-LU"/>
          </a:p>
        </p:txBody>
      </p:sp>
    </p:spTree>
    <p:extLst>
      <p:ext uri="{BB962C8B-B14F-4D97-AF65-F5344CB8AC3E}">
        <p14:creationId xmlns:p14="http://schemas.microsoft.com/office/powerpoint/2010/main" val="2592958410"/>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CDBF0D-96A8-41AB-A5B9-5E09640AB07B}"/>
              </a:ext>
            </a:extLst>
          </p:cNvPr>
          <p:cNvSpPr>
            <a:spLocks noGrp="1"/>
          </p:cNvSpPr>
          <p:nvPr>
            <p:ph type="title"/>
          </p:nvPr>
        </p:nvSpPr>
        <p:spPr>
          <a:xfrm>
            <a:off x="595134" y="1374182"/>
            <a:ext cx="2804013" cy="737250"/>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de-LU" sz="4000" dirty="0"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La </a:t>
            </a:r>
            <a:r>
              <a:rPr lang="de-LU" sz="4000" dirty="0" err="1"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Demande</a:t>
            </a:r>
            <a:endParaRPr lang="de-LU" sz="4000" dirty="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endParaRPr>
          </a:p>
        </p:txBody>
      </p:sp>
      <p:sp>
        <p:nvSpPr>
          <p:cNvPr id="4" name="Foliennummernplatzhalter 3">
            <a:extLst>
              <a:ext uri="{FF2B5EF4-FFF2-40B4-BE49-F238E27FC236}">
                <a16:creationId xmlns:a16="http://schemas.microsoft.com/office/drawing/2014/main" id="{5D766210-F311-4DE9-8F56-AC22CAC8F517}"/>
              </a:ext>
            </a:extLst>
          </p:cNvPr>
          <p:cNvSpPr>
            <a:spLocks noGrp="1"/>
          </p:cNvSpPr>
          <p:nvPr>
            <p:ph type="sldNum" sz="quarter" idx="12"/>
          </p:nvPr>
        </p:nvSpPr>
        <p:spPr/>
        <p:txBody>
          <a:bodyPr/>
          <a:lstStyle/>
          <a:p>
            <a:fld id="{C58F520E-0D3C-4C73-96DF-B271C0F692B0}" type="slidenum">
              <a:rPr lang="lb-LU" smtClean="0"/>
              <a:t>31</a:t>
            </a:fld>
            <a:endParaRPr lang="lb-LU"/>
          </a:p>
        </p:txBody>
      </p:sp>
      <p:pic>
        <p:nvPicPr>
          <p:cNvPr id="1026" name="Picture 2" descr="https://documents.lucid.app/documents/a71292f0-a2aa-470c-ac83-9723b873d756/pages/0_0?a=2291&amp;x=-1452&amp;y=-3760&amp;w=1144&amp;h=1320&amp;store=1&amp;accept=image%2F*&amp;auth=LCA%20b8e1592141881f1f82b2d7ab07473668eedbdc7c-ts%3D1664358623"/>
          <p:cNvPicPr>
            <a:picLocks noChangeAspect="1" noChangeArrowheads="1"/>
          </p:cNvPicPr>
          <p:nvPr/>
        </p:nvPicPr>
        <p:blipFill rotWithShape="1">
          <a:blip r:embed="rId2">
            <a:extLst>
              <a:ext uri="{28A0092B-C50C-407E-A947-70E740481C1C}">
                <a14:useLocalDpi xmlns:a14="http://schemas.microsoft.com/office/drawing/2010/main" val="0"/>
              </a:ext>
            </a:extLst>
          </a:blip>
          <a:srcRect l="5585" t="5026" r="5470" b="3926"/>
          <a:stretch/>
        </p:blipFill>
        <p:spPr bwMode="auto">
          <a:xfrm>
            <a:off x="3582026" y="1271848"/>
            <a:ext cx="4405745" cy="5203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3224182"/>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1306276"/>
            <a:ext cx="8098970" cy="663075"/>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CH" sz="4000" dirty="0"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Acceptation d’une demande</a:t>
            </a:r>
            <a:endParaRPr lang="fr-CH" sz="4000" dirty="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endParaRPr>
          </a:p>
        </p:txBody>
      </p:sp>
      <p:sp>
        <p:nvSpPr>
          <p:cNvPr id="3" name="Text Placeholder 2"/>
          <p:cNvSpPr>
            <a:spLocks noGrp="1"/>
          </p:cNvSpPr>
          <p:nvPr>
            <p:ph type="body" idx="1"/>
          </p:nvPr>
        </p:nvSpPr>
        <p:spPr>
          <a:xfrm>
            <a:off x="457200" y="2202873"/>
            <a:ext cx="8098971" cy="4067298"/>
          </a:xfrm>
        </p:spPr>
        <p:txBody>
          <a:bodyPr>
            <a:normAutofit/>
          </a:bodyPr>
          <a:lstStyle/>
          <a:p>
            <a:pPr algn="just">
              <a:lnSpc>
                <a:spcPct val="100000"/>
              </a:lnSpc>
            </a:pPr>
            <a:r>
              <a:rPr lang="fr-CH" sz="2000" dirty="0">
                <a:solidFill>
                  <a:schemeClr val="tx1"/>
                </a:solidFill>
              </a:rPr>
              <a:t>L’acceptation d’une demande a lieu à un stade préliminaire du processus de prise de décision, au cours duquel les autorités douanières vérifient que toutes les informations nécessaires pour arrêter la décision sont </a:t>
            </a:r>
            <a:r>
              <a:rPr lang="fr-CH" sz="2000" dirty="0" smtClean="0">
                <a:solidFill>
                  <a:schemeClr val="tx1"/>
                </a:solidFill>
              </a:rPr>
              <a:t>présentes.</a:t>
            </a:r>
          </a:p>
          <a:p>
            <a:pPr algn="just">
              <a:lnSpc>
                <a:spcPct val="100000"/>
              </a:lnSpc>
            </a:pPr>
            <a:r>
              <a:rPr lang="fr-CH" sz="2000" dirty="0" smtClean="0">
                <a:solidFill>
                  <a:schemeClr val="tx1"/>
                </a:solidFill>
              </a:rPr>
              <a:t>En </a:t>
            </a:r>
            <a:r>
              <a:rPr lang="fr-CH" sz="2000" dirty="0">
                <a:solidFill>
                  <a:schemeClr val="tx1"/>
                </a:solidFill>
              </a:rPr>
              <a:t>d’autres termes, cela signifie que le processus de l’acceptation porte uniquement sur la recevabilité de la demande en elle-même, mais ne constitue pas un examen sur le bien-fondé du contenu de </a:t>
            </a:r>
            <a:r>
              <a:rPr lang="fr-CH" sz="2000" dirty="0" smtClean="0">
                <a:solidFill>
                  <a:schemeClr val="tx1"/>
                </a:solidFill>
              </a:rPr>
              <a:t>celle-ci.</a:t>
            </a:r>
          </a:p>
          <a:p>
            <a:pPr algn="just">
              <a:lnSpc>
                <a:spcPct val="100000"/>
              </a:lnSpc>
            </a:pPr>
            <a:r>
              <a:rPr lang="fr-CH" sz="2000" dirty="0" smtClean="0">
                <a:solidFill>
                  <a:schemeClr val="tx1"/>
                </a:solidFill>
              </a:rPr>
              <a:t>Une </a:t>
            </a:r>
            <a:r>
              <a:rPr lang="fr-CH" sz="2000" dirty="0">
                <a:solidFill>
                  <a:schemeClr val="tx1"/>
                </a:solidFill>
              </a:rPr>
              <a:t>fois acceptée par les autorités douanières, la demande est réputée</a:t>
            </a:r>
            <a:r>
              <a:rPr lang="fr-CH" sz="2000" dirty="0" smtClean="0">
                <a:solidFill>
                  <a:schemeClr val="tx1"/>
                </a:solidFill>
              </a:rPr>
              <a:t>:</a:t>
            </a:r>
          </a:p>
          <a:p>
            <a:pPr marL="342900" indent="-342900" algn="just">
              <a:lnSpc>
                <a:spcPct val="100000"/>
              </a:lnSpc>
              <a:buFont typeface="Wingdings" panose="05000000000000000000" pitchFamily="2" charset="2"/>
              <a:buChar char="ü"/>
            </a:pPr>
            <a:r>
              <a:rPr lang="fr-CH" sz="2000" b="1" dirty="0" smtClean="0">
                <a:solidFill>
                  <a:schemeClr val="tx1"/>
                </a:solidFill>
              </a:rPr>
              <a:t>Comprendre </a:t>
            </a:r>
            <a:r>
              <a:rPr lang="fr-CH" sz="2000" b="1" dirty="0">
                <a:solidFill>
                  <a:schemeClr val="tx1"/>
                </a:solidFill>
              </a:rPr>
              <a:t>toutes les informations </a:t>
            </a:r>
            <a:r>
              <a:rPr lang="fr-CH" sz="2000" b="1" dirty="0" smtClean="0">
                <a:solidFill>
                  <a:schemeClr val="tx1"/>
                </a:solidFill>
              </a:rPr>
              <a:t>nécessaires</a:t>
            </a:r>
          </a:p>
          <a:p>
            <a:pPr marL="342900" indent="-342900" algn="just">
              <a:lnSpc>
                <a:spcPct val="100000"/>
              </a:lnSpc>
              <a:buFont typeface="Wingdings" panose="05000000000000000000" pitchFamily="2" charset="2"/>
              <a:buChar char="ü"/>
            </a:pPr>
            <a:r>
              <a:rPr lang="fr-CH" sz="2000" b="1" dirty="0">
                <a:solidFill>
                  <a:schemeClr val="tx1"/>
                </a:solidFill>
              </a:rPr>
              <a:t>Remplir les conditions d’acceptation (voir ci-dessous</a:t>
            </a:r>
            <a:r>
              <a:rPr lang="fr-CH" sz="2000" b="1" dirty="0" smtClean="0">
                <a:solidFill>
                  <a:schemeClr val="tx1"/>
                </a:solidFill>
              </a:rPr>
              <a:t>)</a:t>
            </a:r>
          </a:p>
          <a:p>
            <a:pPr marL="342900" indent="-342900" algn="just">
              <a:lnSpc>
                <a:spcPct val="100000"/>
              </a:lnSpc>
              <a:buFont typeface="Wingdings" panose="05000000000000000000" pitchFamily="2" charset="2"/>
              <a:buChar char="ü"/>
            </a:pPr>
            <a:r>
              <a:rPr lang="fr-CH" sz="2000" b="1" dirty="0">
                <a:solidFill>
                  <a:schemeClr val="tx1"/>
                </a:solidFill>
              </a:rPr>
              <a:t>Comporter les pièces justificatives requises</a:t>
            </a:r>
            <a:endParaRPr lang="en-US" sz="2000" b="1"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32</a:t>
            </a:fld>
            <a:endParaRPr lang="lb-LU"/>
          </a:p>
        </p:txBody>
      </p:sp>
    </p:spTree>
    <p:extLst>
      <p:ext uri="{BB962C8B-B14F-4D97-AF65-F5344CB8AC3E}">
        <p14:creationId xmlns:p14="http://schemas.microsoft.com/office/powerpoint/2010/main" val="3958425783"/>
      </p:ext>
    </p:extLst>
  </p:cSld>
  <p:clrMapOvr>
    <a:masterClrMapping/>
  </p:clrMapOvr>
  <p:transition spd="slow">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B3D774-C43D-446E-9800-DF7EB43F5E3F}"/>
              </a:ext>
            </a:extLst>
          </p:cNvPr>
          <p:cNvSpPr>
            <a:spLocks noGrp="1"/>
          </p:cNvSpPr>
          <p:nvPr>
            <p:ph type="title"/>
          </p:nvPr>
        </p:nvSpPr>
        <p:spPr>
          <a:xfrm>
            <a:off x="457201" y="1246616"/>
            <a:ext cx="7903028" cy="695354"/>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Autofit/>
          </a:bodyPr>
          <a:lstStyle/>
          <a:p>
            <a:pPr algn="ctr"/>
            <a:r>
              <a:rPr lang="fr-FR" sz="4000" dirty="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 Conditions </a:t>
            </a:r>
            <a:r>
              <a:rPr lang="fr-FR" sz="4000" dirty="0"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d’acceptation</a:t>
            </a:r>
            <a:endParaRPr lang="de-LU" sz="4000" dirty="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endParaRPr>
          </a:p>
        </p:txBody>
      </p:sp>
      <p:sp>
        <p:nvSpPr>
          <p:cNvPr id="3" name="Textplatzhalter 2">
            <a:extLst>
              <a:ext uri="{FF2B5EF4-FFF2-40B4-BE49-F238E27FC236}">
                <a16:creationId xmlns:a16="http://schemas.microsoft.com/office/drawing/2014/main" id="{B18BE60D-E78B-4C56-8EF0-A98DC3C2372C}"/>
              </a:ext>
            </a:extLst>
          </p:cNvPr>
          <p:cNvSpPr>
            <a:spLocks noGrp="1"/>
          </p:cNvSpPr>
          <p:nvPr>
            <p:ph type="body" idx="1"/>
          </p:nvPr>
        </p:nvSpPr>
        <p:spPr>
          <a:xfrm>
            <a:off x="457201" y="2062561"/>
            <a:ext cx="7903028" cy="4646150"/>
          </a:xfrm>
        </p:spPr>
        <p:txBody>
          <a:bodyPr>
            <a:normAutofit/>
          </a:bodyPr>
          <a:lstStyle/>
          <a:p>
            <a:pPr algn="just">
              <a:lnSpc>
                <a:spcPct val="100000"/>
              </a:lnSpc>
            </a:pPr>
            <a:r>
              <a:rPr lang="fr-CH" sz="2000" dirty="0">
                <a:solidFill>
                  <a:schemeClr val="tx1"/>
                </a:solidFill>
              </a:rPr>
              <a:t>Les autorités douanières vérifient, sans tarder et au plus tard dans les </a:t>
            </a:r>
            <a:r>
              <a:rPr lang="fr-CH" sz="2000" b="1" dirty="0">
                <a:solidFill>
                  <a:schemeClr val="tx1"/>
                </a:solidFill>
              </a:rPr>
              <a:t>30 jours</a:t>
            </a:r>
            <a:r>
              <a:rPr lang="fr-CH" sz="2000" dirty="0">
                <a:solidFill>
                  <a:schemeClr val="tx1"/>
                </a:solidFill>
              </a:rPr>
              <a:t> qui suivent la réception de la demande de décision, si les conditions d'acceptation de ladite demande sont réunies</a:t>
            </a:r>
            <a:r>
              <a:rPr lang="fr-CH" sz="2000" dirty="0" smtClean="0">
                <a:solidFill>
                  <a:schemeClr val="tx1"/>
                </a:solidFill>
              </a:rPr>
              <a:t>.</a:t>
            </a:r>
          </a:p>
          <a:p>
            <a:pPr algn="just">
              <a:lnSpc>
                <a:spcPct val="100000"/>
              </a:lnSpc>
            </a:pPr>
            <a:r>
              <a:rPr lang="fr-CH" sz="2000" dirty="0">
                <a:solidFill>
                  <a:schemeClr val="tx1"/>
                </a:solidFill>
              </a:rPr>
              <a:t>Une demande de décision est acceptée, pour autant que les conditions suivantes soient remplies </a:t>
            </a:r>
            <a:r>
              <a:rPr lang="fr-CH" sz="2000" dirty="0" smtClean="0">
                <a:solidFill>
                  <a:schemeClr val="tx1"/>
                </a:solidFill>
              </a:rPr>
              <a:t>:</a:t>
            </a:r>
          </a:p>
          <a:p>
            <a:pPr algn="just">
              <a:lnSpc>
                <a:spcPct val="100000"/>
              </a:lnSpc>
            </a:pPr>
            <a:endParaRPr lang="fr-CH" sz="2000" dirty="0" smtClean="0">
              <a:solidFill>
                <a:schemeClr val="tx1"/>
              </a:solidFill>
            </a:endParaRPr>
          </a:p>
          <a:p>
            <a:pPr marL="342900" indent="-342900" algn="just">
              <a:lnSpc>
                <a:spcPct val="100000"/>
              </a:lnSpc>
              <a:buFont typeface="Wingdings" panose="05000000000000000000" pitchFamily="2" charset="2"/>
              <a:buChar char="q"/>
            </a:pPr>
            <a:r>
              <a:rPr lang="fr-CH" sz="2000" dirty="0">
                <a:solidFill>
                  <a:schemeClr val="tx1"/>
                </a:solidFill>
              </a:rPr>
              <a:t>Le demandeur est enregistré conformément à l’art. 9 du </a:t>
            </a:r>
            <a:r>
              <a:rPr lang="fr-CH" sz="2000" dirty="0" smtClean="0">
                <a:solidFill>
                  <a:schemeClr val="tx1"/>
                </a:solidFill>
              </a:rPr>
              <a:t>CDU</a:t>
            </a:r>
          </a:p>
          <a:p>
            <a:pPr marL="342900" indent="-342900" algn="just">
              <a:lnSpc>
                <a:spcPct val="100000"/>
              </a:lnSpc>
              <a:buFont typeface="Wingdings" panose="05000000000000000000" pitchFamily="2" charset="2"/>
              <a:buChar char="q"/>
            </a:pPr>
            <a:r>
              <a:rPr lang="fr-CH" sz="2000" dirty="0">
                <a:solidFill>
                  <a:schemeClr val="tx1"/>
                </a:solidFill>
              </a:rPr>
              <a:t>Le demandeur est établi sur le territoire douanier de </a:t>
            </a:r>
            <a:r>
              <a:rPr lang="fr-CH" sz="2000" dirty="0" smtClean="0">
                <a:solidFill>
                  <a:schemeClr val="tx1"/>
                </a:solidFill>
              </a:rPr>
              <a:t>l’Union</a:t>
            </a:r>
          </a:p>
          <a:p>
            <a:pPr marL="342900" indent="-342900" algn="just">
              <a:lnSpc>
                <a:spcPct val="100000"/>
              </a:lnSpc>
              <a:buFont typeface="Wingdings" panose="05000000000000000000" pitchFamily="2" charset="2"/>
              <a:buChar char="q"/>
            </a:pPr>
            <a:r>
              <a:rPr lang="fr-CH" sz="2000" dirty="0">
                <a:solidFill>
                  <a:schemeClr val="tx1"/>
                </a:solidFill>
              </a:rPr>
              <a:t>La demande a été introduite auprès de l’autorité douanière </a:t>
            </a:r>
            <a:r>
              <a:rPr lang="fr-CH" sz="2000" dirty="0" smtClean="0">
                <a:solidFill>
                  <a:schemeClr val="tx1"/>
                </a:solidFill>
              </a:rPr>
              <a:t>compétente</a:t>
            </a:r>
          </a:p>
          <a:p>
            <a:pPr marL="342900" indent="-342900" algn="just">
              <a:lnSpc>
                <a:spcPct val="100000"/>
              </a:lnSpc>
              <a:buFont typeface="Wingdings" panose="05000000000000000000" pitchFamily="2" charset="2"/>
              <a:buChar char="q"/>
            </a:pPr>
            <a:r>
              <a:rPr lang="fr-CH" sz="2000" dirty="0">
                <a:solidFill>
                  <a:schemeClr val="tx1"/>
                </a:solidFill>
              </a:rPr>
              <a:t>La demande ne concerne pas une décision ayant le même objet qu’une </a:t>
            </a:r>
            <a:r>
              <a:rPr lang="fr-CH" sz="2000" dirty="0" smtClean="0">
                <a:solidFill>
                  <a:schemeClr val="tx1"/>
                </a:solidFill>
              </a:rPr>
              <a:t>décision précédente </a:t>
            </a:r>
            <a:r>
              <a:rPr lang="fr-CH" sz="2000" dirty="0">
                <a:solidFill>
                  <a:schemeClr val="tx1"/>
                </a:solidFill>
              </a:rPr>
              <a:t>qui a été annulée ou révoquée</a:t>
            </a:r>
            <a:endParaRPr lang="fr-CH" sz="2000" dirty="0" smtClean="0">
              <a:solidFill>
                <a:schemeClr val="tx1"/>
              </a:solidFill>
            </a:endParaRPr>
          </a:p>
          <a:p>
            <a:pPr marL="342900" indent="-342900">
              <a:buFont typeface="Wingdings" panose="05000000000000000000" pitchFamily="2" charset="2"/>
              <a:buChar char="q"/>
            </a:pPr>
            <a:endParaRPr lang="fr-CH" sz="2000" spc="-150" dirty="0"/>
          </a:p>
        </p:txBody>
      </p:sp>
      <p:sp>
        <p:nvSpPr>
          <p:cNvPr id="4" name="Foliennummernplatzhalter 3">
            <a:extLst>
              <a:ext uri="{FF2B5EF4-FFF2-40B4-BE49-F238E27FC236}">
                <a16:creationId xmlns:a16="http://schemas.microsoft.com/office/drawing/2014/main" id="{ACE052EC-3BA6-4D22-9B78-4A87FC0738EE}"/>
              </a:ext>
            </a:extLst>
          </p:cNvPr>
          <p:cNvSpPr>
            <a:spLocks noGrp="1"/>
          </p:cNvSpPr>
          <p:nvPr>
            <p:ph type="sldNum" sz="quarter" idx="12"/>
          </p:nvPr>
        </p:nvSpPr>
        <p:spPr/>
        <p:txBody>
          <a:bodyPr/>
          <a:lstStyle/>
          <a:p>
            <a:fld id="{C58F520E-0D3C-4C73-96DF-B271C0F692B0}" type="slidenum">
              <a:rPr lang="lb-LU" smtClean="0"/>
              <a:t>33</a:t>
            </a:fld>
            <a:endParaRPr lang="lb-LU"/>
          </a:p>
        </p:txBody>
      </p:sp>
    </p:spTree>
    <p:extLst>
      <p:ext uri="{BB962C8B-B14F-4D97-AF65-F5344CB8AC3E}">
        <p14:creationId xmlns:p14="http://schemas.microsoft.com/office/powerpoint/2010/main" val="2080451587"/>
      </p:ext>
    </p:extLst>
  </p:cSld>
  <p:clrMapOvr>
    <a:masterClrMapping/>
  </p:clrMapOvr>
  <p:transition spd="slow">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B3D774-C43D-446E-9800-DF7EB43F5E3F}"/>
              </a:ext>
            </a:extLst>
          </p:cNvPr>
          <p:cNvSpPr>
            <a:spLocks noGrp="1"/>
          </p:cNvSpPr>
          <p:nvPr>
            <p:ph type="title"/>
          </p:nvPr>
        </p:nvSpPr>
        <p:spPr>
          <a:xfrm>
            <a:off x="457198" y="1657162"/>
            <a:ext cx="7949681" cy="695354"/>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Autofit/>
          </a:bodyPr>
          <a:lstStyle/>
          <a:p>
            <a:pPr algn="ctr"/>
            <a:r>
              <a:rPr lang="fr-FR" sz="4000" dirty="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 Conditions </a:t>
            </a:r>
            <a:r>
              <a:rPr lang="fr-FR" sz="4000" dirty="0"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d’acceptation</a:t>
            </a:r>
            <a:endParaRPr lang="de-LU" sz="4000" dirty="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endParaRPr>
          </a:p>
        </p:txBody>
      </p:sp>
      <p:sp>
        <p:nvSpPr>
          <p:cNvPr id="3" name="Textplatzhalter 2">
            <a:extLst>
              <a:ext uri="{FF2B5EF4-FFF2-40B4-BE49-F238E27FC236}">
                <a16:creationId xmlns:a16="http://schemas.microsoft.com/office/drawing/2014/main" id="{B18BE60D-E78B-4C56-8EF0-A98DC3C2372C}"/>
              </a:ext>
            </a:extLst>
          </p:cNvPr>
          <p:cNvSpPr>
            <a:spLocks noGrp="1"/>
          </p:cNvSpPr>
          <p:nvPr>
            <p:ph type="body" idx="1"/>
          </p:nvPr>
        </p:nvSpPr>
        <p:spPr>
          <a:xfrm>
            <a:off x="457199" y="2622906"/>
            <a:ext cx="7949681" cy="3423331"/>
          </a:xfrm>
        </p:spPr>
        <p:txBody>
          <a:bodyPr>
            <a:normAutofit/>
          </a:bodyPr>
          <a:lstStyle/>
          <a:p>
            <a:pPr algn="just">
              <a:lnSpc>
                <a:spcPct val="100000"/>
              </a:lnSpc>
            </a:pPr>
            <a:r>
              <a:rPr lang="fr-CH" sz="2000" dirty="0" smtClean="0">
                <a:solidFill>
                  <a:schemeClr val="tx1"/>
                </a:solidFill>
              </a:rPr>
              <a:t>Il </a:t>
            </a:r>
            <a:r>
              <a:rPr lang="fr-CH" sz="2000" dirty="0">
                <a:solidFill>
                  <a:schemeClr val="tx1"/>
                </a:solidFill>
              </a:rPr>
              <a:t>existe également des conditions spécifiques pour l’acceptation d’une demande dans deux cas particuliers</a:t>
            </a:r>
            <a:r>
              <a:rPr lang="fr-CH" sz="2000" dirty="0" smtClean="0">
                <a:solidFill>
                  <a:schemeClr val="tx1"/>
                </a:solidFill>
              </a:rPr>
              <a:t>:</a:t>
            </a:r>
          </a:p>
          <a:p>
            <a:pPr algn="just">
              <a:lnSpc>
                <a:spcPct val="100000"/>
              </a:lnSpc>
            </a:pPr>
            <a:endParaRPr lang="fr-CH" sz="2000" dirty="0" smtClean="0">
              <a:solidFill>
                <a:schemeClr val="tx1"/>
              </a:solidFill>
            </a:endParaRPr>
          </a:p>
          <a:p>
            <a:pPr marL="342900" indent="-342900" algn="just">
              <a:lnSpc>
                <a:spcPct val="100000"/>
              </a:lnSpc>
              <a:buFont typeface="Wingdings" panose="05000000000000000000" pitchFamily="2" charset="2"/>
              <a:buChar char="q"/>
            </a:pPr>
            <a:r>
              <a:rPr lang="fr-CH" sz="2000" dirty="0">
                <a:solidFill>
                  <a:schemeClr val="tx1"/>
                </a:solidFill>
              </a:rPr>
              <a:t>Demande de renseignement contraignant</a:t>
            </a:r>
          </a:p>
          <a:p>
            <a:pPr algn="just">
              <a:lnSpc>
                <a:spcPct val="100000"/>
              </a:lnSpc>
            </a:pPr>
            <a:r>
              <a:rPr lang="fr-CH" sz="2000" dirty="0" smtClean="0">
                <a:solidFill>
                  <a:schemeClr val="tx1"/>
                </a:solidFill>
              </a:rPr>
              <a:t>       → </a:t>
            </a:r>
            <a:r>
              <a:rPr lang="fr-CH" sz="2000" dirty="0">
                <a:solidFill>
                  <a:schemeClr val="tx1"/>
                </a:solidFill>
              </a:rPr>
              <a:t>Article </a:t>
            </a:r>
            <a:r>
              <a:rPr lang="fr-CH" sz="2000" dirty="0" smtClean="0">
                <a:solidFill>
                  <a:schemeClr val="tx1"/>
                </a:solidFill>
              </a:rPr>
              <a:t>33(1</a:t>
            </a:r>
            <a:r>
              <a:rPr lang="fr-CH" sz="2000" dirty="0">
                <a:solidFill>
                  <a:schemeClr val="tx1"/>
                </a:solidFill>
              </a:rPr>
              <a:t>), deuxième alinéa du </a:t>
            </a:r>
            <a:r>
              <a:rPr lang="fr-CH" sz="2000" dirty="0" smtClean="0">
                <a:solidFill>
                  <a:schemeClr val="tx1"/>
                </a:solidFill>
              </a:rPr>
              <a:t>CDU</a:t>
            </a:r>
          </a:p>
          <a:p>
            <a:pPr algn="just">
              <a:lnSpc>
                <a:spcPct val="100000"/>
              </a:lnSpc>
            </a:pPr>
            <a:endParaRPr lang="fr-CH" sz="2000" dirty="0" smtClean="0">
              <a:solidFill>
                <a:schemeClr val="tx1"/>
              </a:solidFill>
            </a:endParaRPr>
          </a:p>
          <a:p>
            <a:pPr marL="342900" indent="-342900" algn="just">
              <a:lnSpc>
                <a:spcPct val="100000"/>
              </a:lnSpc>
              <a:buFont typeface="Wingdings" panose="05000000000000000000" pitchFamily="2" charset="2"/>
              <a:buChar char="q"/>
            </a:pPr>
            <a:r>
              <a:rPr lang="fr-CH" sz="2000" dirty="0">
                <a:solidFill>
                  <a:schemeClr val="tx1"/>
                </a:solidFill>
              </a:rPr>
              <a:t>Demande d’octroi du statut d’OEA</a:t>
            </a:r>
          </a:p>
          <a:p>
            <a:pPr algn="just">
              <a:lnSpc>
                <a:spcPct val="100000"/>
              </a:lnSpc>
            </a:pPr>
            <a:r>
              <a:rPr lang="fr-CH" sz="2000" dirty="0" smtClean="0">
                <a:solidFill>
                  <a:schemeClr val="tx1"/>
                </a:solidFill>
              </a:rPr>
              <a:t>       → </a:t>
            </a:r>
            <a:r>
              <a:rPr lang="fr-CH" sz="2000" dirty="0">
                <a:solidFill>
                  <a:schemeClr val="tx1"/>
                </a:solidFill>
              </a:rPr>
              <a:t>Article 26 du RD</a:t>
            </a:r>
          </a:p>
        </p:txBody>
      </p:sp>
      <p:sp>
        <p:nvSpPr>
          <p:cNvPr id="4" name="Foliennummernplatzhalter 3">
            <a:extLst>
              <a:ext uri="{FF2B5EF4-FFF2-40B4-BE49-F238E27FC236}">
                <a16:creationId xmlns:a16="http://schemas.microsoft.com/office/drawing/2014/main" id="{ACE052EC-3BA6-4D22-9B78-4A87FC0738EE}"/>
              </a:ext>
            </a:extLst>
          </p:cNvPr>
          <p:cNvSpPr>
            <a:spLocks noGrp="1"/>
          </p:cNvSpPr>
          <p:nvPr>
            <p:ph type="sldNum" sz="quarter" idx="12"/>
          </p:nvPr>
        </p:nvSpPr>
        <p:spPr/>
        <p:txBody>
          <a:bodyPr/>
          <a:lstStyle/>
          <a:p>
            <a:fld id="{C58F520E-0D3C-4C73-96DF-B271C0F692B0}" type="slidenum">
              <a:rPr lang="lb-LU" smtClean="0"/>
              <a:t>34</a:t>
            </a:fld>
            <a:endParaRPr lang="lb-LU"/>
          </a:p>
        </p:txBody>
      </p:sp>
    </p:spTree>
    <p:extLst>
      <p:ext uri="{BB962C8B-B14F-4D97-AF65-F5344CB8AC3E}">
        <p14:creationId xmlns:p14="http://schemas.microsoft.com/office/powerpoint/2010/main" val="2009929426"/>
      </p:ext>
    </p:extLst>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4482" y="2700602"/>
            <a:ext cx="7753738" cy="882184"/>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Date d’acceptation</a:t>
            </a:r>
          </a:p>
        </p:txBody>
      </p:sp>
      <p:sp>
        <p:nvSpPr>
          <p:cNvPr id="3" name="Text Placeholder 2"/>
          <p:cNvSpPr>
            <a:spLocks noGrp="1"/>
          </p:cNvSpPr>
          <p:nvPr>
            <p:ph type="body" idx="1"/>
          </p:nvPr>
        </p:nvSpPr>
        <p:spPr>
          <a:xfrm>
            <a:off x="634482" y="3807230"/>
            <a:ext cx="7753738" cy="1744484"/>
          </a:xfrm>
        </p:spPr>
        <p:txBody>
          <a:bodyPr>
            <a:normAutofit/>
          </a:bodyPr>
          <a:lstStyle/>
          <a:p>
            <a:pPr algn="ctr">
              <a:lnSpc>
                <a:spcPct val="100000"/>
              </a:lnSpc>
            </a:pPr>
            <a:r>
              <a:rPr lang="fr-CH" sz="2000" dirty="0" smtClean="0">
                <a:solidFill>
                  <a:schemeClr val="tx1"/>
                </a:solidFill>
              </a:rPr>
              <a:t>Date d’acceptation</a:t>
            </a:r>
          </a:p>
          <a:p>
            <a:pPr algn="ctr">
              <a:lnSpc>
                <a:spcPct val="100000"/>
              </a:lnSpc>
            </a:pPr>
            <a:r>
              <a:rPr lang="fr-CH" sz="2000" dirty="0" smtClean="0">
                <a:solidFill>
                  <a:schemeClr val="tx1"/>
                </a:solidFill>
              </a:rPr>
              <a:t>=</a:t>
            </a:r>
          </a:p>
          <a:p>
            <a:pPr algn="ctr">
              <a:lnSpc>
                <a:spcPct val="100000"/>
              </a:lnSpc>
            </a:pPr>
            <a:r>
              <a:rPr lang="fr-CH" sz="2000" dirty="0">
                <a:solidFill>
                  <a:schemeClr val="tx1"/>
                </a:solidFill>
              </a:rPr>
              <a:t>D</a:t>
            </a:r>
            <a:r>
              <a:rPr lang="fr-CH" sz="2000" dirty="0" smtClean="0">
                <a:solidFill>
                  <a:schemeClr val="tx1"/>
                </a:solidFill>
              </a:rPr>
              <a:t>ate </a:t>
            </a:r>
            <a:r>
              <a:rPr lang="fr-CH" sz="2000" dirty="0">
                <a:solidFill>
                  <a:schemeClr val="tx1"/>
                </a:solidFill>
              </a:rPr>
              <a:t>à laquelle l’autorité douanière a reçu toutes les informations requises</a:t>
            </a:r>
            <a:endParaRPr lang="fr-FR" sz="2000" spc="-15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35</a:t>
            </a:fld>
            <a:endParaRPr lang="lb-LU"/>
          </a:p>
        </p:txBody>
      </p:sp>
    </p:spTree>
    <p:extLst>
      <p:ext uri="{BB962C8B-B14F-4D97-AF65-F5344CB8AC3E}">
        <p14:creationId xmlns:p14="http://schemas.microsoft.com/office/powerpoint/2010/main" val="2610057101"/>
      </p:ext>
    </p:extLst>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1177" y="1916660"/>
            <a:ext cx="8070978" cy="662187"/>
          </a:xfrm>
        </p:spPr>
        <p:txBody>
          <a:bodyPr>
            <a:normAutofit fontScale="90000"/>
          </a:bodyPr>
          <a:lstStyle/>
          <a:p>
            <a:r>
              <a:rPr lang="fr-CH" dirty="0" smtClean="0"/>
              <a:t>Demande </a:t>
            </a:r>
            <a:r>
              <a:rPr lang="fr-CH" dirty="0"/>
              <a:t>contient toutes les informations requises</a:t>
            </a:r>
            <a:endParaRPr lang="en-US" dirty="0"/>
          </a:p>
        </p:txBody>
      </p:sp>
      <p:sp>
        <p:nvSpPr>
          <p:cNvPr id="3" name="Content Placeholder 2"/>
          <p:cNvSpPr>
            <a:spLocks noGrp="1"/>
          </p:cNvSpPr>
          <p:nvPr>
            <p:ph idx="1"/>
          </p:nvPr>
        </p:nvSpPr>
        <p:spPr>
          <a:xfrm>
            <a:off x="541177" y="2764963"/>
            <a:ext cx="8070978" cy="1965657"/>
          </a:xfrm>
        </p:spPr>
        <p:txBody>
          <a:bodyPr/>
          <a:lstStyle/>
          <a:p>
            <a:pPr marL="0" lvl="0" indent="0" algn="just">
              <a:lnSpc>
                <a:spcPct val="100000"/>
              </a:lnSpc>
              <a:buNone/>
            </a:pPr>
            <a:r>
              <a:rPr lang="fr-CH" sz="2000" dirty="0" smtClean="0">
                <a:solidFill>
                  <a:prstClr val="black"/>
                </a:solidFill>
              </a:rPr>
              <a:t>Lorsque </a:t>
            </a:r>
            <a:r>
              <a:rPr lang="fr-CH" sz="2000" dirty="0">
                <a:solidFill>
                  <a:prstClr val="black"/>
                </a:solidFill>
              </a:rPr>
              <a:t>l’autorité douanière établit que la demande contient toutes les informations </a:t>
            </a:r>
            <a:r>
              <a:rPr lang="fr-CH" sz="2000" dirty="0" smtClean="0">
                <a:solidFill>
                  <a:prstClr val="black"/>
                </a:solidFill>
              </a:rPr>
              <a:t>requises, alors:</a:t>
            </a:r>
            <a:endParaRPr lang="fr-CH" sz="2000" dirty="0">
              <a:solidFill>
                <a:prstClr val="black"/>
              </a:solidFill>
            </a:endParaRPr>
          </a:p>
          <a:p>
            <a:pPr marL="0" lvl="0" indent="0" algn="just">
              <a:lnSpc>
                <a:spcPct val="100000"/>
              </a:lnSpc>
              <a:buNone/>
            </a:pPr>
            <a:r>
              <a:rPr lang="fr-CH" sz="2000" b="1" dirty="0">
                <a:solidFill>
                  <a:prstClr val="black"/>
                </a:solidFill>
              </a:rPr>
              <a:t>Date d’acceptation = </a:t>
            </a:r>
            <a:r>
              <a:rPr lang="fr-CH" sz="2000" b="1" dirty="0" smtClean="0">
                <a:solidFill>
                  <a:prstClr val="black"/>
                </a:solidFill>
              </a:rPr>
              <a:t>Date </a:t>
            </a:r>
            <a:r>
              <a:rPr lang="fr-CH" sz="2000" b="1" dirty="0">
                <a:solidFill>
                  <a:prstClr val="black"/>
                </a:solidFill>
              </a:rPr>
              <a:t>du dépôt de la </a:t>
            </a:r>
            <a:r>
              <a:rPr lang="fr-CH" sz="2000" b="1" dirty="0" smtClean="0">
                <a:solidFill>
                  <a:prstClr val="black"/>
                </a:solidFill>
              </a:rPr>
              <a:t>demande</a:t>
            </a:r>
          </a:p>
          <a:p>
            <a:pPr marL="0" lvl="0" indent="0" algn="just">
              <a:lnSpc>
                <a:spcPct val="100000"/>
              </a:lnSpc>
              <a:buNone/>
            </a:pPr>
            <a:r>
              <a:rPr lang="fr-CH" sz="2000" dirty="0" smtClean="0">
                <a:solidFill>
                  <a:prstClr val="black"/>
                </a:solidFill>
              </a:rPr>
              <a:t>→ </a:t>
            </a:r>
            <a:r>
              <a:rPr lang="fr-CH" sz="2000" dirty="0">
                <a:solidFill>
                  <a:prstClr val="black"/>
                </a:solidFill>
              </a:rPr>
              <a:t>les autorités douanières notifient au demandeur l'acceptation de sa demande dans le délai de </a:t>
            </a:r>
            <a:r>
              <a:rPr lang="fr-CH" sz="2000" b="1" dirty="0">
                <a:solidFill>
                  <a:prstClr val="black"/>
                </a:solidFill>
              </a:rPr>
              <a:t>30 jours</a:t>
            </a:r>
            <a:r>
              <a:rPr lang="fr-CH" sz="2000" dirty="0">
                <a:solidFill>
                  <a:prstClr val="black"/>
                </a:solidFill>
              </a:rPr>
              <a:t>.</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36</a:t>
            </a:fld>
            <a:endParaRPr lang="lb-LU"/>
          </a:p>
        </p:txBody>
      </p:sp>
    </p:spTree>
    <p:extLst>
      <p:ext uri="{BB962C8B-B14F-4D97-AF65-F5344CB8AC3E}">
        <p14:creationId xmlns:p14="http://schemas.microsoft.com/office/powerpoint/2010/main" val="18911577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887" y="1700020"/>
            <a:ext cx="9021684" cy="662187"/>
          </a:xfrm>
        </p:spPr>
        <p:txBody>
          <a:bodyPr>
            <a:normAutofit fontScale="90000"/>
          </a:bodyPr>
          <a:lstStyle/>
          <a:p>
            <a:r>
              <a:rPr lang="fr-CH" dirty="0" smtClean="0"/>
              <a:t>Demande </a:t>
            </a:r>
            <a:r>
              <a:rPr lang="fr-CH" dirty="0" smtClean="0"/>
              <a:t>ne contient </a:t>
            </a:r>
            <a:r>
              <a:rPr lang="fr-CH" u="sng" dirty="0" smtClean="0"/>
              <a:t>pas</a:t>
            </a:r>
            <a:r>
              <a:rPr lang="fr-CH" dirty="0" smtClean="0"/>
              <a:t> toutes </a:t>
            </a:r>
            <a:r>
              <a:rPr lang="fr-CH" dirty="0"/>
              <a:t>les informations requises</a:t>
            </a:r>
            <a:endParaRPr lang="en-US" dirty="0"/>
          </a:p>
        </p:txBody>
      </p:sp>
      <p:sp>
        <p:nvSpPr>
          <p:cNvPr id="3" name="Content Placeholder 2"/>
          <p:cNvSpPr>
            <a:spLocks noGrp="1"/>
          </p:cNvSpPr>
          <p:nvPr>
            <p:ph idx="1"/>
          </p:nvPr>
        </p:nvSpPr>
        <p:spPr>
          <a:xfrm>
            <a:off x="448887" y="2457051"/>
            <a:ext cx="8096597" cy="3915756"/>
          </a:xfrm>
        </p:spPr>
        <p:txBody>
          <a:bodyPr>
            <a:normAutofit/>
          </a:bodyPr>
          <a:lstStyle/>
          <a:p>
            <a:pPr marL="0" lvl="0" indent="0" algn="just">
              <a:lnSpc>
                <a:spcPct val="100000"/>
              </a:lnSpc>
              <a:buNone/>
            </a:pPr>
            <a:r>
              <a:rPr lang="fr-CH" sz="2000" dirty="0" smtClean="0">
                <a:solidFill>
                  <a:prstClr val="black"/>
                </a:solidFill>
              </a:rPr>
              <a:t>Lorsque </a:t>
            </a:r>
            <a:r>
              <a:rPr lang="fr-CH" sz="2000" dirty="0">
                <a:solidFill>
                  <a:prstClr val="black"/>
                </a:solidFill>
              </a:rPr>
              <a:t>l’autorité douanière établit que la demande ne contient pas toutes les informations </a:t>
            </a:r>
            <a:r>
              <a:rPr lang="fr-CH" sz="2000" dirty="0" smtClean="0">
                <a:solidFill>
                  <a:prstClr val="black"/>
                </a:solidFill>
              </a:rPr>
              <a:t>requises, alors:</a:t>
            </a:r>
            <a:endParaRPr lang="fr-CH" sz="2000" dirty="0">
              <a:solidFill>
                <a:prstClr val="black"/>
              </a:solidFill>
            </a:endParaRPr>
          </a:p>
          <a:p>
            <a:pPr lvl="0" algn="just">
              <a:lnSpc>
                <a:spcPct val="100000"/>
              </a:lnSpc>
              <a:buFont typeface="Wingdings" panose="05000000000000000000" pitchFamily="2" charset="2"/>
              <a:buChar char="q"/>
            </a:pPr>
            <a:r>
              <a:rPr lang="fr-CH" sz="2000" dirty="0">
                <a:solidFill>
                  <a:prstClr val="black"/>
                </a:solidFill>
              </a:rPr>
              <a:t> </a:t>
            </a:r>
            <a:r>
              <a:rPr lang="fr-CH" sz="2000" dirty="0" smtClean="0">
                <a:solidFill>
                  <a:prstClr val="black"/>
                </a:solidFill>
              </a:rPr>
              <a:t>Invitation </a:t>
            </a:r>
            <a:r>
              <a:rPr lang="fr-CH" sz="2000" dirty="0">
                <a:solidFill>
                  <a:prstClr val="black"/>
                </a:solidFill>
              </a:rPr>
              <a:t>envoyée au demandeur à fournir les informations </a:t>
            </a:r>
            <a:r>
              <a:rPr lang="fr-CH" sz="2000" dirty="0" smtClean="0">
                <a:solidFill>
                  <a:prstClr val="black"/>
                </a:solidFill>
              </a:rPr>
              <a:t>manquantes</a:t>
            </a:r>
          </a:p>
          <a:p>
            <a:pPr lvl="0" algn="just">
              <a:lnSpc>
                <a:spcPct val="100000"/>
              </a:lnSpc>
              <a:buFont typeface="Wingdings" panose="05000000000000000000" pitchFamily="2" charset="2"/>
              <a:buChar char="q"/>
            </a:pPr>
            <a:r>
              <a:rPr lang="fr-CH" sz="2000" dirty="0">
                <a:solidFill>
                  <a:prstClr val="black"/>
                </a:solidFill>
              </a:rPr>
              <a:t> </a:t>
            </a:r>
            <a:r>
              <a:rPr lang="fr-CH" sz="2000" dirty="0" smtClean="0">
                <a:solidFill>
                  <a:prstClr val="black"/>
                </a:solidFill>
              </a:rPr>
              <a:t>Délai </a:t>
            </a:r>
            <a:r>
              <a:rPr lang="fr-CH" sz="2000" dirty="0">
                <a:solidFill>
                  <a:prstClr val="black"/>
                </a:solidFill>
              </a:rPr>
              <a:t>ne dépassant pas </a:t>
            </a:r>
            <a:r>
              <a:rPr lang="fr-CH" sz="2000" b="1" dirty="0">
                <a:solidFill>
                  <a:prstClr val="black"/>
                </a:solidFill>
              </a:rPr>
              <a:t>30 jours</a:t>
            </a:r>
          </a:p>
          <a:p>
            <a:pPr marL="0" lvl="0" indent="0" algn="just">
              <a:lnSpc>
                <a:spcPct val="100000"/>
              </a:lnSpc>
              <a:buNone/>
            </a:pPr>
            <a:r>
              <a:rPr lang="fr-CH" sz="2000" dirty="0" smtClean="0">
                <a:solidFill>
                  <a:prstClr val="black"/>
                </a:solidFill>
              </a:rPr>
              <a:t>Dans ce cas:</a:t>
            </a:r>
          </a:p>
          <a:p>
            <a:pPr marL="0" lvl="0" indent="0" algn="just">
              <a:lnSpc>
                <a:spcPct val="100000"/>
              </a:lnSpc>
              <a:buNone/>
            </a:pPr>
            <a:r>
              <a:rPr lang="fr-CH" sz="2000" b="1" dirty="0" smtClean="0">
                <a:solidFill>
                  <a:prstClr val="black"/>
                </a:solidFill>
              </a:rPr>
              <a:t>Date </a:t>
            </a:r>
            <a:r>
              <a:rPr lang="fr-CH" sz="2000" b="1" dirty="0">
                <a:solidFill>
                  <a:prstClr val="black"/>
                </a:solidFill>
              </a:rPr>
              <a:t>d’acceptation = </a:t>
            </a:r>
            <a:r>
              <a:rPr lang="fr-CH" sz="2000" b="1" dirty="0" smtClean="0">
                <a:solidFill>
                  <a:prstClr val="black"/>
                </a:solidFill>
              </a:rPr>
              <a:t>Date </a:t>
            </a:r>
            <a:r>
              <a:rPr lang="fr-CH" sz="2000" b="1" dirty="0">
                <a:solidFill>
                  <a:prstClr val="black"/>
                </a:solidFill>
              </a:rPr>
              <a:t>à laquelle le dernier élément d’information a été fourni par le </a:t>
            </a:r>
            <a:r>
              <a:rPr lang="fr-CH" sz="2000" b="1" dirty="0" smtClean="0">
                <a:solidFill>
                  <a:prstClr val="black"/>
                </a:solidFill>
              </a:rPr>
              <a:t>demandeur</a:t>
            </a:r>
          </a:p>
          <a:p>
            <a:pPr marL="0" lvl="0" indent="0" algn="just">
              <a:lnSpc>
                <a:spcPct val="100000"/>
              </a:lnSpc>
              <a:buNone/>
            </a:pPr>
            <a:endParaRPr lang="fr-CH" sz="2000" b="1" dirty="0">
              <a:solidFill>
                <a:prstClr val="black"/>
              </a:solidFill>
            </a:endParaRPr>
          </a:p>
          <a:p>
            <a:pPr marL="0" lvl="0" indent="0" algn="just">
              <a:lnSpc>
                <a:spcPct val="100000"/>
              </a:lnSpc>
              <a:buNone/>
            </a:pPr>
            <a:r>
              <a:rPr lang="fr-CH" sz="1600" dirty="0" smtClean="0">
                <a:solidFill>
                  <a:prstClr val="black"/>
                </a:solidFill>
              </a:rPr>
              <a:t>NB: </a:t>
            </a:r>
            <a:r>
              <a:rPr lang="fr-CH" sz="1600" dirty="0">
                <a:solidFill>
                  <a:prstClr val="black"/>
                </a:solidFill>
              </a:rPr>
              <a:t>Lorsque le demandeur ne fournit pas les informations demandées endéans le délai, la demande n’est pas acceptée et le demandeur en est informé.</a:t>
            </a:r>
            <a:endParaRPr lang="en-US" sz="1600" dirty="0"/>
          </a:p>
        </p:txBody>
      </p:sp>
      <p:sp>
        <p:nvSpPr>
          <p:cNvPr id="4" name="Slide Number Placeholder 3"/>
          <p:cNvSpPr>
            <a:spLocks noGrp="1"/>
          </p:cNvSpPr>
          <p:nvPr>
            <p:ph type="sldNum" sz="quarter" idx="12"/>
          </p:nvPr>
        </p:nvSpPr>
        <p:spPr/>
        <p:txBody>
          <a:bodyPr/>
          <a:lstStyle/>
          <a:p>
            <a:fld id="{C58F520E-0D3C-4C73-96DF-B271C0F692B0}" type="slidenum">
              <a:rPr lang="lb-LU" smtClean="0"/>
              <a:t>37</a:t>
            </a:fld>
            <a:endParaRPr lang="lb-LU"/>
          </a:p>
        </p:txBody>
      </p:sp>
    </p:spTree>
    <p:extLst>
      <p:ext uri="{BB962C8B-B14F-4D97-AF65-F5344CB8AC3E}">
        <p14:creationId xmlns:p14="http://schemas.microsoft.com/office/powerpoint/2010/main" val="172746314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3185" y="2133640"/>
            <a:ext cx="8005664" cy="882184"/>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Enquête préalable</a:t>
            </a:r>
            <a:endPar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endParaRPr>
          </a:p>
        </p:txBody>
      </p:sp>
      <p:sp>
        <p:nvSpPr>
          <p:cNvPr id="3" name="Text Placeholder 2"/>
          <p:cNvSpPr>
            <a:spLocks noGrp="1"/>
          </p:cNvSpPr>
          <p:nvPr>
            <p:ph type="body" idx="1"/>
          </p:nvPr>
        </p:nvSpPr>
        <p:spPr>
          <a:xfrm>
            <a:off x="513184" y="3238063"/>
            <a:ext cx="8005665" cy="1875114"/>
          </a:xfrm>
        </p:spPr>
        <p:txBody>
          <a:bodyPr>
            <a:normAutofit/>
          </a:bodyPr>
          <a:lstStyle/>
          <a:p>
            <a:pPr algn="just">
              <a:lnSpc>
                <a:spcPct val="100000"/>
              </a:lnSpc>
            </a:pPr>
            <a:r>
              <a:rPr lang="fr-CH" sz="2000" dirty="0">
                <a:solidFill>
                  <a:schemeClr val="tx1"/>
                </a:solidFill>
              </a:rPr>
              <a:t>Après l’acceptation de la demande et avant de prendre une décision sur le contenu de celle-ci, l’autorité douanière compétente a l’obligation de contrôler si toutes les conditions supplémentaires, telles que prévues par la législation douanière, sont remplies. A cet effet une enquête préliminaire est lancée au cours de laquelle tous ces critères sont contrôlés.</a:t>
            </a:r>
            <a:endParaRPr lang="fr-FR" sz="20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38</a:t>
            </a:fld>
            <a:endParaRPr lang="lb-LU"/>
          </a:p>
        </p:txBody>
      </p:sp>
    </p:spTree>
    <p:extLst>
      <p:ext uri="{BB962C8B-B14F-4D97-AF65-F5344CB8AC3E}">
        <p14:creationId xmlns:p14="http://schemas.microsoft.com/office/powerpoint/2010/main" val="3866655243"/>
      </p:ext>
    </p:extLst>
  </p:cSld>
  <p:clrMapOvr>
    <a:masterClrMapping/>
  </p:clrMapOvr>
  <p:transition spd="slow">
    <p:push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523" y="1418253"/>
            <a:ext cx="9330612" cy="724581"/>
          </a:xfrm>
        </p:spPr>
        <p:txBody>
          <a:bodyPr>
            <a:normAutofit/>
          </a:bodyPr>
          <a:lstStyle/>
          <a:p>
            <a:pPr algn="ctr"/>
            <a:r>
              <a:rPr lang="fr-CH" sz="4000" dirty="0" smtClean="0">
                <a:effectLst>
                  <a:outerShdw blurRad="38100" dist="38100" dir="2700000" algn="tl">
                    <a:srgbClr val="000000">
                      <a:alpha val="43137"/>
                    </a:srgbClr>
                  </a:outerShdw>
                  <a:reflection blurRad="6350" stA="55000" endA="300" endPos="45500" dir="5400000" sy="-100000" algn="bl" rotWithShape="0"/>
                </a:effectLst>
                <a:latin typeface="+mn-lt"/>
              </a:rPr>
              <a:t>Consultation </a:t>
            </a:r>
            <a:r>
              <a:rPr lang="fr-CH" sz="4000" dirty="0">
                <a:effectLst>
                  <a:outerShdw blurRad="38100" dist="38100" dir="2700000" algn="tl">
                    <a:srgbClr val="000000">
                      <a:alpha val="43137"/>
                    </a:srgbClr>
                  </a:outerShdw>
                  <a:reflection blurRad="6350" stA="55000" endA="300" endPos="45500" dir="5400000" sy="-100000" algn="bl" rotWithShape="0"/>
                </a:effectLst>
                <a:latin typeface="+mn-lt"/>
              </a:rPr>
              <a:t>entre les autorités douanières</a:t>
            </a:r>
            <a:endParaRPr lang="en-US" sz="4000" dirty="0">
              <a:effectLst>
                <a:outerShdw blurRad="38100" dist="38100" dir="2700000" algn="tl">
                  <a:srgbClr val="000000">
                    <a:alpha val="43137"/>
                  </a:srgbClr>
                </a:outerShdw>
                <a:reflection blurRad="6350" stA="55000" endA="300" endPos="45500" dir="5400000" sy="-100000" algn="bl" rotWithShape="0"/>
              </a:effectLst>
              <a:latin typeface="+mn-lt"/>
            </a:endParaRPr>
          </a:p>
        </p:txBody>
      </p:sp>
      <p:sp>
        <p:nvSpPr>
          <p:cNvPr id="3" name="Text Placeholder 2"/>
          <p:cNvSpPr>
            <a:spLocks noGrp="1"/>
          </p:cNvSpPr>
          <p:nvPr>
            <p:ph type="body" idx="1"/>
          </p:nvPr>
        </p:nvSpPr>
        <p:spPr>
          <a:xfrm>
            <a:off x="494523" y="2441737"/>
            <a:ext cx="8080309" cy="3660484"/>
          </a:xfrm>
        </p:spPr>
        <p:txBody>
          <a:bodyPr>
            <a:normAutofit/>
          </a:bodyPr>
          <a:lstStyle/>
          <a:p>
            <a:pPr algn="just">
              <a:lnSpc>
                <a:spcPct val="100000"/>
              </a:lnSpc>
            </a:pPr>
            <a:r>
              <a:rPr lang="fr-CH" sz="2000" dirty="0">
                <a:solidFill>
                  <a:schemeClr val="tx1"/>
                </a:solidFill>
              </a:rPr>
              <a:t>Dans certains cas, où la demande impacte plusieurs EM, l’autorité douanière de décision consulte les autorités douanières des autres EM afin de </a:t>
            </a:r>
            <a:r>
              <a:rPr lang="fr-CH" sz="2000" dirty="0" smtClean="0">
                <a:solidFill>
                  <a:schemeClr val="tx1"/>
                </a:solidFill>
              </a:rPr>
              <a:t>:</a:t>
            </a:r>
          </a:p>
          <a:p>
            <a:pPr algn="just">
              <a:lnSpc>
                <a:spcPct val="100000"/>
              </a:lnSpc>
            </a:pPr>
            <a:endParaRPr lang="fr-CH" sz="2000" dirty="0">
              <a:solidFill>
                <a:schemeClr val="tx1"/>
              </a:solidFill>
            </a:endParaRPr>
          </a:p>
          <a:p>
            <a:pPr marL="342900" indent="-342900" algn="just">
              <a:lnSpc>
                <a:spcPct val="100000"/>
              </a:lnSpc>
              <a:buFont typeface="Wingdings" panose="05000000000000000000" pitchFamily="2" charset="2"/>
              <a:buChar char="q"/>
            </a:pPr>
            <a:r>
              <a:rPr lang="fr-CH" sz="2000" dirty="0" smtClean="0">
                <a:solidFill>
                  <a:schemeClr val="tx1"/>
                </a:solidFill>
              </a:rPr>
              <a:t>vérifier </a:t>
            </a:r>
            <a:r>
              <a:rPr lang="fr-CH" sz="2000" dirty="0">
                <a:solidFill>
                  <a:schemeClr val="tx1"/>
                </a:solidFill>
              </a:rPr>
              <a:t>si le demandeur </a:t>
            </a:r>
            <a:r>
              <a:rPr lang="fr-CH" sz="2000" dirty="0" smtClean="0">
                <a:solidFill>
                  <a:schemeClr val="tx1"/>
                </a:solidFill>
              </a:rPr>
              <a:t>respecte les </a:t>
            </a:r>
            <a:r>
              <a:rPr lang="fr-CH" sz="2000" dirty="0">
                <a:solidFill>
                  <a:schemeClr val="tx1"/>
                </a:solidFill>
              </a:rPr>
              <a:t>conditions et satisfait aux critères dans l’EM </a:t>
            </a:r>
            <a:r>
              <a:rPr lang="fr-CH" sz="2000" dirty="0" smtClean="0">
                <a:solidFill>
                  <a:schemeClr val="tx1"/>
                </a:solidFill>
              </a:rPr>
              <a:t>consulté</a:t>
            </a:r>
          </a:p>
          <a:p>
            <a:pPr marL="342900" indent="-342900" algn="just">
              <a:lnSpc>
                <a:spcPct val="100000"/>
              </a:lnSpc>
              <a:buFont typeface="Wingdings" panose="05000000000000000000" pitchFamily="2" charset="2"/>
              <a:buChar char="q"/>
            </a:pPr>
            <a:r>
              <a:rPr lang="fr-CH" sz="2000" dirty="0">
                <a:solidFill>
                  <a:schemeClr val="tx1"/>
                </a:solidFill>
              </a:rPr>
              <a:t>p</a:t>
            </a:r>
            <a:r>
              <a:rPr lang="fr-CH" sz="2000" dirty="0" smtClean="0">
                <a:solidFill>
                  <a:schemeClr val="tx1"/>
                </a:solidFill>
              </a:rPr>
              <a:t>ouvoir arrêter </a:t>
            </a:r>
            <a:r>
              <a:rPr lang="fr-CH" sz="2000" dirty="0">
                <a:solidFill>
                  <a:schemeClr val="tx1"/>
                </a:solidFill>
              </a:rPr>
              <a:t>une décision </a:t>
            </a:r>
            <a:r>
              <a:rPr lang="fr-CH" sz="2000" dirty="0" smtClean="0">
                <a:solidFill>
                  <a:schemeClr val="tx1"/>
                </a:solidFill>
              </a:rPr>
              <a:t>favorable</a:t>
            </a:r>
          </a:p>
          <a:p>
            <a:pPr marL="342900" indent="-342900" algn="just">
              <a:lnSpc>
                <a:spcPct val="100000"/>
              </a:lnSpc>
              <a:buFont typeface="Wingdings" panose="05000000000000000000" pitchFamily="2" charset="2"/>
              <a:buChar char="q"/>
            </a:pPr>
            <a:endParaRPr lang="fr-CH" sz="2000" dirty="0">
              <a:solidFill>
                <a:schemeClr val="tx1"/>
              </a:solidFill>
            </a:endParaRPr>
          </a:p>
          <a:p>
            <a:pPr algn="just">
              <a:lnSpc>
                <a:spcPct val="100000"/>
              </a:lnSpc>
            </a:pPr>
            <a:r>
              <a:rPr lang="fr-CH" sz="2000" dirty="0">
                <a:solidFill>
                  <a:schemeClr val="tx1"/>
                </a:solidFill>
              </a:rPr>
              <a:t>→ La procédure de consultation peut également être appliquée aux fins de réexamen et de suivi d’une </a:t>
            </a:r>
            <a:r>
              <a:rPr lang="fr-CH" sz="2000" dirty="0" smtClean="0">
                <a:solidFill>
                  <a:schemeClr val="tx1"/>
                </a:solidFill>
              </a:rPr>
              <a:t>décision.</a:t>
            </a:r>
            <a:endParaRPr lang="en-US" dirty="0"/>
          </a:p>
        </p:txBody>
      </p:sp>
      <p:sp>
        <p:nvSpPr>
          <p:cNvPr id="4" name="Slide Number Placeholder 3"/>
          <p:cNvSpPr>
            <a:spLocks noGrp="1"/>
          </p:cNvSpPr>
          <p:nvPr>
            <p:ph type="sldNum" sz="quarter" idx="12"/>
          </p:nvPr>
        </p:nvSpPr>
        <p:spPr/>
        <p:txBody>
          <a:bodyPr/>
          <a:lstStyle/>
          <a:p>
            <a:fld id="{C58F520E-0D3C-4C73-96DF-B271C0F692B0}" type="slidenum">
              <a:rPr lang="lb-LU" smtClean="0"/>
              <a:t>39</a:t>
            </a:fld>
            <a:endParaRPr lang="lb-LU"/>
          </a:p>
        </p:txBody>
      </p:sp>
    </p:spTree>
    <p:extLst>
      <p:ext uri="{BB962C8B-B14F-4D97-AF65-F5344CB8AC3E}">
        <p14:creationId xmlns:p14="http://schemas.microsoft.com/office/powerpoint/2010/main" val="159277157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538" y="1687483"/>
            <a:ext cx="8182947"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Délai</a:t>
            </a:r>
            <a:endPar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endParaRPr>
          </a:p>
        </p:txBody>
      </p:sp>
      <p:sp>
        <p:nvSpPr>
          <p:cNvPr id="3" name="Text Placeholder 2"/>
          <p:cNvSpPr>
            <a:spLocks noGrp="1"/>
          </p:cNvSpPr>
          <p:nvPr>
            <p:ph type="body" idx="1"/>
          </p:nvPr>
        </p:nvSpPr>
        <p:spPr>
          <a:xfrm>
            <a:off x="438538" y="2635135"/>
            <a:ext cx="8182947" cy="2888587"/>
          </a:xfrm>
        </p:spPr>
        <p:txBody>
          <a:bodyPr>
            <a:normAutofit/>
          </a:bodyPr>
          <a:lstStyle/>
          <a:p>
            <a:pPr algn="just">
              <a:lnSpc>
                <a:spcPct val="100000"/>
              </a:lnSpc>
            </a:pPr>
            <a:r>
              <a:rPr lang="fr-FR" sz="2000" dirty="0">
                <a:solidFill>
                  <a:schemeClr val="tx1"/>
                </a:solidFill>
              </a:rPr>
              <a:t>Délai général = </a:t>
            </a:r>
            <a:r>
              <a:rPr lang="fr-FR" sz="2000" b="1" dirty="0">
                <a:solidFill>
                  <a:schemeClr val="tx1"/>
                </a:solidFill>
              </a:rPr>
              <a:t>120 </a:t>
            </a:r>
            <a:r>
              <a:rPr lang="fr-FR" sz="2000" b="1" dirty="0" smtClean="0">
                <a:solidFill>
                  <a:schemeClr val="tx1"/>
                </a:solidFill>
              </a:rPr>
              <a:t>jours</a:t>
            </a:r>
          </a:p>
          <a:p>
            <a:pPr algn="just">
              <a:lnSpc>
                <a:spcPct val="100000"/>
              </a:lnSpc>
            </a:pPr>
            <a:r>
              <a:rPr lang="fr-CH" sz="2000" dirty="0">
                <a:solidFill>
                  <a:schemeClr val="tx1"/>
                </a:solidFill>
              </a:rPr>
              <a:t>L'autorité douanière compétente arrête la décision et la notifie au demandeur sans tarder, et au plus tard dans les </a:t>
            </a:r>
            <a:r>
              <a:rPr lang="fr-CH" sz="2000" b="1" u="sng" dirty="0">
                <a:solidFill>
                  <a:schemeClr val="tx1"/>
                </a:solidFill>
              </a:rPr>
              <a:t>120 jours </a:t>
            </a:r>
            <a:r>
              <a:rPr lang="fr-CH" sz="2000" dirty="0">
                <a:solidFill>
                  <a:schemeClr val="tx1"/>
                </a:solidFill>
              </a:rPr>
              <a:t>qui suivent la date d'acceptation de la </a:t>
            </a:r>
            <a:r>
              <a:rPr lang="fr-CH" sz="2000" dirty="0" smtClean="0">
                <a:solidFill>
                  <a:schemeClr val="tx1"/>
                </a:solidFill>
              </a:rPr>
              <a:t>demande (sauf </a:t>
            </a:r>
            <a:r>
              <a:rPr lang="fr-CH" sz="2000" dirty="0">
                <a:solidFill>
                  <a:schemeClr val="tx1"/>
                </a:solidFill>
              </a:rPr>
              <a:t>dispositions </a:t>
            </a:r>
            <a:r>
              <a:rPr lang="fr-CH" sz="2000" dirty="0" smtClean="0">
                <a:solidFill>
                  <a:schemeClr val="tx1"/>
                </a:solidFill>
              </a:rPr>
              <a:t>contraires).</a:t>
            </a:r>
            <a:endParaRPr lang="fr-CH" sz="2000" dirty="0">
              <a:solidFill>
                <a:schemeClr val="tx1"/>
              </a:solidFill>
            </a:endParaRPr>
          </a:p>
          <a:p>
            <a:pPr algn="just">
              <a:lnSpc>
                <a:spcPct val="100000"/>
              </a:lnSpc>
            </a:pPr>
            <a:r>
              <a:rPr lang="fr-CH" sz="2000" dirty="0">
                <a:solidFill>
                  <a:schemeClr val="tx1"/>
                </a:solidFill>
              </a:rPr>
              <a:t>En ce qui concerne la date d’acceptation et ses effets juridiques, les autorités douanières doivent accorder une attention particulière aux demandes pour lesquelles le délai pour arrêter la décision est plus court que le délai général de 120 </a:t>
            </a:r>
            <a:r>
              <a:rPr lang="fr-CH" sz="2000" dirty="0" smtClean="0">
                <a:solidFill>
                  <a:schemeClr val="tx1"/>
                </a:solidFill>
              </a:rPr>
              <a:t>jours (voir slide suivant).</a:t>
            </a:r>
            <a:endParaRPr lang="fr-FR" sz="20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40</a:t>
            </a:fld>
            <a:endParaRPr lang="lb-LU"/>
          </a:p>
        </p:txBody>
      </p:sp>
    </p:spTree>
    <p:extLst>
      <p:ext uri="{BB962C8B-B14F-4D97-AF65-F5344CB8AC3E}">
        <p14:creationId xmlns:p14="http://schemas.microsoft.com/office/powerpoint/2010/main" val="2456832924"/>
      </p:ext>
    </p:extLst>
  </p:cSld>
  <p:clrMapOvr>
    <a:masterClrMapping/>
  </p:clrMapOvr>
  <p:transition spd="slow">
    <p:push di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2635" y="1420781"/>
            <a:ext cx="8033536" cy="494030"/>
          </a:xfrm>
        </p:spPr>
        <p:txBody>
          <a:bodyPr anchor="t">
            <a:normAutofit fontScale="90000"/>
          </a:bodyPr>
          <a:lstStyle/>
          <a:p>
            <a:r>
              <a:rPr lang="fr-CH" sz="3600" dirty="0" smtClean="0"/>
              <a:t>Exceptions</a:t>
            </a:r>
            <a:r>
              <a:rPr lang="fr-FR" dirty="0"/>
              <a:t/>
            </a:r>
            <a:br>
              <a:rPr lang="fr-FR" dirty="0"/>
            </a:br>
            <a:endParaRPr 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938268286"/>
              </p:ext>
            </p:extLst>
          </p:nvPr>
        </p:nvGraphicFramePr>
        <p:xfrm>
          <a:off x="522635" y="2128055"/>
          <a:ext cx="8033536" cy="3381641"/>
        </p:xfrm>
        <a:graphic>
          <a:graphicData uri="http://schemas.openxmlformats.org/drawingml/2006/table">
            <a:tbl>
              <a:tblPr firstRow="1" firstCol="1" bandRow="1">
                <a:tableStyleId>{B301B821-A1FF-4177-AEE7-76D212191A09}</a:tableStyleId>
              </a:tblPr>
              <a:tblGrid>
                <a:gridCol w="3556105">
                  <a:extLst>
                    <a:ext uri="{9D8B030D-6E8A-4147-A177-3AD203B41FA5}">
                      <a16:colId xmlns:a16="http://schemas.microsoft.com/office/drawing/2014/main" val="2966541458"/>
                    </a:ext>
                  </a:extLst>
                </a:gridCol>
                <a:gridCol w="1934013">
                  <a:extLst>
                    <a:ext uri="{9D8B030D-6E8A-4147-A177-3AD203B41FA5}">
                      <a16:colId xmlns:a16="http://schemas.microsoft.com/office/drawing/2014/main" val="2115850292"/>
                    </a:ext>
                  </a:extLst>
                </a:gridCol>
                <a:gridCol w="2543418">
                  <a:extLst>
                    <a:ext uri="{9D8B030D-6E8A-4147-A177-3AD203B41FA5}">
                      <a16:colId xmlns:a16="http://schemas.microsoft.com/office/drawing/2014/main" val="543102223"/>
                    </a:ext>
                  </a:extLst>
                </a:gridCol>
              </a:tblGrid>
              <a:tr h="400281">
                <a:tc>
                  <a:txBody>
                    <a:bodyPr/>
                    <a:lstStyle/>
                    <a:p>
                      <a:pPr algn="l">
                        <a:spcAft>
                          <a:spcPts val="1100"/>
                        </a:spcAft>
                      </a:pPr>
                      <a:r>
                        <a:rPr lang="fr-LU" sz="2000" b="1" dirty="0">
                          <a:effectLst/>
                        </a:rPr>
                        <a:t>Type de demande/décision</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solidFill>
                      <a:schemeClr val="accent3">
                        <a:lumMod val="75000"/>
                      </a:schemeClr>
                    </a:solidFill>
                  </a:tcPr>
                </a:tc>
                <a:tc>
                  <a:txBody>
                    <a:bodyPr/>
                    <a:lstStyle/>
                    <a:p>
                      <a:pPr algn="ctr">
                        <a:spcAft>
                          <a:spcPts val="1100"/>
                        </a:spcAft>
                      </a:pPr>
                      <a:r>
                        <a:rPr lang="fr-LU" sz="2000" b="1" dirty="0" smtClean="0">
                          <a:effectLst/>
                        </a:rPr>
                        <a:t>CDU</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solidFill>
                      <a:schemeClr val="accent3">
                        <a:lumMod val="75000"/>
                      </a:schemeClr>
                    </a:solidFill>
                  </a:tcPr>
                </a:tc>
                <a:tc>
                  <a:txBody>
                    <a:bodyPr/>
                    <a:lstStyle/>
                    <a:p>
                      <a:pPr algn="ctr">
                        <a:spcAft>
                          <a:spcPts val="1100"/>
                        </a:spcAft>
                      </a:pPr>
                      <a:r>
                        <a:rPr lang="fr-LU" sz="2000" b="1" dirty="0" smtClean="0">
                          <a:effectLst/>
                        </a:rPr>
                        <a:t>Délai</a:t>
                      </a:r>
                      <a:r>
                        <a:rPr lang="fr-LU" sz="2000" b="1" baseline="0" dirty="0" smtClean="0">
                          <a:effectLst/>
                        </a:rPr>
                        <a:t> </a:t>
                      </a:r>
                      <a:r>
                        <a:rPr lang="fr-LU" sz="2000" b="1" dirty="0" smtClean="0">
                          <a:effectLst/>
                        </a:rPr>
                        <a:t>de </a:t>
                      </a:r>
                      <a:r>
                        <a:rPr lang="fr-LU" sz="2000" b="1" dirty="0">
                          <a:effectLst/>
                        </a:rPr>
                        <a:t>décision</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solidFill>
                      <a:schemeClr val="accent3">
                        <a:lumMod val="75000"/>
                      </a:schemeClr>
                    </a:solidFill>
                  </a:tcPr>
                </a:tc>
                <a:extLst>
                  <a:ext uri="{0D108BD9-81ED-4DB2-BD59-A6C34878D82A}">
                    <a16:rowId xmlns:a16="http://schemas.microsoft.com/office/drawing/2014/main" val="124342824"/>
                  </a:ext>
                </a:extLst>
              </a:tr>
              <a:tr h="562090">
                <a:tc>
                  <a:txBody>
                    <a:bodyPr/>
                    <a:lstStyle/>
                    <a:p>
                      <a:pPr algn="l">
                        <a:spcAft>
                          <a:spcPts val="1100"/>
                        </a:spcAft>
                      </a:pPr>
                      <a:r>
                        <a:rPr lang="fr-LU" sz="2000" b="0" dirty="0" smtClean="0">
                          <a:effectLst/>
                        </a:rPr>
                        <a:t>Peseur </a:t>
                      </a:r>
                      <a:r>
                        <a:rPr lang="fr-LU" sz="2000" b="0" dirty="0">
                          <a:effectLst/>
                        </a:rPr>
                        <a:t>agréé de bananes</a:t>
                      </a:r>
                      <a:endPar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a:txBody>
                    <a:bodyPr/>
                    <a:lstStyle/>
                    <a:p>
                      <a:pPr algn="ctr">
                        <a:spcAft>
                          <a:spcPts val="1100"/>
                        </a:spcAft>
                      </a:pPr>
                      <a:r>
                        <a:rPr lang="fr-LU" sz="2000" b="0" dirty="0">
                          <a:effectLst/>
                        </a:rPr>
                        <a:t>Article  155</a:t>
                      </a:r>
                      <a:endPar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a:txBody>
                    <a:bodyPr/>
                    <a:lstStyle/>
                    <a:p>
                      <a:pPr marL="0" marR="0" lvl="0" indent="0" algn="ctr" defTabSz="914400" rtl="0" eaLnBrk="1" fontAlgn="auto" latinLnBrk="0" hangingPunct="1">
                        <a:lnSpc>
                          <a:spcPct val="100000"/>
                        </a:lnSpc>
                        <a:spcBef>
                          <a:spcPts val="0"/>
                        </a:spcBef>
                        <a:spcAft>
                          <a:spcPts val="1100"/>
                        </a:spcAft>
                        <a:buClrTx/>
                        <a:buSzTx/>
                        <a:buFontTx/>
                        <a:buNone/>
                        <a:tabLst/>
                        <a:defRPr/>
                      </a:pPr>
                      <a:r>
                        <a:rPr lang="fr-LU" sz="2000" b="1" kern="1200" cap="none" spc="0" dirty="0" smtClean="0">
                          <a:ln w="6600">
                            <a:solidFill>
                              <a:schemeClr val="tx1"/>
                            </a:solidFill>
                            <a:prstDash val="solid"/>
                          </a:ln>
                          <a:solidFill>
                            <a:srgbClr val="FF0000"/>
                          </a:solidFill>
                          <a:effectLst>
                            <a:outerShdw dist="38100" dir="2700000" algn="tl" rotWithShape="0">
                              <a:schemeClr val="accent2"/>
                            </a:outerShdw>
                          </a:effectLst>
                        </a:rPr>
                        <a:t>30 jours</a:t>
                      </a:r>
                    </a:p>
                    <a:p>
                      <a:pPr marL="0" marR="0" lvl="0" indent="0" algn="ctr" defTabSz="914400" rtl="0" eaLnBrk="1" fontAlgn="auto" latinLnBrk="0" hangingPunct="1">
                        <a:lnSpc>
                          <a:spcPct val="100000"/>
                        </a:lnSpc>
                        <a:spcBef>
                          <a:spcPts val="0"/>
                        </a:spcBef>
                        <a:spcAft>
                          <a:spcPts val="1100"/>
                        </a:spcAft>
                        <a:buClrTx/>
                        <a:buSzTx/>
                        <a:buFontTx/>
                        <a:buNone/>
                        <a:tabLst/>
                        <a:defRPr/>
                      </a:pPr>
                      <a:r>
                        <a:rPr lang="fr-LU" sz="2000" b="0" kern="1200" dirty="0" smtClean="0">
                          <a:effectLst/>
                        </a:rPr>
                        <a:t>Art</a:t>
                      </a:r>
                      <a:r>
                        <a:rPr lang="fr-LU" sz="2000" b="0" kern="1200" dirty="0">
                          <a:effectLst/>
                        </a:rPr>
                        <a:t>. 156 </a:t>
                      </a:r>
                      <a:r>
                        <a:rPr lang="fr-LU" sz="2000" b="0" kern="1200" dirty="0" smtClean="0">
                          <a:effectLst/>
                        </a:rPr>
                        <a:t>DA</a:t>
                      </a:r>
                    </a:p>
                  </a:txBody>
                  <a:tcPr marL="47045" marR="47045" marT="0" marB="0" anchor="ctr"/>
                </a:tc>
                <a:extLst>
                  <a:ext uri="{0D108BD9-81ED-4DB2-BD59-A6C34878D82A}">
                    <a16:rowId xmlns:a16="http://schemas.microsoft.com/office/drawing/2014/main" val="184392440"/>
                  </a:ext>
                </a:extLst>
              </a:tr>
              <a:tr h="400281">
                <a:tc>
                  <a:txBody>
                    <a:bodyPr/>
                    <a:lstStyle/>
                    <a:p>
                      <a:pPr algn="l">
                        <a:spcAft>
                          <a:spcPts val="1100"/>
                        </a:spcAft>
                      </a:pPr>
                      <a:r>
                        <a:rPr lang="fr-LU" sz="2000" b="0">
                          <a:effectLst/>
                        </a:rPr>
                        <a:t>Perfectionnement actif</a:t>
                      </a:r>
                      <a:endParaRPr lang="en-US" sz="20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a:txBody>
                    <a:bodyPr/>
                    <a:lstStyle/>
                    <a:p>
                      <a:pPr algn="ctr">
                        <a:spcAft>
                          <a:spcPts val="1100"/>
                        </a:spcAft>
                      </a:pPr>
                      <a:r>
                        <a:rPr lang="fr-LU" sz="2000" b="0">
                          <a:effectLst/>
                        </a:rPr>
                        <a:t>Article 211 (1a)</a:t>
                      </a:r>
                      <a:endParaRPr lang="en-US" sz="20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rowSpan="4">
                  <a:txBody>
                    <a:bodyPr/>
                    <a:lstStyle/>
                    <a:p>
                      <a:pPr marL="0" marR="0" lvl="0" indent="0" algn="ctr" defTabSz="914400" rtl="0" eaLnBrk="1" fontAlgn="auto" latinLnBrk="0" hangingPunct="1">
                        <a:lnSpc>
                          <a:spcPct val="100000"/>
                        </a:lnSpc>
                        <a:spcBef>
                          <a:spcPts val="0"/>
                        </a:spcBef>
                        <a:spcAft>
                          <a:spcPts val="1100"/>
                        </a:spcAft>
                        <a:buClrTx/>
                        <a:buSzTx/>
                        <a:buFontTx/>
                        <a:buNone/>
                        <a:tabLst/>
                        <a:defRPr/>
                      </a:pPr>
                      <a:r>
                        <a:rPr kumimoji="0" lang="fr-LU" sz="2000" b="1" i="0" u="none" strike="noStrike" kern="1200" cap="none" spc="0" normalizeH="0" baseline="0" noProof="0" dirty="0" smtClean="0">
                          <a:ln w="6600">
                            <a:solidFill>
                              <a:prstClr val="black"/>
                            </a:solidFill>
                            <a:prstDash val="solid"/>
                          </a:ln>
                          <a:solidFill>
                            <a:srgbClr val="FF0000"/>
                          </a:solidFill>
                          <a:effectLst>
                            <a:outerShdw dist="38100" dir="2700000" algn="tl" rotWithShape="0">
                              <a:srgbClr val="ED7D31"/>
                            </a:outerShdw>
                          </a:effectLst>
                          <a:uLnTx/>
                          <a:uFillTx/>
                          <a:latin typeface="+mn-lt"/>
                          <a:ea typeface="+mn-ea"/>
                          <a:cs typeface="+mn-cs"/>
                        </a:rPr>
                        <a:t>30 jours</a:t>
                      </a:r>
                    </a:p>
                    <a:p>
                      <a:pPr algn="ctr">
                        <a:spcAft>
                          <a:spcPts val="1100"/>
                        </a:spcAft>
                      </a:pPr>
                      <a:r>
                        <a:rPr lang="fr-BE" sz="2000" b="0" kern="1200" dirty="0" smtClean="0">
                          <a:effectLst/>
                        </a:rPr>
                        <a:t>A</a:t>
                      </a:r>
                      <a:r>
                        <a:rPr lang="en-GB" sz="2000" b="0" kern="1200" dirty="0">
                          <a:effectLst/>
                        </a:rPr>
                        <a:t>rt. 171 DA</a:t>
                      </a:r>
                      <a:endPar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extLst>
                  <a:ext uri="{0D108BD9-81ED-4DB2-BD59-A6C34878D82A}">
                    <a16:rowId xmlns:a16="http://schemas.microsoft.com/office/drawing/2014/main" val="1301533364"/>
                  </a:ext>
                </a:extLst>
              </a:tr>
              <a:tr h="400281">
                <a:tc>
                  <a:txBody>
                    <a:bodyPr/>
                    <a:lstStyle/>
                    <a:p>
                      <a:pPr algn="l">
                        <a:spcAft>
                          <a:spcPts val="1100"/>
                        </a:spcAft>
                      </a:pPr>
                      <a:r>
                        <a:rPr lang="fr-LU" sz="2000" b="0">
                          <a:effectLst/>
                        </a:rPr>
                        <a:t>Perfectionnement passif</a:t>
                      </a:r>
                      <a:endParaRPr lang="en-US" sz="20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a:txBody>
                    <a:bodyPr/>
                    <a:lstStyle/>
                    <a:p>
                      <a:pPr algn="ctr">
                        <a:lnSpc>
                          <a:spcPct val="107000"/>
                        </a:lnSpc>
                        <a:spcAft>
                          <a:spcPts val="0"/>
                        </a:spcAft>
                      </a:pPr>
                      <a:r>
                        <a:rPr lang="fr-LU" sz="2000" b="0" dirty="0">
                          <a:effectLst/>
                        </a:rPr>
                        <a:t>Article 211 (1a)</a:t>
                      </a:r>
                      <a:endPar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vMerge="1">
                  <a:txBody>
                    <a:bodyPr/>
                    <a:lstStyle/>
                    <a:p>
                      <a:endParaRPr lang="en-US"/>
                    </a:p>
                  </a:txBody>
                  <a:tcPr/>
                </a:tc>
                <a:extLst>
                  <a:ext uri="{0D108BD9-81ED-4DB2-BD59-A6C34878D82A}">
                    <a16:rowId xmlns:a16="http://schemas.microsoft.com/office/drawing/2014/main" val="261908535"/>
                  </a:ext>
                </a:extLst>
              </a:tr>
              <a:tr h="400281">
                <a:tc>
                  <a:txBody>
                    <a:bodyPr/>
                    <a:lstStyle/>
                    <a:p>
                      <a:pPr algn="l">
                        <a:spcAft>
                          <a:spcPts val="1100"/>
                        </a:spcAft>
                      </a:pPr>
                      <a:r>
                        <a:rPr lang="fr-LU" sz="2000" b="0">
                          <a:effectLst/>
                        </a:rPr>
                        <a:t>Destination particulière</a:t>
                      </a:r>
                      <a:endParaRPr lang="en-US" sz="20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a:txBody>
                    <a:bodyPr/>
                    <a:lstStyle/>
                    <a:p>
                      <a:pPr algn="ctr">
                        <a:lnSpc>
                          <a:spcPct val="107000"/>
                        </a:lnSpc>
                        <a:spcAft>
                          <a:spcPts val="0"/>
                        </a:spcAft>
                      </a:pPr>
                      <a:r>
                        <a:rPr lang="fr-LU" sz="2000" b="0" dirty="0">
                          <a:effectLst/>
                        </a:rPr>
                        <a:t>Article 211 (1a)</a:t>
                      </a:r>
                      <a:endPar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vMerge="1">
                  <a:txBody>
                    <a:bodyPr/>
                    <a:lstStyle/>
                    <a:p>
                      <a:endParaRPr lang="en-US"/>
                    </a:p>
                  </a:txBody>
                  <a:tcPr/>
                </a:tc>
                <a:extLst>
                  <a:ext uri="{0D108BD9-81ED-4DB2-BD59-A6C34878D82A}">
                    <a16:rowId xmlns:a16="http://schemas.microsoft.com/office/drawing/2014/main" val="3110781453"/>
                  </a:ext>
                </a:extLst>
              </a:tr>
              <a:tr h="400281">
                <a:tc>
                  <a:txBody>
                    <a:bodyPr/>
                    <a:lstStyle/>
                    <a:p>
                      <a:pPr algn="l">
                        <a:spcAft>
                          <a:spcPts val="1100"/>
                        </a:spcAft>
                      </a:pPr>
                      <a:r>
                        <a:rPr lang="fr-LU" sz="2000" b="0">
                          <a:effectLst/>
                        </a:rPr>
                        <a:t>Admission temporaire</a:t>
                      </a:r>
                      <a:endParaRPr lang="en-US" sz="2000" b="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a:txBody>
                    <a:bodyPr/>
                    <a:lstStyle/>
                    <a:p>
                      <a:pPr algn="ctr">
                        <a:lnSpc>
                          <a:spcPct val="107000"/>
                        </a:lnSpc>
                        <a:spcAft>
                          <a:spcPts val="0"/>
                        </a:spcAft>
                      </a:pPr>
                      <a:r>
                        <a:rPr lang="fr-LU" sz="2000" b="0" dirty="0">
                          <a:effectLst/>
                        </a:rPr>
                        <a:t>Article 211 (1a)</a:t>
                      </a:r>
                      <a:endPar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vMerge="1">
                  <a:txBody>
                    <a:bodyPr/>
                    <a:lstStyle/>
                    <a:p>
                      <a:endParaRPr lang="en-US"/>
                    </a:p>
                  </a:txBody>
                  <a:tcPr/>
                </a:tc>
                <a:extLst>
                  <a:ext uri="{0D108BD9-81ED-4DB2-BD59-A6C34878D82A}">
                    <a16:rowId xmlns:a16="http://schemas.microsoft.com/office/drawing/2014/main" val="2467531342"/>
                  </a:ext>
                </a:extLst>
              </a:tr>
              <a:tr h="562090">
                <a:tc>
                  <a:txBody>
                    <a:bodyPr/>
                    <a:lstStyle/>
                    <a:p>
                      <a:pPr algn="l">
                        <a:spcAft>
                          <a:spcPts val="1100"/>
                        </a:spcAft>
                      </a:pPr>
                      <a:r>
                        <a:rPr lang="fr-LU" sz="2000" b="0" dirty="0">
                          <a:effectLst/>
                        </a:rPr>
                        <a:t>Entrepôt  </a:t>
                      </a:r>
                      <a:r>
                        <a:rPr lang="fr-LU" sz="2000" b="0" dirty="0" smtClean="0">
                          <a:effectLst/>
                        </a:rPr>
                        <a:t>douanier</a:t>
                      </a:r>
                      <a:endPar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a:txBody>
                    <a:bodyPr/>
                    <a:lstStyle/>
                    <a:p>
                      <a:pPr algn="ctr">
                        <a:spcAft>
                          <a:spcPts val="1100"/>
                        </a:spcAft>
                      </a:pPr>
                      <a:r>
                        <a:rPr lang="fr-LU" sz="2000" b="0" dirty="0">
                          <a:effectLst/>
                        </a:rPr>
                        <a:t>Article 211 (1b)</a:t>
                      </a:r>
                      <a:endPar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tc>
                  <a:txBody>
                    <a:bodyPr/>
                    <a:lstStyle/>
                    <a:p>
                      <a:pPr algn="ctr">
                        <a:lnSpc>
                          <a:spcPct val="107000"/>
                        </a:lnSpc>
                        <a:spcAft>
                          <a:spcPts val="0"/>
                        </a:spcAft>
                      </a:pPr>
                      <a:r>
                        <a:rPr lang="fr-BE" sz="2000" b="1" kern="1200" dirty="0" smtClean="0">
                          <a:ln>
                            <a:solidFill>
                              <a:schemeClr val="tx1"/>
                            </a:solidFill>
                          </a:ln>
                          <a:solidFill>
                            <a:srgbClr val="FFC000"/>
                          </a:solidFill>
                          <a:effectLst/>
                        </a:rPr>
                        <a:t>60 jours</a:t>
                      </a:r>
                    </a:p>
                    <a:p>
                      <a:pPr algn="ctr">
                        <a:spcAft>
                          <a:spcPts val="1100"/>
                        </a:spcAft>
                      </a:pPr>
                      <a:r>
                        <a:rPr lang="fr-BE" sz="2000" b="0" kern="1200" dirty="0" smtClean="0">
                          <a:effectLst/>
                        </a:rPr>
                        <a:t>A</a:t>
                      </a:r>
                      <a:r>
                        <a:rPr lang="en-GB" sz="2000" b="0" kern="1200" dirty="0">
                          <a:effectLst/>
                        </a:rPr>
                        <a:t>rt. 171 DA</a:t>
                      </a:r>
                      <a:endParaRPr lang="en-US" sz="20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47045" marR="47045" marT="0" marB="0" anchor="ctr"/>
                </a:tc>
                <a:extLst>
                  <a:ext uri="{0D108BD9-81ED-4DB2-BD59-A6C34878D82A}">
                    <a16:rowId xmlns:a16="http://schemas.microsoft.com/office/drawing/2014/main" val="1414549734"/>
                  </a:ext>
                </a:extLst>
              </a:tr>
            </a:tbl>
          </a:graphicData>
        </a:graphic>
      </p:graphicFrame>
      <p:sp>
        <p:nvSpPr>
          <p:cNvPr id="4" name="Slide Number Placeholder 3"/>
          <p:cNvSpPr>
            <a:spLocks noGrp="1"/>
          </p:cNvSpPr>
          <p:nvPr>
            <p:ph type="sldNum" sz="quarter" idx="12"/>
          </p:nvPr>
        </p:nvSpPr>
        <p:spPr/>
        <p:txBody>
          <a:bodyPr/>
          <a:lstStyle/>
          <a:p>
            <a:fld id="{C58F520E-0D3C-4C73-96DF-B271C0F692B0}" type="slidenum">
              <a:rPr lang="lb-LU" smtClean="0"/>
              <a:t>41</a:t>
            </a:fld>
            <a:endParaRPr lang="lb-LU"/>
          </a:p>
        </p:txBody>
      </p:sp>
    </p:spTree>
    <p:extLst>
      <p:ext uri="{BB962C8B-B14F-4D97-AF65-F5344CB8AC3E}">
        <p14:creationId xmlns:p14="http://schemas.microsoft.com/office/powerpoint/2010/main" val="1674193263"/>
      </p:ext>
    </p:extLst>
  </p:cSld>
  <p:clrMapOvr>
    <a:masterClrMapping/>
  </p:clrMapOvr>
  <p:transition spd="slow">
    <p:push di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1197031"/>
            <a:ext cx="8117632"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CH"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Prolongation du délai </a:t>
            </a:r>
            <a:r>
              <a:rPr lang="fr-CH"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de décision</a:t>
            </a:r>
            <a:endPar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endParaRPr>
          </a:p>
        </p:txBody>
      </p:sp>
      <p:sp>
        <p:nvSpPr>
          <p:cNvPr id="3" name="Text Placeholder 2"/>
          <p:cNvSpPr>
            <a:spLocks noGrp="1"/>
          </p:cNvSpPr>
          <p:nvPr>
            <p:ph type="body" idx="1"/>
          </p:nvPr>
        </p:nvSpPr>
        <p:spPr>
          <a:xfrm>
            <a:off x="391886" y="2215426"/>
            <a:ext cx="8117632" cy="4204035"/>
          </a:xfrm>
        </p:spPr>
        <p:txBody>
          <a:bodyPr>
            <a:noAutofit/>
          </a:bodyPr>
          <a:lstStyle/>
          <a:p>
            <a:pPr algn="just">
              <a:lnSpc>
                <a:spcPct val="100000"/>
              </a:lnSpc>
            </a:pPr>
            <a:r>
              <a:rPr lang="fr-CH" sz="2000" dirty="0" smtClean="0">
                <a:solidFill>
                  <a:schemeClr val="tx1"/>
                </a:solidFill>
              </a:rPr>
              <a:t>Lorsque </a:t>
            </a:r>
            <a:r>
              <a:rPr lang="fr-CH" sz="2000" dirty="0">
                <a:solidFill>
                  <a:schemeClr val="tx1"/>
                </a:solidFill>
              </a:rPr>
              <a:t>les autorités douanières ne sont pas en mesure de respecter le délai de prise de </a:t>
            </a:r>
            <a:r>
              <a:rPr lang="fr-CH" sz="2000" dirty="0" smtClean="0">
                <a:solidFill>
                  <a:schemeClr val="tx1"/>
                </a:solidFill>
              </a:rPr>
              <a:t>décision :</a:t>
            </a:r>
            <a:endParaRPr lang="fr-CH" sz="2000" dirty="0">
              <a:solidFill>
                <a:schemeClr val="tx1"/>
              </a:solidFill>
            </a:endParaRPr>
          </a:p>
          <a:p>
            <a:pPr marL="342900" indent="-342900" algn="just">
              <a:lnSpc>
                <a:spcPct val="100000"/>
              </a:lnSpc>
              <a:buFont typeface="Wingdings" panose="05000000000000000000" pitchFamily="2" charset="2"/>
              <a:buChar char="q"/>
            </a:pPr>
            <a:r>
              <a:rPr lang="fr-CH" sz="2000" dirty="0" smtClean="0">
                <a:solidFill>
                  <a:schemeClr val="tx1"/>
                </a:solidFill>
              </a:rPr>
              <a:t>elles en </a:t>
            </a:r>
            <a:r>
              <a:rPr lang="fr-CH" sz="2000" dirty="0">
                <a:solidFill>
                  <a:schemeClr val="tx1"/>
                </a:solidFill>
              </a:rPr>
              <a:t>informent le demandeur (avant l'expiration dudit </a:t>
            </a:r>
            <a:r>
              <a:rPr lang="fr-CH" sz="2000" dirty="0" smtClean="0">
                <a:solidFill>
                  <a:schemeClr val="tx1"/>
                </a:solidFill>
              </a:rPr>
              <a:t>délai)</a:t>
            </a:r>
          </a:p>
          <a:p>
            <a:pPr marL="342900" indent="-342900" algn="just">
              <a:lnSpc>
                <a:spcPct val="100000"/>
              </a:lnSpc>
              <a:buFont typeface="Wingdings" panose="05000000000000000000" pitchFamily="2" charset="2"/>
              <a:buChar char="q"/>
            </a:pPr>
            <a:r>
              <a:rPr lang="fr-CH" sz="2000" dirty="0" smtClean="0">
                <a:solidFill>
                  <a:schemeClr val="tx1"/>
                </a:solidFill>
              </a:rPr>
              <a:t>elles </a:t>
            </a:r>
            <a:r>
              <a:rPr lang="fr-CH" sz="2000" dirty="0">
                <a:solidFill>
                  <a:schemeClr val="tx1"/>
                </a:solidFill>
              </a:rPr>
              <a:t>indiquent les motifs justifiant le </a:t>
            </a:r>
            <a:r>
              <a:rPr lang="fr-CH" sz="2000" dirty="0" smtClean="0">
                <a:solidFill>
                  <a:schemeClr val="tx1"/>
                </a:solidFill>
              </a:rPr>
              <a:t>dépassement</a:t>
            </a:r>
          </a:p>
          <a:p>
            <a:pPr marL="342900" indent="-342900" algn="just">
              <a:lnSpc>
                <a:spcPct val="100000"/>
              </a:lnSpc>
              <a:buFont typeface="Wingdings" panose="05000000000000000000" pitchFamily="2" charset="2"/>
              <a:buChar char="q"/>
            </a:pPr>
            <a:r>
              <a:rPr lang="fr-CH" sz="2000" dirty="0" smtClean="0">
                <a:solidFill>
                  <a:schemeClr val="tx1"/>
                </a:solidFill>
              </a:rPr>
              <a:t>elles </a:t>
            </a:r>
            <a:r>
              <a:rPr lang="fr-CH" sz="2000" dirty="0">
                <a:solidFill>
                  <a:schemeClr val="tx1"/>
                </a:solidFill>
              </a:rPr>
              <a:t>communiquent le nouveau délai nécessaire pour </a:t>
            </a:r>
            <a:r>
              <a:rPr lang="fr-CH" sz="2000" dirty="0" smtClean="0">
                <a:solidFill>
                  <a:schemeClr val="tx1"/>
                </a:solidFill>
              </a:rPr>
              <a:t>statuer</a:t>
            </a:r>
          </a:p>
          <a:p>
            <a:pPr algn="just">
              <a:lnSpc>
                <a:spcPct val="100000"/>
              </a:lnSpc>
            </a:pPr>
            <a:r>
              <a:rPr lang="fr-CH" sz="2000" dirty="0">
                <a:solidFill>
                  <a:schemeClr val="tx1"/>
                </a:solidFill>
              </a:rPr>
              <a:t> </a:t>
            </a:r>
            <a:r>
              <a:rPr lang="fr-CH" sz="2000" dirty="0" smtClean="0">
                <a:solidFill>
                  <a:schemeClr val="tx1"/>
                </a:solidFill>
              </a:rPr>
              <a:t>     </a:t>
            </a:r>
            <a:r>
              <a:rPr lang="fr-CH" sz="2000" dirty="0" smtClean="0">
                <a:solidFill>
                  <a:schemeClr val="tx1"/>
                </a:solidFill>
                <a:latin typeface="Calibri" panose="020F0502020204030204" pitchFamily="34" charset="0"/>
                <a:cs typeface="Calibri" panose="020F0502020204030204" pitchFamily="34" charset="0"/>
              </a:rPr>
              <a:t>→ Délai </a:t>
            </a:r>
            <a:r>
              <a:rPr lang="fr-CH" sz="2000" b="1" dirty="0" smtClean="0">
                <a:ln>
                  <a:solidFill>
                    <a:schemeClr val="tx1"/>
                  </a:solidFill>
                </a:ln>
                <a:solidFill>
                  <a:srgbClr val="FF0000"/>
                </a:solidFill>
              </a:rPr>
              <a:t>≤ </a:t>
            </a:r>
            <a:r>
              <a:rPr lang="fr-CH" sz="2000" b="1" dirty="0">
                <a:ln>
                  <a:solidFill>
                    <a:schemeClr val="tx1"/>
                  </a:solidFill>
                </a:ln>
                <a:solidFill>
                  <a:srgbClr val="FF0000"/>
                </a:solidFill>
              </a:rPr>
              <a:t>30 </a:t>
            </a:r>
            <a:r>
              <a:rPr lang="fr-CH" sz="2000" b="1" dirty="0" smtClean="0">
                <a:ln>
                  <a:solidFill>
                    <a:schemeClr val="tx1"/>
                  </a:solidFill>
                </a:ln>
                <a:solidFill>
                  <a:srgbClr val="FF0000"/>
                </a:solidFill>
              </a:rPr>
              <a:t>jours</a:t>
            </a:r>
            <a:endParaRPr lang="fr-FR" sz="2000" b="1" dirty="0">
              <a:ln>
                <a:solidFill>
                  <a:schemeClr val="tx1"/>
                </a:solidFill>
              </a:ln>
              <a:solidFill>
                <a:srgbClr val="FF0000"/>
              </a:solidFill>
            </a:endParaRPr>
          </a:p>
          <a:p>
            <a:pPr algn="just">
              <a:lnSpc>
                <a:spcPct val="100000"/>
              </a:lnSpc>
            </a:pPr>
            <a:endParaRPr lang="fr-FR" sz="2000" dirty="0" smtClean="0">
              <a:solidFill>
                <a:schemeClr val="tx1"/>
              </a:solidFill>
            </a:endParaRPr>
          </a:p>
          <a:p>
            <a:pPr algn="just">
              <a:lnSpc>
                <a:spcPct val="100000"/>
              </a:lnSpc>
            </a:pPr>
            <a:r>
              <a:rPr lang="fr-CH" sz="1600" dirty="0" smtClean="0">
                <a:solidFill>
                  <a:schemeClr val="tx1"/>
                </a:solidFill>
              </a:rPr>
              <a:t>NB: </a:t>
            </a:r>
            <a:r>
              <a:rPr lang="fr-CH" sz="1600" dirty="0">
                <a:solidFill>
                  <a:schemeClr val="tx1"/>
                </a:solidFill>
              </a:rPr>
              <a:t>Les autorités douanières peuvent également prolonger le délai de prise de décision </a:t>
            </a:r>
            <a:r>
              <a:rPr lang="fr-CH" sz="1600" b="1" u="sng" dirty="0">
                <a:solidFill>
                  <a:schemeClr val="tx1"/>
                </a:solidFill>
              </a:rPr>
              <a:t>sur demande de l’OE</a:t>
            </a:r>
          </a:p>
          <a:p>
            <a:pPr algn="just">
              <a:lnSpc>
                <a:spcPct val="100000"/>
              </a:lnSpc>
            </a:pPr>
            <a:r>
              <a:rPr lang="fr-CH" sz="1600" dirty="0">
                <a:solidFill>
                  <a:schemeClr val="tx1"/>
                </a:solidFill>
              </a:rPr>
              <a:t>→ Ceci afin de </a:t>
            </a:r>
            <a:r>
              <a:rPr lang="fr-CH" sz="1600" dirty="0" smtClean="0">
                <a:solidFill>
                  <a:schemeClr val="tx1"/>
                </a:solidFill>
              </a:rPr>
              <a:t>permettre au demandeur de procéder </a:t>
            </a:r>
            <a:r>
              <a:rPr lang="fr-CH" sz="1600" dirty="0">
                <a:solidFill>
                  <a:schemeClr val="tx1"/>
                </a:solidFill>
              </a:rPr>
              <a:t>aux ajustements nécessaires pour garantir le respect des conditions et des critères </a:t>
            </a:r>
            <a:r>
              <a:rPr lang="fr-CH" sz="1600" dirty="0" smtClean="0">
                <a:solidFill>
                  <a:schemeClr val="tx1"/>
                </a:solidFill>
              </a:rPr>
              <a:t>applicables.</a:t>
            </a:r>
            <a:endParaRPr lang="fr-FR" sz="16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42</a:t>
            </a:fld>
            <a:endParaRPr lang="lb-LU"/>
          </a:p>
        </p:txBody>
      </p:sp>
    </p:spTree>
    <p:extLst>
      <p:ext uri="{BB962C8B-B14F-4D97-AF65-F5344CB8AC3E}">
        <p14:creationId xmlns:p14="http://schemas.microsoft.com/office/powerpoint/2010/main" val="4093150809"/>
      </p:ext>
    </p:extLst>
  </p:cSld>
  <p:clrMapOvr>
    <a:masterClrMapping/>
  </p:clrMapOvr>
  <p:transition spd="slow">
    <p:push dir="u"/>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6571" y="1359708"/>
            <a:ext cx="8294915" cy="577157"/>
          </a:xfrm>
        </p:spPr>
        <p:txBody>
          <a:bodyPr>
            <a:normAutofit/>
          </a:bodyPr>
          <a:lstStyle/>
          <a:p>
            <a:r>
              <a:rPr lang="en-US" dirty="0" smtClean="0"/>
              <a:t>Prolongation - </a:t>
            </a:r>
            <a:r>
              <a:rPr lang="en-US" dirty="0" err="1" smtClean="0"/>
              <a:t>Cas</a:t>
            </a:r>
            <a:r>
              <a:rPr lang="en-US" dirty="0" smtClean="0"/>
              <a:t> </a:t>
            </a:r>
            <a:r>
              <a:rPr lang="en-US" dirty="0"/>
              <a:t>de </a:t>
            </a:r>
            <a:r>
              <a:rPr lang="en-US" dirty="0" smtClean="0"/>
              <a:t>figure </a:t>
            </a:r>
            <a:endParaRPr lang="en-US" dirty="0"/>
          </a:p>
        </p:txBody>
      </p:sp>
      <p:sp>
        <p:nvSpPr>
          <p:cNvPr id="3" name="Content Placeholder 2"/>
          <p:cNvSpPr>
            <a:spLocks noGrp="1"/>
          </p:cNvSpPr>
          <p:nvPr>
            <p:ph idx="1"/>
          </p:nvPr>
        </p:nvSpPr>
        <p:spPr>
          <a:xfrm>
            <a:off x="326571" y="2040861"/>
            <a:ext cx="8294915" cy="4387931"/>
          </a:xfrm>
        </p:spPr>
        <p:txBody>
          <a:bodyPr>
            <a:noAutofit/>
          </a:bodyPr>
          <a:lstStyle/>
          <a:p>
            <a:pPr marL="0" lvl="0" indent="0" algn="just">
              <a:lnSpc>
                <a:spcPct val="100000"/>
              </a:lnSpc>
              <a:buNone/>
            </a:pPr>
            <a:r>
              <a:rPr lang="fr-CH" sz="2000" dirty="0"/>
              <a:t>Les cas de </a:t>
            </a:r>
            <a:r>
              <a:rPr lang="fr-CH" sz="2000" dirty="0" smtClean="0"/>
              <a:t>figure </a:t>
            </a:r>
            <a:r>
              <a:rPr lang="fr-CH" sz="2000" dirty="0"/>
              <a:t>suivants peuvent se présenter </a:t>
            </a:r>
            <a:r>
              <a:rPr lang="fr-CH" sz="2000" dirty="0" smtClean="0"/>
              <a:t>:</a:t>
            </a:r>
          </a:p>
          <a:p>
            <a:pPr lvl="0" algn="just">
              <a:lnSpc>
                <a:spcPct val="100000"/>
              </a:lnSpc>
              <a:buFont typeface="Wingdings" panose="05000000000000000000" pitchFamily="2" charset="2"/>
              <a:buChar char="q"/>
            </a:pPr>
            <a:r>
              <a:rPr lang="fr-CH" sz="2000" dirty="0"/>
              <a:t> </a:t>
            </a:r>
            <a:r>
              <a:rPr lang="fr-CH" sz="2000" dirty="0" smtClean="0"/>
              <a:t>Nécessité </a:t>
            </a:r>
            <a:r>
              <a:rPr lang="fr-CH" sz="2000" dirty="0"/>
              <a:t>de demander des informations complémentaires au demandeur afin de pouvoir </a:t>
            </a:r>
            <a:r>
              <a:rPr lang="fr-CH" sz="2000" dirty="0" smtClean="0"/>
              <a:t>se prononcer</a:t>
            </a:r>
            <a:endParaRPr lang="fr-CH" sz="2000" dirty="0"/>
          </a:p>
          <a:p>
            <a:pPr marL="0" lvl="0" indent="0" algn="just">
              <a:lnSpc>
                <a:spcPct val="100000"/>
              </a:lnSpc>
              <a:buNone/>
            </a:pPr>
            <a:r>
              <a:rPr lang="fr-CH" sz="1600" dirty="0" smtClean="0"/>
              <a:t>      → </a:t>
            </a:r>
            <a:r>
              <a:rPr lang="fr-CH" sz="1600" dirty="0"/>
              <a:t>Prolongation = </a:t>
            </a:r>
            <a:r>
              <a:rPr lang="fr-CH" sz="1600" dirty="0" smtClean="0"/>
              <a:t>Délai </a:t>
            </a:r>
            <a:r>
              <a:rPr lang="fr-CH" sz="1600" dirty="0"/>
              <a:t>maximal </a:t>
            </a:r>
            <a:r>
              <a:rPr lang="fr-CH" sz="1600" dirty="0" smtClean="0"/>
              <a:t>de </a:t>
            </a:r>
            <a:r>
              <a:rPr lang="fr-CH" sz="1600" b="1" dirty="0" smtClean="0"/>
              <a:t>30 </a:t>
            </a:r>
            <a:r>
              <a:rPr lang="fr-CH" sz="1600" b="1" dirty="0"/>
              <a:t>jours </a:t>
            </a:r>
            <a:r>
              <a:rPr lang="fr-CH" sz="1600" dirty="0"/>
              <a:t>pour fournir ces </a:t>
            </a:r>
            <a:r>
              <a:rPr lang="fr-CH" sz="1600" dirty="0" smtClean="0"/>
              <a:t>informations</a:t>
            </a:r>
          </a:p>
          <a:p>
            <a:pPr lvl="0" algn="just">
              <a:lnSpc>
                <a:spcPct val="100000"/>
              </a:lnSpc>
              <a:buFont typeface="Wingdings" panose="05000000000000000000" pitchFamily="2" charset="2"/>
              <a:buChar char="q"/>
            </a:pPr>
            <a:r>
              <a:rPr lang="fr-CH" sz="2000" dirty="0" smtClean="0"/>
              <a:t> Un </a:t>
            </a:r>
            <a:r>
              <a:rPr lang="fr-CH" sz="2000" dirty="0"/>
              <a:t>droit d’être entendu est accordé au demandeur</a:t>
            </a:r>
          </a:p>
          <a:p>
            <a:pPr marL="0" lvl="0" indent="0" algn="just">
              <a:lnSpc>
                <a:spcPct val="100000"/>
              </a:lnSpc>
              <a:buNone/>
            </a:pPr>
            <a:r>
              <a:rPr lang="fr-CH" sz="1600" dirty="0" smtClean="0"/>
              <a:t>      → </a:t>
            </a:r>
            <a:r>
              <a:rPr lang="fr-CH" sz="1600" dirty="0"/>
              <a:t>Prolongation </a:t>
            </a:r>
            <a:r>
              <a:rPr lang="fr-CH" sz="1600" dirty="0" smtClean="0"/>
              <a:t>= </a:t>
            </a:r>
            <a:r>
              <a:rPr lang="fr-CH" sz="1600" b="1" dirty="0" smtClean="0"/>
              <a:t>30 </a:t>
            </a:r>
            <a:r>
              <a:rPr lang="fr-CH" sz="1600" b="1" dirty="0"/>
              <a:t>jours</a:t>
            </a:r>
          </a:p>
          <a:p>
            <a:pPr lvl="0" algn="just">
              <a:lnSpc>
                <a:spcPct val="100000"/>
              </a:lnSpc>
              <a:buFont typeface="Wingdings" panose="05000000000000000000" pitchFamily="2" charset="2"/>
              <a:buChar char="q"/>
            </a:pPr>
            <a:r>
              <a:rPr lang="fr-CH" sz="2000" dirty="0"/>
              <a:t> </a:t>
            </a:r>
            <a:r>
              <a:rPr lang="fr-CH" sz="2000" dirty="0" smtClean="0"/>
              <a:t>La </a:t>
            </a:r>
            <a:r>
              <a:rPr lang="fr-CH" sz="2000" dirty="0"/>
              <a:t>consultation d’une autre autorité douanière s’impose</a:t>
            </a:r>
          </a:p>
          <a:p>
            <a:pPr marL="0" lvl="0" indent="0" algn="just">
              <a:lnSpc>
                <a:spcPct val="100000"/>
              </a:lnSpc>
              <a:buNone/>
            </a:pPr>
            <a:r>
              <a:rPr lang="fr-CH" sz="1600" dirty="0" smtClean="0"/>
              <a:t>      → </a:t>
            </a:r>
            <a:r>
              <a:rPr lang="fr-CH" sz="1600" dirty="0"/>
              <a:t>Prolongation </a:t>
            </a:r>
            <a:r>
              <a:rPr lang="fr-CH" sz="1600" dirty="0" smtClean="0"/>
              <a:t>= </a:t>
            </a:r>
            <a:r>
              <a:rPr lang="fr-CH" sz="1600" dirty="0"/>
              <a:t>D</a:t>
            </a:r>
            <a:r>
              <a:rPr lang="fr-CH" sz="1600" dirty="0" smtClean="0"/>
              <a:t>urée </a:t>
            </a:r>
            <a:r>
              <a:rPr lang="fr-CH" sz="1600" dirty="0"/>
              <a:t>identique à la période de consultation</a:t>
            </a:r>
          </a:p>
          <a:p>
            <a:pPr lvl="0" algn="just">
              <a:lnSpc>
                <a:spcPct val="100000"/>
              </a:lnSpc>
              <a:buFont typeface="Wingdings" panose="05000000000000000000" pitchFamily="2" charset="2"/>
              <a:buChar char="q"/>
            </a:pPr>
            <a:r>
              <a:rPr lang="fr-CH" sz="2000" dirty="0"/>
              <a:t> </a:t>
            </a:r>
            <a:r>
              <a:rPr lang="fr-CH" sz="2000" dirty="0" smtClean="0"/>
              <a:t>Existence </a:t>
            </a:r>
            <a:r>
              <a:rPr lang="fr-CH" sz="2000" dirty="0"/>
              <a:t>de sérieux indices permettant de suspecter une infraction à la législation douanière </a:t>
            </a:r>
            <a:r>
              <a:rPr lang="fr-CH" sz="2000" dirty="0" smtClean="0"/>
              <a:t>et enquêtes </a:t>
            </a:r>
            <a:r>
              <a:rPr lang="fr-CH" sz="2000" dirty="0"/>
              <a:t>en </a:t>
            </a:r>
            <a:r>
              <a:rPr lang="fr-CH" sz="2000" dirty="0" smtClean="0"/>
              <a:t>cours</a:t>
            </a:r>
          </a:p>
          <a:p>
            <a:pPr marL="0" lvl="0" indent="0" algn="just">
              <a:lnSpc>
                <a:spcPct val="100000"/>
              </a:lnSpc>
              <a:buNone/>
            </a:pPr>
            <a:r>
              <a:rPr lang="fr-CH" sz="1600" dirty="0" smtClean="0"/>
              <a:t>      → </a:t>
            </a:r>
            <a:r>
              <a:rPr lang="fr-CH" sz="1600" dirty="0"/>
              <a:t>Prolongation = D</a:t>
            </a:r>
            <a:r>
              <a:rPr lang="fr-CH" sz="1600" dirty="0" smtClean="0"/>
              <a:t>urée </a:t>
            </a:r>
            <a:r>
              <a:rPr lang="fr-CH" sz="1600" dirty="0"/>
              <a:t>nécessaire pour mener les </a:t>
            </a:r>
            <a:r>
              <a:rPr lang="fr-CH" sz="1600" dirty="0" smtClean="0"/>
              <a:t>enquêtes (</a:t>
            </a:r>
            <a:r>
              <a:rPr lang="fr-CH" sz="1600" dirty="0"/>
              <a:t>≤ 9 </a:t>
            </a:r>
            <a:r>
              <a:rPr lang="fr-CH" sz="1600" dirty="0" smtClean="0"/>
              <a:t>mois)</a:t>
            </a:r>
            <a:endParaRPr lang="en-US" sz="1600" dirty="0"/>
          </a:p>
        </p:txBody>
      </p:sp>
      <p:sp>
        <p:nvSpPr>
          <p:cNvPr id="4" name="Slide Number Placeholder 3"/>
          <p:cNvSpPr>
            <a:spLocks noGrp="1"/>
          </p:cNvSpPr>
          <p:nvPr>
            <p:ph type="sldNum" sz="quarter" idx="12"/>
          </p:nvPr>
        </p:nvSpPr>
        <p:spPr/>
        <p:txBody>
          <a:bodyPr/>
          <a:lstStyle/>
          <a:p>
            <a:fld id="{C58F520E-0D3C-4C73-96DF-B271C0F692B0}" type="slidenum">
              <a:rPr lang="lb-LU" smtClean="0"/>
              <a:t>43</a:t>
            </a:fld>
            <a:endParaRPr lang="lb-LU"/>
          </a:p>
        </p:txBody>
      </p:sp>
    </p:spTree>
    <p:extLst>
      <p:ext uri="{BB962C8B-B14F-4D97-AF65-F5344CB8AC3E}">
        <p14:creationId xmlns:p14="http://schemas.microsoft.com/office/powerpoint/2010/main" val="330608120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7869" y="2424602"/>
            <a:ext cx="8042988"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Date </a:t>
            </a:r>
            <a:r>
              <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de prise d’effet</a:t>
            </a:r>
          </a:p>
        </p:txBody>
      </p:sp>
      <p:sp>
        <p:nvSpPr>
          <p:cNvPr id="3" name="Text Placeholder 2"/>
          <p:cNvSpPr>
            <a:spLocks noGrp="1"/>
          </p:cNvSpPr>
          <p:nvPr>
            <p:ph type="body" idx="1"/>
          </p:nvPr>
        </p:nvSpPr>
        <p:spPr>
          <a:xfrm>
            <a:off x="447869" y="3531383"/>
            <a:ext cx="8042988" cy="1217899"/>
          </a:xfrm>
        </p:spPr>
        <p:txBody>
          <a:bodyPr>
            <a:normAutofit/>
          </a:bodyPr>
          <a:lstStyle/>
          <a:p>
            <a:pPr algn="just">
              <a:lnSpc>
                <a:spcPct val="100000"/>
              </a:lnSpc>
            </a:pPr>
            <a:r>
              <a:rPr lang="fr-CH" sz="2000" b="1" dirty="0">
                <a:solidFill>
                  <a:schemeClr val="tx1"/>
                </a:solidFill>
              </a:rPr>
              <a:t>En général, une décision douanière prend effet à la date à laquelle elle est reçue ou réputée reçue par le </a:t>
            </a:r>
            <a:r>
              <a:rPr lang="fr-CH" sz="2000" b="1" dirty="0" smtClean="0">
                <a:solidFill>
                  <a:schemeClr val="tx1"/>
                </a:solidFill>
              </a:rPr>
              <a:t>demandeur. </a:t>
            </a:r>
            <a:r>
              <a:rPr lang="fr-CH" sz="2000" dirty="0" smtClean="0">
                <a:solidFill>
                  <a:schemeClr val="tx1"/>
                </a:solidFill>
              </a:rPr>
              <a:t>Les </a:t>
            </a:r>
            <a:r>
              <a:rPr lang="fr-CH" sz="2000" dirty="0">
                <a:solidFill>
                  <a:schemeClr val="tx1"/>
                </a:solidFill>
              </a:rPr>
              <a:t>décisions prises sont exécutoires par les autorités douanières à compter de cette date.</a:t>
            </a:r>
            <a:endParaRPr lang="fr-FR" sz="20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44</a:t>
            </a:fld>
            <a:endParaRPr lang="lb-LU"/>
          </a:p>
        </p:txBody>
      </p:sp>
    </p:spTree>
    <p:extLst>
      <p:ext uri="{BB962C8B-B14F-4D97-AF65-F5344CB8AC3E}">
        <p14:creationId xmlns:p14="http://schemas.microsoft.com/office/powerpoint/2010/main" val="3282241121"/>
      </p:ext>
    </p:extLst>
  </p:cSld>
  <p:clrMapOvr>
    <a:masterClrMapping/>
  </p:clrMapOvr>
  <p:transition spd="slow">
    <p:push dir="u"/>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902" y="1285063"/>
            <a:ext cx="8388220" cy="577157"/>
          </a:xfrm>
        </p:spPr>
        <p:txBody>
          <a:bodyPr>
            <a:normAutofit/>
          </a:bodyPr>
          <a:lstStyle/>
          <a:p>
            <a:r>
              <a:rPr lang="en-US" dirty="0" smtClean="0"/>
              <a:t>Exceptions</a:t>
            </a:r>
            <a:endParaRPr lang="en-US" dirty="0"/>
          </a:p>
        </p:txBody>
      </p:sp>
      <p:sp>
        <p:nvSpPr>
          <p:cNvPr id="3" name="Content Placeholder 2"/>
          <p:cNvSpPr>
            <a:spLocks noGrp="1"/>
          </p:cNvSpPr>
          <p:nvPr>
            <p:ph idx="1"/>
          </p:nvPr>
        </p:nvSpPr>
        <p:spPr>
          <a:xfrm>
            <a:off x="335902" y="1964855"/>
            <a:ext cx="8294914" cy="3978745"/>
          </a:xfrm>
        </p:spPr>
        <p:txBody>
          <a:bodyPr>
            <a:noAutofit/>
          </a:bodyPr>
          <a:lstStyle/>
          <a:p>
            <a:pPr marL="0" lvl="0" indent="0" algn="just">
              <a:lnSpc>
                <a:spcPct val="100000"/>
              </a:lnSpc>
              <a:buNone/>
            </a:pPr>
            <a:r>
              <a:rPr lang="fr-CH" sz="2000" dirty="0"/>
              <a:t>Les cas de </a:t>
            </a:r>
            <a:r>
              <a:rPr lang="fr-CH" sz="2000" dirty="0" smtClean="0"/>
              <a:t>figure </a:t>
            </a:r>
            <a:r>
              <a:rPr lang="fr-CH" sz="2000" dirty="0"/>
              <a:t>suivants peuvent se présenter </a:t>
            </a:r>
            <a:r>
              <a:rPr lang="fr-CH" sz="2000" dirty="0" smtClean="0"/>
              <a:t>:</a:t>
            </a:r>
          </a:p>
          <a:p>
            <a:pPr lvl="0" algn="just">
              <a:lnSpc>
                <a:spcPct val="100000"/>
              </a:lnSpc>
              <a:buFont typeface="Wingdings" panose="05000000000000000000" pitchFamily="2" charset="2"/>
              <a:buChar char="q"/>
            </a:pPr>
            <a:r>
              <a:rPr lang="fr-CH" sz="2000" dirty="0"/>
              <a:t> </a:t>
            </a:r>
            <a:r>
              <a:rPr lang="fr-CH" sz="2000" dirty="0" smtClean="0"/>
              <a:t>Décision </a:t>
            </a:r>
            <a:r>
              <a:rPr lang="fr-CH" sz="2000" dirty="0"/>
              <a:t>ayant des conséquences favorables pour le demandeur</a:t>
            </a:r>
          </a:p>
          <a:p>
            <a:pPr marL="0" lvl="0" indent="0" algn="just">
              <a:lnSpc>
                <a:spcPct val="100000"/>
              </a:lnSpc>
              <a:buNone/>
            </a:pPr>
            <a:r>
              <a:rPr lang="fr-CH" sz="1600" dirty="0" smtClean="0"/>
              <a:t>→ </a:t>
            </a:r>
            <a:r>
              <a:rPr lang="fr-CH" sz="1600" dirty="0"/>
              <a:t>Prise d'effet </a:t>
            </a:r>
            <a:r>
              <a:rPr lang="fr-CH" sz="1600" dirty="0" smtClean="0"/>
              <a:t>= Date </a:t>
            </a:r>
            <a:r>
              <a:rPr lang="fr-CH" sz="1600" dirty="0"/>
              <a:t>demandée par le </a:t>
            </a:r>
            <a:r>
              <a:rPr lang="fr-CH" sz="1600" dirty="0" smtClean="0"/>
              <a:t>demandeur si </a:t>
            </a:r>
            <a:r>
              <a:rPr lang="fr-CH" sz="1600" dirty="0"/>
              <a:t>postérieure à la date à laquelle le demandeur reçoit la </a:t>
            </a:r>
            <a:r>
              <a:rPr lang="fr-CH" sz="1600" dirty="0" smtClean="0"/>
              <a:t>décision (</a:t>
            </a:r>
            <a:r>
              <a:rPr lang="fr-CH" sz="1600" b="1" u="sng" dirty="0" smtClean="0"/>
              <a:t>effet rétroactif</a:t>
            </a:r>
            <a:r>
              <a:rPr lang="fr-CH" sz="1600" dirty="0" smtClean="0"/>
              <a:t>)</a:t>
            </a:r>
            <a:endParaRPr lang="fr-CH" sz="1600" dirty="0"/>
          </a:p>
          <a:p>
            <a:pPr lvl="0" algn="just">
              <a:lnSpc>
                <a:spcPct val="100000"/>
              </a:lnSpc>
              <a:buFont typeface="Wingdings" panose="05000000000000000000" pitchFamily="2" charset="2"/>
              <a:buChar char="q"/>
            </a:pPr>
            <a:r>
              <a:rPr lang="fr-CH" sz="2000" dirty="0"/>
              <a:t> </a:t>
            </a:r>
            <a:r>
              <a:rPr lang="fr-CH" sz="2000" dirty="0" smtClean="0"/>
              <a:t>Décision </a:t>
            </a:r>
            <a:r>
              <a:rPr lang="fr-CH" sz="2000" dirty="0"/>
              <a:t>dont l’unique objectif est de prolonger une décision antérieure</a:t>
            </a:r>
          </a:p>
          <a:p>
            <a:pPr marL="0" lvl="0" indent="0" algn="just">
              <a:lnSpc>
                <a:spcPct val="100000"/>
              </a:lnSpc>
              <a:buNone/>
            </a:pPr>
            <a:r>
              <a:rPr lang="fr-CH" sz="1600" dirty="0" smtClean="0"/>
              <a:t>→ </a:t>
            </a:r>
            <a:r>
              <a:rPr lang="fr-CH" sz="1600" dirty="0"/>
              <a:t>Prise d'effet </a:t>
            </a:r>
            <a:r>
              <a:rPr lang="fr-CH" sz="1600" dirty="0" smtClean="0"/>
              <a:t>= Jour </a:t>
            </a:r>
            <a:r>
              <a:rPr lang="fr-CH" sz="1600" dirty="0"/>
              <a:t>suivant la date d’expiration de la période de validité de la </a:t>
            </a:r>
            <a:r>
              <a:rPr lang="fr-CH" sz="1600" dirty="0" smtClean="0"/>
              <a:t>décision antérieure</a:t>
            </a:r>
            <a:endParaRPr lang="fr-CH" sz="1600" dirty="0"/>
          </a:p>
          <a:p>
            <a:pPr lvl="0" algn="just">
              <a:lnSpc>
                <a:spcPct val="100000"/>
              </a:lnSpc>
              <a:buFont typeface="Wingdings" panose="05000000000000000000" pitchFamily="2" charset="2"/>
              <a:buChar char="q"/>
            </a:pPr>
            <a:r>
              <a:rPr lang="fr-CH" sz="2000" dirty="0"/>
              <a:t> </a:t>
            </a:r>
            <a:r>
              <a:rPr lang="fr-CH" sz="2000" dirty="0" smtClean="0"/>
              <a:t>Décision </a:t>
            </a:r>
            <a:r>
              <a:rPr lang="fr-CH" sz="2000" dirty="0"/>
              <a:t>dont les effets sont subordonnés à l’accomplissement de certaines </a:t>
            </a:r>
            <a:r>
              <a:rPr lang="fr-CH" sz="2000" dirty="0" smtClean="0"/>
              <a:t>formalités</a:t>
            </a:r>
          </a:p>
          <a:p>
            <a:pPr marL="0" lvl="0" indent="0" algn="just">
              <a:lnSpc>
                <a:spcPct val="100000"/>
              </a:lnSpc>
              <a:buNone/>
            </a:pPr>
            <a:r>
              <a:rPr lang="fr-CH" sz="1600" dirty="0" smtClean="0"/>
              <a:t>→ Prise </a:t>
            </a:r>
            <a:r>
              <a:rPr lang="fr-CH" sz="1600" dirty="0"/>
              <a:t>d'effet </a:t>
            </a:r>
            <a:r>
              <a:rPr lang="fr-CH" sz="1600" dirty="0" smtClean="0"/>
              <a:t>= Date </a:t>
            </a:r>
            <a:r>
              <a:rPr lang="fr-CH" sz="1600" dirty="0"/>
              <a:t>de réception de la notification émanant de l'autorité douanière </a:t>
            </a:r>
            <a:r>
              <a:rPr lang="fr-CH" sz="1600" dirty="0" smtClean="0"/>
              <a:t>compétente indiquant </a:t>
            </a:r>
            <a:r>
              <a:rPr lang="fr-CH" sz="1600" dirty="0"/>
              <a:t>que les formalités ont été accomplies d’une manière </a:t>
            </a:r>
            <a:r>
              <a:rPr lang="fr-CH" sz="1600" dirty="0" smtClean="0"/>
              <a:t>satisfaisante</a:t>
            </a:r>
            <a:r>
              <a:rPr lang="fr-CH" sz="1600" dirty="0" smtClean="0"/>
              <a:t>.</a:t>
            </a:r>
            <a:endParaRPr lang="fr-CH" sz="1600" dirty="0" smtClean="0"/>
          </a:p>
        </p:txBody>
      </p:sp>
      <p:sp>
        <p:nvSpPr>
          <p:cNvPr id="4" name="Slide Number Placeholder 3"/>
          <p:cNvSpPr>
            <a:spLocks noGrp="1"/>
          </p:cNvSpPr>
          <p:nvPr>
            <p:ph type="sldNum" sz="quarter" idx="12"/>
          </p:nvPr>
        </p:nvSpPr>
        <p:spPr/>
        <p:txBody>
          <a:bodyPr/>
          <a:lstStyle/>
          <a:p>
            <a:fld id="{C58F520E-0D3C-4C73-96DF-B271C0F692B0}" type="slidenum">
              <a:rPr lang="lb-LU" smtClean="0"/>
              <a:t>45</a:t>
            </a:fld>
            <a:endParaRPr lang="lb-LU"/>
          </a:p>
        </p:txBody>
      </p:sp>
    </p:spTree>
    <p:extLst>
      <p:ext uri="{BB962C8B-B14F-4D97-AF65-F5344CB8AC3E}">
        <p14:creationId xmlns:p14="http://schemas.microsoft.com/office/powerpoint/2010/main" val="149936821"/>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25" y="2170639"/>
            <a:ext cx="8111524"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Validité</a:t>
            </a:r>
            <a:endPar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endParaRPr>
          </a:p>
        </p:txBody>
      </p:sp>
      <p:sp>
        <p:nvSpPr>
          <p:cNvPr id="3" name="Text Placeholder 2"/>
          <p:cNvSpPr>
            <a:spLocks noGrp="1"/>
          </p:cNvSpPr>
          <p:nvPr>
            <p:ph type="body" idx="1"/>
          </p:nvPr>
        </p:nvSpPr>
        <p:spPr>
          <a:xfrm>
            <a:off x="407325" y="3238911"/>
            <a:ext cx="8111524" cy="2331464"/>
          </a:xfrm>
        </p:spPr>
        <p:txBody>
          <a:bodyPr>
            <a:normAutofit/>
          </a:bodyPr>
          <a:lstStyle/>
          <a:p>
            <a:pPr algn="just">
              <a:lnSpc>
                <a:spcPct val="100000"/>
              </a:lnSpc>
            </a:pPr>
            <a:r>
              <a:rPr lang="fr-CH" sz="2000" b="1" dirty="0" smtClean="0">
                <a:solidFill>
                  <a:schemeClr val="tx1"/>
                </a:solidFill>
              </a:rPr>
              <a:t>À moins </a:t>
            </a:r>
            <a:r>
              <a:rPr lang="fr-CH" sz="2000" b="1" dirty="0">
                <a:solidFill>
                  <a:schemeClr val="tx1"/>
                </a:solidFill>
              </a:rPr>
              <a:t>que la législation douanière n'en dispose autrement, la validité de la décision n'est pas limitée dans le temps </a:t>
            </a:r>
            <a:r>
              <a:rPr lang="fr-CH" sz="2000" b="1" dirty="0" smtClean="0">
                <a:solidFill>
                  <a:schemeClr val="tx1"/>
                </a:solidFill>
              </a:rPr>
              <a:t>!</a:t>
            </a:r>
          </a:p>
          <a:p>
            <a:pPr algn="just">
              <a:lnSpc>
                <a:spcPct val="100000"/>
              </a:lnSpc>
            </a:pPr>
            <a:endParaRPr lang="fr-CH" sz="2000" b="1" dirty="0">
              <a:solidFill>
                <a:schemeClr val="tx1"/>
              </a:solidFill>
            </a:endParaRPr>
          </a:p>
          <a:p>
            <a:pPr algn="just">
              <a:lnSpc>
                <a:spcPct val="100000"/>
              </a:lnSpc>
            </a:pPr>
            <a:r>
              <a:rPr lang="fr-CH" sz="2000" dirty="0">
                <a:solidFill>
                  <a:schemeClr val="tx1"/>
                </a:solidFill>
              </a:rPr>
              <a:t>Sauf lorsque les effets d'une décision sont limités à un ou plusieurs États membres, les décisions relatives à l'application de la législation douanière sont </a:t>
            </a:r>
            <a:r>
              <a:rPr lang="fr-CH" sz="2000" b="1" dirty="0">
                <a:solidFill>
                  <a:schemeClr val="tx1"/>
                </a:solidFill>
              </a:rPr>
              <a:t>valables sur tout le territoire douanier de l'Union !</a:t>
            </a:r>
            <a:endParaRPr lang="fr-FR" sz="2000" b="1"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46</a:t>
            </a:fld>
            <a:endParaRPr lang="lb-LU"/>
          </a:p>
        </p:txBody>
      </p:sp>
    </p:spTree>
    <p:extLst>
      <p:ext uri="{BB962C8B-B14F-4D97-AF65-F5344CB8AC3E}">
        <p14:creationId xmlns:p14="http://schemas.microsoft.com/office/powerpoint/2010/main" val="3595092692"/>
      </p:ext>
    </p:extLst>
  </p:cSld>
  <p:clrMapOvr>
    <a:masterClrMapping/>
  </p:clrMapOvr>
  <p:transition spd="slow">
    <p:push dir="u"/>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868" y="2435968"/>
            <a:ext cx="9640896"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fontScale="90000"/>
          </a:bodyPr>
          <a:lstStyle/>
          <a:p>
            <a:pPr algn="ctr"/>
            <a:r>
              <a:rPr lang="fr-CH"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Stockage des informations relatives aux décisions</a:t>
            </a:r>
            <a:endPar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endParaRPr>
          </a:p>
        </p:txBody>
      </p:sp>
      <p:sp>
        <p:nvSpPr>
          <p:cNvPr id="3" name="Text Placeholder 2"/>
          <p:cNvSpPr>
            <a:spLocks noGrp="1"/>
          </p:cNvSpPr>
          <p:nvPr>
            <p:ph type="body" idx="1"/>
          </p:nvPr>
        </p:nvSpPr>
        <p:spPr>
          <a:xfrm>
            <a:off x="423950" y="3541224"/>
            <a:ext cx="8262850" cy="1086760"/>
          </a:xfrm>
        </p:spPr>
        <p:txBody>
          <a:bodyPr>
            <a:normAutofit/>
          </a:bodyPr>
          <a:lstStyle/>
          <a:p>
            <a:pPr algn="just">
              <a:lnSpc>
                <a:spcPct val="100000"/>
              </a:lnSpc>
            </a:pPr>
            <a:r>
              <a:rPr lang="fr-CH" sz="2000" dirty="0" smtClean="0">
                <a:solidFill>
                  <a:schemeClr val="tx1"/>
                </a:solidFill>
              </a:rPr>
              <a:t>L’autorité </a:t>
            </a:r>
            <a:r>
              <a:rPr lang="fr-CH" sz="2000" dirty="0">
                <a:solidFill>
                  <a:schemeClr val="tx1"/>
                </a:solidFill>
              </a:rPr>
              <a:t>douanière compétente pour arrêter la décision conserve toutes les données et les informations sur lesquelles elle a fondé ladite décision </a:t>
            </a:r>
            <a:r>
              <a:rPr lang="fr-CH" sz="2000" b="1" dirty="0">
                <a:solidFill>
                  <a:schemeClr val="tx1"/>
                </a:solidFill>
              </a:rPr>
              <a:t>pendant au moins 3 ans </a:t>
            </a:r>
            <a:r>
              <a:rPr lang="fr-CH" sz="2000" dirty="0">
                <a:solidFill>
                  <a:schemeClr val="tx1"/>
                </a:solidFill>
              </a:rPr>
              <a:t>à compter de l’expiration de sa validité.</a:t>
            </a:r>
            <a:endParaRPr lang="fr-FR" sz="20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47</a:t>
            </a:fld>
            <a:endParaRPr lang="lb-LU"/>
          </a:p>
        </p:txBody>
      </p:sp>
    </p:spTree>
    <p:extLst>
      <p:ext uri="{BB962C8B-B14F-4D97-AF65-F5344CB8AC3E}">
        <p14:creationId xmlns:p14="http://schemas.microsoft.com/office/powerpoint/2010/main" val="582922675"/>
      </p:ext>
    </p:extLst>
  </p:cSld>
  <p:clrMapOvr>
    <a:masterClrMapping/>
  </p:clrMapOvr>
  <p:transition spd="slow">
    <p:push dir="u"/>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24" y="2441228"/>
            <a:ext cx="7822275"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fontScale="90000"/>
          </a:bodyPr>
          <a:lstStyle/>
          <a:p>
            <a:pPr algn="ctr"/>
            <a:r>
              <a:rPr lang="fr-CH"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Obligations </a:t>
            </a:r>
            <a:r>
              <a:rPr lang="fr-CH"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du titulaire de la décision</a:t>
            </a:r>
            <a:endPar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endParaRPr>
          </a:p>
        </p:txBody>
      </p:sp>
      <p:sp>
        <p:nvSpPr>
          <p:cNvPr id="3" name="Text Placeholder 2"/>
          <p:cNvSpPr>
            <a:spLocks noGrp="1"/>
          </p:cNvSpPr>
          <p:nvPr>
            <p:ph type="body" idx="1"/>
          </p:nvPr>
        </p:nvSpPr>
        <p:spPr>
          <a:xfrm>
            <a:off x="407324" y="3512213"/>
            <a:ext cx="7822275" cy="1666276"/>
          </a:xfrm>
        </p:spPr>
        <p:txBody>
          <a:bodyPr>
            <a:normAutofit/>
          </a:bodyPr>
          <a:lstStyle/>
          <a:p>
            <a:pPr algn="just">
              <a:lnSpc>
                <a:spcPct val="100000"/>
              </a:lnSpc>
            </a:pPr>
            <a:r>
              <a:rPr lang="fr-CH" sz="2000" dirty="0" smtClean="0">
                <a:solidFill>
                  <a:schemeClr val="tx1"/>
                </a:solidFill>
              </a:rPr>
              <a:t>Le </a:t>
            </a:r>
            <a:r>
              <a:rPr lang="fr-CH" sz="2000" dirty="0">
                <a:solidFill>
                  <a:schemeClr val="tx1"/>
                </a:solidFill>
              </a:rPr>
              <a:t>titulaire de la décision est tenu de :</a:t>
            </a:r>
            <a:r>
              <a:rPr lang="fr-CH" sz="2000" dirty="0" smtClean="0">
                <a:solidFill>
                  <a:schemeClr val="tx1"/>
                </a:solidFill>
              </a:rPr>
              <a:t>‎</a:t>
            </a:r>
          </a:p>
          <a:p>
            <a:pPr marL="342900" indent="-342900" algn="just">
              <a:lnSpc>
                <a:spcPct val="100000"/>
              </a:lnSpc>
              <a:buFont typeface="Wingdings" panose="05000000000000000000" pitchFamily="2" charset="2"/>
              <a:buChar char="q"/>
            </a:pPr>
            <a:r>
              <a:rPr lang="fr-CH" sz="2000" dirty="0" smtClean="0">
                <a:solidFill>
                  <a:schemeClr val="tx1"/>
                </a:solidFill>
              </a:rPr>
              <a:t>satisfaire </a:t>
            </a:r>
            <a:r>
              <a:rPr lang="fr-CH" sz="2000" dirty="0">
                <a:solidFill>
                  <a:schemeClr val="tx1"/>
                </a:solidFill>
              </a:rPr>
              <a:t>aux obligations qui en </a:t>
            </a:r>
            <a:r>
              <a:rPr lang="fr-CH" sz="2000" dirty="0" smtClean="0">
                <a:solidFill>
                  <a:schemeClr val="tx1"/>
                </a:solidFill>
              </a:rPr>
              <a:t>découlent</a:t>
            </a:r>
          </a:p>
          <a:p>
            <a:pPr marL="342900" indent="-342900" algn="just">
              <a:lnSpc>
                <a:spcPct val="100000"/>
              </a:lnSpc>
              <a:buFont typeface="Wingdings" panose="05000000000000000000" pitchFamily="2" charset="2"/>
              <a:buChar char="q"/>
            </a:pPr>
            <a:r>
              <a:rPr lang="fr-CH" sz="2000" dirty="0" smtClean="0">
                <a:solidFill>
                  <a:schemeClr val="tx1"/>
                </a:solidFill>
              </a:rPr>
              <a:t>d’informer</a:t>
            </a:r>
            <a:r>
              <a:rPr lang="fr-CH" sz="2000" dirty="0">
                <a:solidFill>
                  <a:schemeClr val="tx1"/>
                </a:solidFill>
              </a:rPr>
              <a:t>, sans tarder, les autorités douanières de tout </a:t>
            </a:r>
            <a:r>
              <a:rPr lang="fr-CH" sz="2000" dirty="0" smtClean="0">
                <a:solidFill>
                  <a:schemeClr val="tx1"/>
                </a:solidFill>
              </a:rPr>
              <a:t>changement, susceptible </a:t>
            </a:r>
            <a:r>
              <a:rPr lang="fr-CH" sz="2000" dirty="0">
                <a:solidFill>
                  <a:schemeClr val="tx1"/>
                </a:solidFill>
              </a:rPr>
              <a:t>d'avoir une incidence sur son maintien ou son contenu‎</a:t>
            </a:r>
          </a:p>
          <a:p>
            <a:pPr algn="just"/>
            <a:endParaRPr lang="fr-FR" sz="2000" b="1"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48</a:t>
            </a:fld>
            <a:endParaRPr lang="lb-LU"/>
          </a:p>
        </p:txBody>
      </p:sp>
    </p:spTree>
    <p:extLst>
      <p:ext uri="{BB962C8B-B14F-4D97-AF65-F5344CB8AC3E}">
        <p14:creationId xmlns:p14="http://schemas.microsoft.com/office/powerpoint/2010/main" val="2677406775"/>
      </p:ext>
    </p:extLst>
  </p:cSld>
  <p:clrMapOvr>
    <a:masterClrMapping/>
  </p:clrMapOvr>
  <p:transition spd="slow">
    <p:push dir="u"/>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25" y="2086665"/>
            <a:ext cx="8242152"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Réexamen </a:t>
            </a:r>
            <a:r>
              <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d’une décision</a:t>
            </a:r>
          </a:p>
        </p:txBody>
      </p:sp>
      <p:sp>
        <p:nvSpPr>
          <p:cNvPr id="3" name="Text Placeholder 2"/>
          <p:cNvSpPr>
            <a:spLocks noGrp="1"/>
          </p:cNvSpPr>
          <p:nvPr>
            <p:ph type="body" idx="1"/>
          </p:nvPr>
        </p:nvSpPr>
        <p:spPr>
          <a:xfrm>
            <a:off x="407324" y="3157651"/>
            <a:ext cx="8242153" cy="2011510"/>
          </a:xfrm>
        </p:spPr>
        <p:txBody>
          <a:bodyPr>
            <a:normAutofit/>
          </a:bodyPr>
          <a:lstStyle/>
          <a:p>
            <a:pPr algn="just">
              <a:lnSpc>
                <a:spcPct val="100000"/>
              </a:lnSpc>
            </a:pPr>
            <a:r>
              <a:rPr lang="fr-CH" sz="2000" dirty="0" smtClean="0">
                <a:solidFill>
                  <a:schemeClr val="tx1"/>
                </a:solidFill>
              </a:rPr>
              <a:t>Les </a:t>
            </a:r>
            <a:r>
              <a:rPr lang="fr-CH" sz="2000" dirty="0">
                <a:solidFill>
                  <a:schemeClr val="tx1"/>
                </a:solidFill>
              </a:rPr>
              <a:t>autorités douanières vérifient </a:t>
            </a:r>
            <a:r>
              <a:rPr lang="fr-CH" sz="2000" b="1" dirty="0" smtClean="0">
                <a:solidFill>
                  <a:schemeClr val="tx1"/>
                </a:solidFill>
              </a:rPr>
              <a:t>périodiquement:</a:t>
            </a:r>
          </a:p>
          <a:p>
            <a:pPr marL="457200" indent="-457200" algn="just">
              <a:lnSpc>
                <a:spcPct val="100000"/>
              </a:lnSpc>
              <a:buFont typeface="Wingdings" panose="05000000000000000000" pitchFamily="2" charset="2"/>
              <a:buChar char="Ø"/>
            </a:pPr>
            <a:r>
              <a:rPr lang="fr-CH" sz="2000" dirty="0" smtClean="0">
                <a:solidFill>
                  <a:schemeClr val="tx1"/>
                </a:solidFill>
              </a:rPr>
              <a:t>si </a:t>
            </a:r>
            <a:r>
              <a:rPr lang="fr-CH" sz="2000" dirty="0">
                <a:solidFill>
                  <a:schemeClr val="tx1"/>
                </a:solidFill>
              </a:rPr>
              <a:t>les conditions et critères sur base desquels une décision a été prise sont toujours respectés par le </a:t>
            </a:r>
            <a:r>
              <a:rPr lang="fr-CH" sz="2000" dirty="0" smtClean="0">
                <a:solidFill>
                  <a:schemeClr val="tx1"/>
                </a:solidFill>
              </a:rPr>
              <a:t>titulaire</a:t>
            </a:r>
          </a:p>
          <a:p>
            <a:pPr marL="457200" indent="-457200" algn="just">
              <a:lnSpc>
                <a:spcPct val="100000"/>
              </a:lnSpc>
              <a:buFont typeface="Wingdings" panose="05000000000000000000" pitchFamily="2" charset="2"/>
              <a:buChar char="Ø"/>
            </a:pPr>
            <a:r>
              <a:rPr lang="fr-CH" sz="2000" dirty="0" smtClean="0">
                <a:solidFill>
                  <a:schemeClr val="tx1"/>
                </a:solidFill>
              </a:rPr>
              <a:t>si </a:t>
            </a:r>
            <a:r>
              <a:rPr lang="fr-CH" sz="2000" dirty="0">
                <a:solidFill>
                  <a:schemeClr val="tx1"/>
                </a:solidFill>
              </a:rPr>
              <a:t>le titulaire de la décision satisfait aux obligations découlant de la </a:t>
            </a:r>
            <a:r>
              <a:rPr lang="fr-CH" sz="2000" dirty="0" smtClean="0">
                <a:solidFill>
                  <a:schemeClr val="tx1"/>
                </a:solidFill>
              </a:rPr>
              <a:t>décision</a:t>
            </a:r>
            <a:endParaRPr lang="fr-FR" sz="20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49</a:t>
            </a:fld>
            <a:endParaRPr lang="lb-LU"/>
          </a:p>
        </p:txBody>
      </p:sp>
    </p:spTree>
    <p:extLst>
      <p:ext uri="{BB962C8B-B14F-4D97-AF65-F5344CB8AC3E}">
        <p14:creationId xmlns:p14="http://schemas.microsoft.com/office/powerpoint/2010/main" val="1650811401"/>
      </p:ext>
    </p:extLst>
  </p:cSld>
  <p:clrMapOvr>
    <a:masterClrMapping/>
  </p:clrMapOvr>
  <p:transition spd="slow">
    <p:push dir="u"/>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8F520E-0D3C-4C73-96DF-B271C0F692B0}" type="slidenum">
              <a:rPr lang="lb-LU" smtClean="0"/>
              <a:t>50</a:t>
            </a:fld>
            <a:endParaRPr lang="lb-LU"/>
          </a:p>
        </p:txBody>
      </p:sp>
      <p:pic>
        <p:nvPicPr>
          <p:cNvPr id="3" name="Picture 2">
            <a:extLst>
              <a:ext uri="{FF2B5EF4-FFF2-40B4-BE49-F238E27FC236}">
                <a16:creationId xmlns:a16="http://schemas.microsoft.com/office/drawing/2014/main" id="{98419D71-4D00-4F1C-AB28-F3FA5D2C593D}"/>
              </a:ext>
            </a:extLst>
          </p:cNvPr>
          <p:cNvPicPr/>
          <p:nvPr/>
        </p:nvPicPr>
        <p:blipFill>
          <a:blip r:embed="rId2"/>
          <a:stretch>
            <a:fillRect/>
          </a:stretch>
        </p:blipFill>
        <p:spPr>
          <a:xfrm>
            <a:off x="448887" y="2078182"/>
            <a:ext cx="8146473" cy="3283528"/>
          </a:xfrm>
          <a:prstGeom prst="rect">
            <a:avLst/>
          </a:prstGeom>
        </p:spPr>
      </p:pic>
    </p:spTree>
    <p:extLst>
      <p:ext uri="{BB962C8B-B14F-4D97-AF65-F5344CB8AC3E}">
        <p14:creationId xmlns:p14="http://schemas.microsoft.com/office/powerpoint/2010/main" val="181460825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889" y="1580759"/>
            <a:ext cx="7697586" cy="577157"/>
          </a:xfrm>
        </p:spPr>
        <p:txBody>
          <a:bodyPr>
            <a:normAutofit/>
          </a:bodyPr>
          <a:lstStyle/>
          <a:p>
            <a:r>
              <a:rPr lang="en-US" dirty="0" err="1" smtClean="0"/>
              <a:t>Réexamen</a:t>
            </a:r>
            <a:r>
              <a:rPr lang="en-US" dirty="0" smtClean="0"/>
              <a:t>: </a:t>
            </a:r>
            <a:r>
              <a:rPr lang="en-US" dirty="0" err="1" smtClean="0"/>
              <a:t>Cas</a:t>
            </a:r>
            <a:r>
              <a:rPr lang="en-US" dirty="0" smtClean="0"/>
              <a:t> </a:t>
            </a:r>
            <a:r>
              <a:rPr lang="en-US" dirty="0"/>
              <a:t>de </a:t>
            </a:r>
            <a:r>
              <a:rPr lang="en-US" dirty="0" smtClean="0"/>
              <a:t>figure</a:t>
            </a:r>
            <a:endParaRPr lang="en-US" dirty="0"/>
          </a:p>
        </p:txBody>
      </p:sp>
      <p:sp>
        <p:nvSpPr>
          <p:cNvPr id="3" name="Content Placeholder 2"/>
          <p:cNvSpPr>
            <a:spLocks noGrp="1"/>
          </p:cNvSpPr>
          <p:nvPr>
            <p:ph idx="1"/>
          </p:nvPr>
        </p:nvSpPr>
        <p:spPr>
          <a:xfrm>
            <a:off x="448889" y="2227810"/>
            <a:ext cx="7697586" cy="4312949"/>
          </a:xfrm>
        </p:spPr>
        <p:txBody>
          <a:bodyPr>
            <a:noAutofit/>
          </a:bodyPr>
          <a:lstStyle/>
          <a:p>
            <a:pPr marL="0" lvl="0" indent="0" algn="just">
              <a:lnSpc>
                <a:spcPct val="100000"/>
              </a:lnSpc>
              <a:buNone/>
            </a:pPr>
            <a:r>
              <a:rPr lang="fr-CH" sz="2000" dirty="0" smtClean="0"/>
              <a:t>L’autorité </a:t>
            </a:r>
            <a:r>
              <a:rPr lang="fr-CH" sz="2000" dirty="0"/>
              <a:t>douanière compétente pour arrêter la décision réexamine une décision dans les cas suivants:</a:t>
            </a:r>
            <a:r>
              <a:rPr lang="fr-CH" sz="2000" dirty="0" smtClean="0"/>
              <a:t>‎</a:t>
            </a:r>
          </a:p>
          <a:p>
            <a:pPr marL="0" lvl="0" indent="0" algn="just">
              <a:lnSpc>
                <a:spcPct val="100000"/>
              </a:lnSpc>
              <a:buNone/>
            </a:pPr>
            <a:endParaRPr lang="fr-CH" sz="2000" dirty="0" smtClean="0"/>
          </a:p>
          <a:p>
            <a:pPr lvl="0" algn="just">
              <a:lnSpc>
                <a:spcPct val="100000"/>
              </a:lnSpc>
              <a:buFont typeface="Wingdings" panose="05000000000000000000" pitchFamily="2" charset="2"/>
              <a:buChar char="q"/>
            </a:pPr>
            <a:r>
              <a:rPr lang="fr-CH" sz="2000" dirty="0" smtClean="0"/>
              <a:t> Lorsque </a:t>
            </a:r>
            <a:r>
              <a:rPr lang="fr-CH" sz="2000" dirty="0"/>
              <a:t>des modifications ayant une incidence sur la décision ont été apportées à la législation de l’Union applicable </a:t>
            </a:r>
            <a:r>
              <a:rPr lang="fr-CH" sz="2000" dirty="0" smtClean="0"/>
              <a:t>‎</a:t>
            </a:r>
          </a:p>
          <a:p>
            <a:pPr lvl="0" algn="just">
              <a:lnSpc>
                <a:spcPct val="100000"/>
              </a:lnSpc>
              <a:buFont typeface="Wingdings" panose="05000000000000000000" pitchFamily="2" charset="2"/>
              <a:buChar char="q"/>
            </a:pPr>
            <a:r>
              <a:rPr lang="fr-CH" sz="2000" dirty="0" smtClean="0"/>
              <a:t> Lorsque </a:t>
            </a:r>
            <a:r>
              <a:rPr lang="fr-CH" sz="2000" dirty="0"/>
              <a:t>cela s’avère nécessaire à la suite du suivi effectué </a:t>
            </a:r>
          </a:p>
          <a:p>
            <a:pPr lvl="0" algn="just">
              <a:lnSpc>
                <a:spcPct val="100000"/>
              </a:lnSpc>
              <a:buFont typeface="Wingdings" panose="05000000000000000000" pitchFamily="2" charset="2"/>
              <a:buChar char="q"/>
            </a:pPr>
            <a:r>
              <a:rPr lang="fr-CH" sz="2000" dirty="0" smtClean="0"/>
              <a:t> Lorsque </a:t>
            </a:r>
            <a:r>
              <a:rPr lang="fr-CH" sz="2000" dirty="0"/>
              <a:t>cela se révèle nécessaire en raison des informations communiquées par le titulaire ou d'autres </a:t>
            </a:r>
            <a:r>
              <a:rPr lang="fr-CH" sz="2000" dirty="0" smtClean="0"/>
              <a:t>autorités</a:t>
            </a:r>
          </a:p>
          <a:p>
            <a:pPr marL="0" lvl="0" indent="0" algn="just">
              <a:lnSpc>
                <a:spcPct val="100000"/>
              </a:lnSpc>
              <a:buNone/>
            </a:pPr>
            <a:r>
              <a:rPr lang="fr-CH" sz="2000" dirty="0" smtClean="0"/>
              <a:t> </a:t>
            </a:r>
            <a:r>
              <a:rPr lang="fr-CH" sz="2000" dirty="0"/>
              <a:t>‎‎</a:t>
            </a:r>
          </a:p>
          <a:p>
            <a:pPr marL="0" lvl="0" indent="0" algn="just">
              <a:lnSpc>
                <a:spcPct val="100000"/>
              </a:lnSpc>
              <a:buNone/>
            </a:pPr>
            <a:r>
              <a:rPr lang="fr-CH" sz="2000" dirty="0"/>
              <a:t>‎→ L’autorité douanière compétente pour arrêter la décision transmet les résultats du réexamen au titulaire de la décision.‎</a:t>
            </a:r>
          </a:p>
          <a:p>
            <a:pPr marL="0" lvl="0" indent="0" algn="just">
              <a:buNone/>
            </a:pPr>
            <a:endParaRPr lang="fr-CH" sz="1400" dirty="0"/>
          </a:p>
        </p:txBody>
      </p:sp>
      <p:sp>
        <p:nvSpPr>
          <p:cNvPr id="4" name="Slide Number Placeholder 3"/>
          <p:cNvSpPr>
            <a:spLocks noGrp="1"/>
          </p:cNvSpPr>
          <p:nvPr>
            <p:ph type="sldNum" sz="quarter" idx="12"/>
          </p:nvPr>
        </p:nvSpPr>
        <p:spPr/>
        <p:txBody>
          <a:bodyPr/>
          <a:lstStyle/>
          <a:p>
            <a:fld id="{C58F520E-0D3C-4C73-96DF-B271C0F692B0}" type="slidenum">
              <a:rPr lang="lb-LU" smtClean="0"/>
              <a:t>51</a:t>
            </a:fld>
            <a:endParaRPr lang="lb-LU"/>
          </a:p>
        </p:txBody>
      </p:sp>
    </p:spTree>
    <p:extLst>
      <p:ext uri="{BB962C8B-B14F-4D97-AF65-F5344CB8AC3E}">
        <p14:creationId xmlns:p14="http://schemas.microsoft.com/office/powerpoint/2010/main" val="48712996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24" y="2068003"/>
            <a:ext cx="7859597"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Suspension </a:t>
            </a:r>
            <a:r>
              <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d’une décision</a:t>
            </a:r>
          </a:p>
        </p:txBody>
      </p:sp>
      <p:sp>
        <p:nvSpPr>
          <p:cNvPr id="3" name="Text Placeholder 2"/>
          <p:cNvSpPr>
            <a:spLocks noGrp="1"/>
          </p:cNvSpPr>
          <p:nvPr>
            <p:ph type="body" idx="1"/>
          </p:nvPr>
        </p:nvSpPr>
        <p:spPr>
          <a:xfrm>
            <a:off x="407324" y="3092337"/>
            <a:ext cx="7859597" cy="2795280"/>
          </a:xfrm>
        </p:spPr>
        <p:txBody>
          <a:bodyPr>
            <a:normAutofit/>
          </a:bodyPr>
          <a:lstStyle/>
          <a:p>
            <a:pPr algn="just">
              <a:lnSpc>
                <a:spcPct val="100000"/>
              </a:lnSpc>
            </a:pPr>
            <a:r>
              <a:rPr lang="fr-CH" sz="2000" dirty="0" smtClean="0">
                <a:solidFill>
                  <a:schemeClr val="tx1"/>
                </a:solidFill>
              </a:rPr>
              <a:t>Dan certains cas, l’autorité </a:t>
            </a:r>
            <a:r>
              <a:rPr lang="fr-CH" sz="2000" dirty="0">
                <a:solidFill>
                  <a:schemeClr val="tx1"/>
                </a:solidFill>
              </a:rPr>
              <a:t>douanière compétente pour arrêter la décision suspend la décision au lieu de l’annuler, de la révoquer ou de la </a:t>
            </a:r>
            <a:r>
              <a:rPr lang="fr-CH" sz="2000" dirty="0" smtClean="0">
                <a:solidFill>
                  <a:schemeClr val="tx1"/>
                </a:solidFill>
              </a:rPr>
              <a:t>modifier.</a:t>
            </a:r>
          </a:p>
          <a:p>
            <a:pPr algn="just">
              <a:lnSpc>
                <a:spcPct val="100000"/>
              </a:lnSpc>
            </a:pPr>
            <a:endParaRPr lang="fr-CH" sz="2000" dirty="0" smtClean="0">
              <a:solidFill>
                <a:schemeClr val="tx1"/>
              </a:solidFill>
            </a:endParaRPr>
          </a:p>
          <a:p>
            <a:pPr algn="just">
              <a:lnSpc>
                <a:spcPct val="100000"/>
              </a:lnSpc>
            </a:pPr>
            <a:endParaRPr lang="fr-CH" sz="2000" dirty="0">
              <a:solidFill>
                <a:schemeClr val="tx1"/>
              </a:solidFill>
            </a:endParaRPr>
          </a:p>
          <a:p>
            <a:pPr algn="just">
              <a:lnSpc>
                <a:spcPct val="100000"/>
              </a:lnSpc>
            </a:pPr>
            <a:r>
              <a:rPr lang="fr-CH" sz="1600" b="1" u="sng" dirty="0" smtClean="0">
                <a:solidFill>
                  <a:schemeClr val="tx1"/>
                </a:solidFill>
              </a:rPr>
              <a:t>NB</a:t>
            </a:r>
            <a:r>
              <a:rPr lang="fr-CH" sz="1600" dirty="0" smtClean="0">
                <a:solidFill>
                  <a:schemeClr val="tx1"/>
                </a:solidFill>
              </a:rPr>
              <a:t> </a:t>
            </a:r>
            <a:r>
              <a:rPr lang="fr-CH" sz="1600" dirty="0">
                <a:solidFill>
                  <a:schemeClr val="tx1"/>
                </a:solidFill>
              </a:rPr>
              <a:t>: Lorsque, à la suite de la suspension, l’autorité douanière compétente entend annuler, révoquer ou modifier ladite décision, la période de suspension est ‎prolongée, le cas échéant, jusqu’à ce que la décision relative à l’annulation, à la révocation ou à la modification prenne effet. ‎</a:t>
            </a:r>
            <a:endParaRPr lang="fr-FR" sz="16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52</a:t>
            </a:fld>
            <a:endParaRPr lang="lb-LU"/>
          </a:p>
        </p:txBody>
      </p:sp>
    </p:spTree>
    <p:extLst>
      <p:ext uri="{BB962C8B-B14F-4D97-AF65-F5344CB8AC3E}">
        <p14:creationId xmlns:p14="http://schemas.microsoft.com/office/powerpoint/2010/main" val="208900660"/>
      </p:ext>
    </p:extLst>
  </p:cSld>
  <p:clrMapOvr>
    <a:masterClrMapping/>
  </p:clrMapOvr>
  <p:transition spd="slow">
    <p:push di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8F520E-0D3C-4C73-96DF-B271C0F692B0}" type="slidenum">
              <a:rPr lang="lb-LU" smtClean="0"/>
              <a:t>53</a:t>
            </a:fld>
            <a:endParaRPr lang="lb-LU"/>
          </a:p>
        </p:txBody>
      </p:sp>
      <p:pic>
        <p:nvPicPr>
          <p:cNvPr id="3" name="Picture 2">
            <a:extLst>
              <a:ext uri="{FF2B5EF4-FFF2-40B4-BE49-F238E27FC236}">
                <a16:creationId xmlns:a16="http://schemas.microsoft.com/office/drawing/2014/main" id="{BFCBFD10-7EFB-45AB-B35D-C1295060124F}"/>
              </a:ext>
            </a:extLst>
          </p:cNvPr>
          <p:cNvPicPr/>
          <p:nvPr/>
        </p:nvPicPr>
        <p:blipFill>
          <a:blip r:embed="rId2"/>
          <a:stretch>
            <a:fillRect/>
          </a:stretch>
        </p:blipFill>
        <p:spPr>
          <a:xfrm>
            <a:off x="374073" y="2086496"/>
            <a:ext cx="8271164" cy="3915293"/>
          </a:xfrm>
          <a:prstGeom prst="rect">
            <a:avLst/>
          </a:prstGeom>
        </p:spPr>
      </p:pic>
    </p:spTree>
    <p:extLst>
      <p:ext uri="{BB962C8B-B14F-4D97-AF65-F5344CB8AC3E}">
        <p14:creationId xmlns:p14="http://schemas.microsoft.com/office/powerpoint/2010/main" val="122031139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564" y="1646074"/>
            <a:ext cx="8182946" cy="577157"/>
          </a:xfrm>
        </p:spPr>
        <p:txBody>
          <a:bodyPr>
            <a:normAutofit/>
          </a:bodyPr>
          <a:lstStyle/>
          <a:p>
            <a:r>
              <a:rPr lang="en-US" dirty="0" err="1"/>
              <a:t>Cas</a:t>
            </a:r>
            <a:r>
              <a:rPr lang="en-US" dirty="0"/>
              <a:t> de </a:t>
            </a:r>
            <a:r>
              <a:rPr lang="en-US" dirty="0" smtClean="0"/>
              <a:t>figure 1</a:t>
            </a:r>
            <a:endParaRPr lang="en-US" dirty="0"/>
          </a:p>
        </p:txBody>
      </p:sp>
      <p:sp>
        <p:nvSpPr>
          <p:cNvPr id="3" name="Content Placeholder 2"/>
          <p:cNvSpPr>
            <a:spLocks noGrp="1"/>
          </p:cNvSpPr>
          <p:nvPr>
            <p:ph idx="1"/>
          </p:nvPr>
        </p:nvSpPr>
        <p:spPr>
          <a:xfrm>
            <a:off x="354564" y="2377101"/>
            <a:ext cx="8182946" cy="3650476"/>
          </a:xfrm>
        </p:spPr>
        <p:txBody>
          <a:bodyPr>
            <a:noAutofit/>
          </a:bodyPr>
          <a:lstStyle/>
          <a:p>
            <a:pPr marL="0" lvl="0" indent="0" algn="just">
              <a:lnSpc>
                <a:spcPct val="100000"/>
              </a:lnSpc>
              <a:buNone/>
            </a:pPr>
            <a:r>
              <a:rPr lang="fr-CH" sz="2000" dirty="0" smtClean="0"/>
              <a:t>L’autorité </a:t>
            </a:r>
            <a:r>
              <a:rPr lang="fr-CH" sz="2000" dirty="0"/>
              <a:t>douanière compétente pour arrêter la décision suspend la décision au lieu de l’annuler, de la révoquer ou de la modifier lorsque :</a:t>
            </a:r>
            <a:r>
              <a:rPr lang="fr-CH" sz="2000" dirty="0" smtClean="0"/>
              <a:t>‎</a:t>
            </a:r>
          </a:p>
          <a:p>
            <a:pPr lvl="0" algn="just">
              <a:lnSpc>
                <a:spcPct val="100000"/>
              </a:lnSpc>
              <a:buFont typeface="Wingdings" panose="05000000000000000000" pitchFamily="2" charset="2"/>
              <a:buChar char="q"/>
            </a:pPr>
            <a:r>
              <a:rPr lang="fr-CH" sz="2000" dirty="0"/>
              <a:t> </a:t>
            </a:r>
            <a:r>
              <a:rPr lang="fr-CH" sz="2000" dirty="0" smtClean="0"/>
              <a:t>‎‎</a:t>
            </a:r>
            <a:r>
              <a:rPr lang="fr-CH" sz="2000" dirty="0" smtClean="0"/>
              <a:t>celle-ci</a:t>
            </a:r>
            <a:r>
              <a:rPr lang="fr-CH" sz="2000" dirty="0" smtClean="0"/>
              <a:t> </a:t>
            </a:r>
            <a:r>
              <a:rPr lang="fr-CH" sz="2000" b="1" dirty="0"/>
              <a:t>ne dispose pas encore de tous les éléments nécessaires pour se prononcer sur l’annulation, la révocation ou la </a:t>
            </a:r>
            <a:r>
              <a:rPr lang="fr-CH" sz="2000" b="1" dirty="0" smtClean="0"/>
              <a:t>modification</a:t>
            </a:r>
          </a:p>
          <a:p>
            <a:pPr marL="0" lvl="0" indent="0" algn="just">
              <a:lnSpc>
                <a:spcPct val="100000"/>
              </a:lnSpc>
              <a:buNone/>
            </a:pPr>
            <a:r>
              <a:rPr lang="fr-CH" sz="1600" b="1" dirty="0"/>
              <a:t> </a:t>
            </a:r>
            <a:r>
              <a:rPr lang="fr-CH" sz="1600" b="1" dirty="0" smtClean="0"/>
              <a:t>    </a:t>
            </a:r>
            <a:r>
              <a:rPr lang="fr-CH" sz="1600" dirty="0" smtClean="0"/>
              <a:t>→ </a:t>
            </a:r>
            <a:r>
              <a:rPr lang="fr-CH" sz="1600" b="1" dirty="0">
                <a:ln w="6600">
                  <a:solidFill>
                    <a:schemeClr val="tx1"/>
                  </a:solidFill>
                  <a:prstDash val="solid"/>
                </a:ln>
                <a:solidFill>
                  <a:srgbClr val="FFC000"/>
                </a:solidFill>
                <a:effectLst>
                  <a:outerShdw dist="38100" dir="2700000" algn="tl" rotWithShape="0">
                    <a:schemeClr val="accent2"/>
                  </a:outerShdw>
                </a:effectLst>
              </a:rPr>
              <a:t>initiée par l'autorité douanière de </a:t>
            </a:r>
            <a:r>
              <a:rPr lang="fr-CH" sz="1600" b="1" dirty="0" smtClean="0">
                <a:ln w="6600">
                  <a:solidFill>
                    <a:schemeClr val="tx1"/>
                  </a:solidFill>
                  <a:prstDash val="solid"/>
                </a:ln>
                <a:solidFill>
                  <a:srgbClr val="FFC000"/>
                </a:solidFill>
                <a:effectLst>
                  <a:outerShdw dist="38100" dir="2700000" algn="tl" rotWithShape="0">
                    <a:schemeClr val="accent2"/>
                  </a:outerShdw>
                </a:effectLst>
              </a:rPr>
              <a:t>décision</a:t>
            </a:r>
          </a:p>
          <a:p>
            <a:pPr marL="0" lvl="0" indent="0" algn="just">
              <a:lnSpc>
                <a:spcPct val="100000"/>
              </a:lnSpc>
              <a:buNone/>
            </a:pPr>
            <a:endParaRPr lang="fr-CH" sz="1600" dirty="0" smtClean="0"/>
          </a:p>
          <a:p>
            <a:pPr marL="0" lvl="0" indent="0" algn="just">
              <a:lnSpc>
                <a:spcPct val="100000"/>
              </a:lnSpc>
              <a:buNone/>
            </a:pPr>
            <a:r>
              <a:rPr lang="fr-CH" sz="2000" b="1" dirty="0" smtClean="0"/>
              <a:t>Période </a:t>
            </a:r>
            <a:r>
              <a:rPr lang="fr-CH" sz="2000" b="1" dirty="0"/>
              <a:t>de suspension = </a:t>
            </a:r>
            <a:r>
              <a:rPr lang="fr-CH" sz="2000" b="1" dirty="0" smtClean="0"/>
              <a:t>Période </a:t>
            </a:r>
            <a:r>
              <a:rPr lang="fr-CH" sz="2000" b="1" dirty="0"/>
              <a:t>nécessaire pour déterminer si les conditions </a:t>
            </a:r>
            <a:r>
              <a:rPr lang="fr-CH" sz="2000" dirty="0"/>
              <a:t>en vue d’une annulation, d’une révocation ou d’une ‎modification </a:t>
            </a:r>
            <a:r>
              <a:rPr lang="fr-CH" sz="2000" b="1" dirty="0"/>
              <a:t>sont remplies </a:t>
            </a:r>
            <a:r>
              <a:rPr lang="fr-CH" sz="2000" dirty="0"/>
              <a:t>(</a:t>
            </a:r>
            <a:r>
              <a:rPr lang="fr-CH" sz="2000" b="1" dirty="0"/>
              <a:t>≤ 30 jours</a:t>
            </a:r>
            <a:r>
              <a:rPr lang="fr-CH" sz="2000" dirty="0"/>
              <a:t>‎</a:t>
            </a:r>
            <a:r>
              <a:rPr lang="fr-CH" sz="2000" dirty="0" smtClean="0"/>
              <a:t>).</a:t>
            </a:r>
            <a:endParaRPr lang="fr-CH" sz="2000" dirty="0"/>
          </a:p>
          <a:p>
            <a:pPr lvl="0" algn="just">
              <a:buFont typeface="Wingdings" panose="05000000000000000000" pitchFamily="2" charset="2"/>
              <a:buChar char="q"/>
            </a:pPr>
            <a:endParaRPr lang="fr-CH"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54</a:t>
            </a:fld>
            <a:endParaRPr lang="lb-LU"/>
          </a:p>
        </p:txBody>
      </p:sp>
    </p:spTree>
    <p:extLst>
      <p:ext uri="{BB962C8B-B14F-4D97-AF65-F5344CB8AC3E}">
        <p14:creationId xmlns:p14="http://schemas.microsoft.com/office/powerpoint/2010/main" val="193127734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888" y="1291510"/>
            <a:ext cx="8209920" cy="577157"/>
          </a:xfrm>
        </p:spPr>
        <p:txBody>
          <a:bodyPr>
            <a:normAutofit/>
          </a:bodyPr>
          <a:lstStyle/>
          <a:p>
            <a:r>
              <a:rPr lang="en-US" dirty="0" err="1"/>
              <a:t>Cas</a:t>
            </a:r>
            <a:r>
              <a:rPr lang="en-US" dirty="0"/>
              <a:t> de </a:t>
            </a:r>
            <a:r>
              <a:rPr lang="en-US" dirty="0" smtClean="0"/>
              <a:t>figure 2</a:t>
            </a:r>
            <a:endParaRPr lang="en-US" dirty="0"/>
          </a:p>
        </p:txBody>
      </p:sp>
      <p:sp>
        <p:nvSpPr>
          <p:cNvPr id="3" name="Content Placeholder 2"/>
          <p:cNvSpPr>
            <a:spLocks noGrp="1"/>
          </p:cNvSpPr>
          <p:nvPr>
            <p:ph idx="1"/>
          </p:nvPr>
        </p:nvSpPr>
        <p:spPr>
          <a:xfrm>
            <a:off x="448888" y="1971305"/>
            <a:ext cx="8209920" cy="4578786"/>
          </a:xfrm>
        </p:spPr>
        <p:txBody>
          <a:bodyPr>
            <a:noAutofit/>
          </a:bodyPr>
          <a:lstStyle/>
          <a:p>
            <a:pPr marL="0" lvl="0" indent="0" algn="just">
              <a:lnSpc>
                <a:spcPct val="100000"/>
              </a:lnSpc>
              <a:buNone/>
            </a:pPr>
            <a:r>
              <a:rPr lang="fr-CH" sz="2000" dirty="0" smtClean="0"/>
              <a:t>L’autorité </a:t>
            </a:r>
            <a:r>
              <a:rPr lang="fr-CH" sz="2000" dirty="0"/>
              <a:t>douanière compétente pour arrêter la décision suspend la décision au lieu de l’annuler, de la révoquer ou de la modifier lorsque :</a:t>
            </a:r>
            <a:r>
              <a:rPr lang="fr-CH" sz="2000" dirty="0" smtClean="0"/>
              <a:t>‎</a:t>
            </a:r>
          </a:p>
          <a:p>
            <a:pPr lvl="0" algn="just">
              <a:lnSpc>
                <a:spcPct val="100000"/>
              </a:lnSpc>
              <a:buFont typeface="Wingdings" panose="05000000000000000000" pitchFamily="2" charset="2"/>
              <a:buChar char="q"/>
            </a:pPr>
            <a:r>
              <a:rPr lang="fr-CH" sz="2000" dirty="0"/>
              <a:t> </a:t>
            </a:r>
            <a:r>
              <a:rPr lang="fr-CH" sz="2000" dirty="0" smtClean="0"/>
              <a:t>celle-ci </a:t>
            </a:r>
            <a:r>
              <a:rPr lang="fr-CH" sz="2000" dirty="0" smtClean="0"/>
              <a:t>considère </a:t>
            </a:r>
            <a:r>
              <a:rPr lang="fr-CH" sz="2000" b="1" dirty="0"/>
              <a:t>qu’il est approprié de laisser au titulaire de la décision suffisamment de temps pour prendre des mesures en vue de garantir le respect des ‎conditions ou des obligations</a:t>
            </a:r>
          </a:p>
          <a:p>
            <a:pPr marL="0" lvl="0" indent="0" algn="just">
              <a:lnSpc>
                <a:spcPct val="100000"/>
              </a:lnSpc>
              <a:buNone/>
            </a:pPr>
            <a:r>
              <a:rPr lang="fr-CH" sz="1600" dirty="0" smtClean="0"/>
              <a:t>     → </a:t>
            </a:r>
            <a:r>
              <a:rPr lang="fr-CH" sz="1600" b="1" dirty="0" smtClean="0">
                <a:ln w="6600">
                  <a:solidFill>
                    <a:prstClr val="black"/>
                  </a:solidFill>
                  <a:prstDash val="solid"/>
                </a:ln>
                <a:solidFill>
                  <a:srgbClr val="FFC000"/>
                </a:solidFill>
                <a:effectLst>
                  <a:outerShdw dist="38100" dir="2700000" algn="tl" rotWithShape="0">
                    <a:srgbClr val="ED7D31"/>
                  </a:outerShdw>
                </a:effectLst>
              </a:rPr>
              <a:t>initiée </a:t>
            </a:r>
            <a:r>
              <a:rPr lang="fr-CH" sz="1600" b="1" dirty="0">
                <a:ln w="6600">
                  <a:solidFill>
                    <a:prstClr val="black"/>
                  </a:solidFill>
                  <a:prstDash val="solid"/>
                </a:ln>
                <a:solidFill>
                  <a:srgbClr val="FFC000"/>
                </a:solidFill>
                <a:effectLst>
                  <a:outerShdw dist="38100" dir="2700000" algn="tl" rotWithShape="0">
                    <a:srgbClr val="ED7D31"/>
                  </a:outerShdw>
                </a:effectLst>
              </a:rPr>
              <a:t>par l'autorité douanière de décision</a:t>
            </a:r>
          </a:p>
          <a:p>
            <a:pPr marL="0" lvl="0" indent="0" algn="just">
              <a:lnSpc>
                <a:spcPct val="100000"/>
              </a:lnSpc>
              <a:buNone/>
            </a:pPr>
            <a:endParaRPr lang="fr-CH" sz="1600" dirty="0"/>
          </a:p>
          <a:p>
            <a:pPr marL="0" lvl="0" indent="0" algn="just">
              <a:lnSpc>
                <a:spcPct val="100000"/>
              </a:lnSpc>
              <a:buNone/>
            </a:pPr>
            <a:r>
              <a:rPr lang="fr-CH" sz="2000" dirty="0" smtClean="0"/>
              <a:t>Le </a:t>
            </a:r>
            <a:r>
              <a:rPr lang="fr-CH" sz="2000" dirty="0"/>
              <a:t>titulaire de la décision devra notifier à l’autorité douanière :</a:t>
            </a:r>
            <a:r>
              <a:rPr lang="fr-CH" sz="2000" dirty="0" smtClean="0"/>
              <a:t>‎</a:t>
            </a:r>
          </a:p>
          <a:p>
            <a:pPr lvl="0" algn="just">
              <a:lnSpc>
                <a:spcPct val="100000"/>
              </a:lnSpc>
              <a:buFont typeface="Wingdings" panose="05000000000000000000" pitchFamily="2" charset="2"/>
              <a:buChar char="§"/>
            </a:pPr>
            <a:r>
              <a:rPr lang="fr-CH" sz="1600" dirty="0" smtClean="0"/>
              <a:t>les </a:t>
            </a:r>
            <a:r>
              <a:rPr lang="fr-CH" sz="1600" dirty="0"/>
              <a:t>mesures qu’il prendra pour garantir le respect des conditions ou des </a:t>
            </a:r>
            <a:r>
              <a:rPr lang="fr-CH" sz="1600" dirty="0" smtClean="0"/>
              <a:t>obligations</a:t>
            </a:r>
          </a:p>
          <a:p>
            <a:pPr lvl="0" algn="just">
              <a:lnSpc>
                <a:spcPct val="100000"/>
              </a:lnSpc>
              <a:buFont typeface="Wingdings" panose="05000000000000000000" pitchFamily="2" charset="2"/>
              <a:buChar char="§"/>
            </a:pPr>
            <a:r>
              <a:rPr lang="fr-CH" sz="1600" dirty="0" smtClean="0"/>
              <a:t>le </a:t>
            </a:r>
            <a:r>
              <a:rPr lang="fr-CH" sz="1600" dirty="0"/>
              <a:t>délai qui lui est nécessaire pour prendre ces </a:t>
            </a:r>
            <a:r>
              <a:rPr lang="fr-CH" sz="1600" dirty="0" smtClean="0"/>
              <a:t>mesures</a:t>
            </a:r>
          </a:p>
          <a:p>
            <a:pPr lvl="1" algn="just">
              <a:lnSpc>
                <a:spcPct val="100000"/>
              </a:lnSpc>
            </a:pPr>
            <a:endParaRPr lang="fr-CH" sz="2000" dirty="0"/>
          </a:p>
          <a:p>
            <a:pPr marL="0" lvl="0" indent="0" algn="just">
              <a:lnSpc>
                <a:spcPct val="100000"/>
              </a:lnSpc>
              <a:buNone/>
            </a:pPr>
            <a:r>
              <a:rPr lang="fr-CH" sz="2000" b="1" dirty="0" smtClean="0"/>
              <a:t>Période </a:t>
            </a:r>
            <a:r>
              <a:rPr lang="fr-CH" sz="2000" b="1" dirty="0"/>
              <a:t>de suspension = </a:t>
            </a:r>
            <a:r>
              <a:rPr lang="fr-CH" sz="2000" b="1" dirty="0" smtClean="0"/>
              <a:t>Période </a:t>
            </a:r>
            <a:r>
              <a:rPr lang="fr-CH" sz="2000" b="1" dirty="0"/>
              <a:t>notifiée par le titulaire de la décision</a:t>
            </a:r>
          </a:p>
          <a:p>
            <a:pPr marL="0" lvl="0" indent="0" algn="just">
              <a:buNone/>
            </a:pPr>
            <a:endParaRPr lang="fr-CH"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55</a:t>
            </a:fld>
            <a:endParaRPr lang="lb-LU"/>
          </a:p>
        </p:txBody>
      </p:sp>
    </p:spTree>
    <p:extLst>
      <p:ext uri="{BB962C8B-B14F-4D97-AF65-F5344CB8AC3E}">
        <p14:creationId xmlns:p14="http://schemas.microsoft.com/office/powerpoint/2010/main" val="4115483105"/>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888" y="1375485"/>
            <a:ext cx="8172598" cy="577157"/>
          </a:xfrm>
        </p:spPr>
        <p:txBody>
          <a:bodyPr>
            <a:normAutofit/>
          </a:bodyPr>
          <a:lstStyle/>
          <a:p>
            <a:r>
              <a:rPr lang="en-US" dirty="0" err="1"/>
              <a:t>Cas</a:t>
            </a:r>
            <a:r>
              <a:rPr lang="en-US" dirty="0"/>
              <a:t> de </a:t>
            </a:r>
            <a:r>
              <a:rPr lang="en-US" dirty="0" smtClean="0"/>
              <a:t>figure 3</a:t>
            </a:r>
            <a:endParaRPr lang="en-US" dirty="0"/>
          </a:p>
        </p:txBody>
      </p:sp>
      <p:sp>
        <p:nvSpPr>
          <p:cNvPr id="3" name="Content Placeholder 2"/>
          <p:cNvSpPr>
            <a:spLocks noGrp="1"/>
          </p:cNvSpPr>
          <p:nvPr>
            <p:ph idx="1"/>
          </p:nvPr>
        </p:nvSpPr>
        <p:spPr>
          <a:xfrm>
            <a:off x="448888" y="2041029"/>
            <a:ext cx="8172598" cy="4555714"/>
          </a:xfrm>
        </p:spPr>
        <p:txBody>
          <a:bodyPr>
            <a:noAutofit/>
          </a:bodyPr>
          <a:lstStyle/>
          <a:p>
            <a:pPr marL="0" lvl="0" indent="0" algn="just">
              <a:lnSpc>
                <a:spcPct val="100000"/>
              </a:lnSpc>
              <a:buNone/>
            </a:pPr>
            <a:r>
              <a:rPr lang="fr-CH" sz="2000" dirty="0" smtClean="0"/>
              <a:t>L’autorité </a:t>
            </a:r>
            <a:r>
              <a:rPr lang="fr-CH" sz="2000" dirty="0"/>
              <a:t>douanière compétente pour arrêter la décision suspend la décision au lieu de l’annuler, de la révoquer ou de la modifier </a:t>
            </a:r>
            <a:r>
              <a:rPr lang="fr-CH" sz="2000" dirty="0" smtClean="0"/>
              <a:t>lorsque </a:t>
            </a:r>
            <a:r>
              <a:rPr lang="fr-CH" sz="2000" dirty="0"/>
              <a:t>:</a:t>
            </a:r>
            <a:r>
              <a:rPr lang="fr-CH" sz="2000" dirty="0" smtClean="0"/>
              <a:t>‎</a:t>
            </a:r>
          </a:p>
          <a:p>
            <a:pPr lvl="0" algn="just">
              <a:lnSpc>
                <a:spcPct val="100000"/>
              </a:lnSpc>
              <a:buFont typeface="Wingdings" panose="05000000000000000000" pitchFamily="2" charset="2"/>
              <a:buChar char="q"/>
            </a:pPr>
            <a:r>
              <a:rPr lang="fr-CH" sz="2000" dirty="0"/>
              <a:t> </a:t>
            </a:r>
            <a:r>
              <a:rPr lang="fr-CH" sz="2000" dirty="0" smtClean="0"/>
              <a:t>Le </a:t>
            </a:r>
            <a:r>
              <a:rPr lang="fr-CH" sz="2000" dirty="0"/>
              <a:t>titulaire de la décision se trouve dans </a:t>
            </a:r>
            <a:r>
              <a:rPr lang="fr-CH" sz="2000" b="1" dirty="0"/>
              <a:t>l’incapacité de remplir les conditions fixées dans la décision ou de respecter les obligations imposées par ladite décision‎</a:t>
            </a:r>
          </a:p>
          <a:p>
            <a:pPr marL="0" lvl="0" indent="0" algn="just">
              <a:lnSpc>
                <a:spcPct val="100000"/>
              </a:lnSpc>
              <a:buNone/>
            </a:pPr>
            <a:r>
              <a:rPr lang="fr-CH" sz="1600" dirty="0" smtClean="0"/>
              <a:t>    → </a:t>
            </a:r>
            <a:r>
              <a:rPr lang="fr-CH" sz="1600" b="1" dirty="0">
                <a:ln w="9525">
                  <a:solidFill>
                    <a:schemeClr val="tx1"/>
                  </a:solidFill>
                  <a:prstDash val="solid"/>
                </a:ln>
                <a:solidFill>
                  <a:schemeClr val="accent5"/>
                </a:solidFill>
                <a:effectLst>
                  <a:outerShdw blurRad="12700" dist="38100" dir="2700000" algn="tl" rotWithShape="0">
                    <a:schemeClr val="accent5">
                      <a:lumMod val="60000"/>
                      <a:lumOff val="40000"/>
                    </a:schemeClr>
                  </a:outerShdw>
                </a:effectLst>
              </a:rPr>
              <a:t>initiée par le titulaire de la </a:t>
            </a:r>
            <a:r>
              <a:rPr lang="fr-CH" sz="1600" b="1" dirty="0" smtClean="0">
                <a:ln w="9525">
                  <a:solidFill>
                    <a:schemeClr val="tx1"/>
                  </a:solidFill>
                  <a:prstDash val="solid"/>
                </a:ln>
                <a:solidFill>
                  <a:schemeClr val="accent5"/>
                </a:solidFill>
                <a:effectLst>
                  <a:outerShdw blurRad="12700" dist="38100" dir="2700000" algn="tl" rotWithShape="0">
                    <a:schemeClr val="accent5">
                      <a:lumMod val="60000"/>
                      <a:lumOff val="40000"/>
                    </a:schemeClr>
                  </a:outerShdw>
                </a:effectLst>
              </a:rPr>
              <a:t>décision</a:t>
            </a:r>
          </a:p>
          <a:p>
            <a:pPr marL="0" lvl="0" indent="0" algn="just">
              <a:lnSpc>
                <a:spcPct val="100000"/>
              </a:lnSpc>
              <a:buNone/>
            </a:pPr>
            <a:endParaRPr lang="fr-CH" sz="1600" b="1" dirty="0">
              <a:ln w="9525">
                <a:solidFill>
                  <a:schemeClr val="tx1"/>
                </a:solidFill>
                <a:prstDash val="solid"/>
              </a:ln>
              <a:solidFill>
                <a:schemeClr val="accent5"/>
              </a:solidFill>
              <a:effectLst>
                <a:outerShdw blurRad="12700" dist="38100" dir="2700000" algn="tl" rotWithShape="0">
                  <a:schemeClr val="accent5">
                    <a:lumMod val="60000"/>
                    <a:lumOff val="40000"/>
                  </a:schemeClr>
                </a:outerShdw>
              </a:effectLst>
            </a:endParaRPr>
          </a:p>
          <a:p>
            <a:pPr marL="0" lvl="0" indent="0" algn="just">
              <a:lnSpc>
                <a:spcPct val="100000"/>
              </a:lnSpc>
              <a:buNone/>
            </a:pPr>
            <a:r>
              <a:rPr lang="fr-CH" sz="2000" dirty="0"/>
              <a:t>L</a:t>
            </a:r>
            <a:r>
              <a:rPr lang="fr-CH" sz="2000" dirty="0" smtClean="0"/>
              <a:t>e </a:t>
            </a:r>
            <a:r>
              <a:rPr lang="fr-CH" sz="2000" dirty="0"/>
              <a:t>titulaire de la décision devra notifier à l’autorité douanière :</a:t>
            </a:r>
            <a:r>
              <a:rPr lang="fr-CH" sz="2000" dirty="0" smtClean="0"/>
              <a:t>‎</a:t>
            </a:r>
          </a:p>
          <a:p>
            <a:pPr lvl="0" algn="just">
              <a:lnSpc>
                <a:spcPct val="100000"/>
              </a:lnSpc>
              <a:buFont typeface="Wingdings" panose="05000000000000000000" pitchFamily="2" charset="2"/>
              <a:buChar char="§"/>
            </a:pPr>
            <a:r>
              <a:rPr lang="fr-CH" sz="1600" dirty="0" smtClean="0"/>
              <a:t>les </a:t>
            </a:r>
            <a:r>
              <a:rPr lang="fr-CH" sz="1600" dirty="0"/>
              <a:t>mesures qu’il prendra pour garantir le respect des conditions ou des </a:t>
            </a:r>
            <a:r>
              <a:rPr lang="fr-CH" sz="1600" dirty="0" smtClean="0"/>
              <a:t>obligations</a:t>
            </a:r>
          </a:p>
          <a:p>
            <a:pPr lvl="0" algn="just">
              <a:lnSpc>
                <a:spcPct val="100000"/>
              </a:lnSpc>
              <a:buFont typeface="Wingdings" panose="05000000000000000000" pitchFamily="2" charset="2"/>
              <a:buChar char="§"/>
            </a:pPr>
            <a:r>
              <a:rPr lang="fr-CH" sz="1600" dirty="0" smtClean="0"/>
              <a:t>le </a:t>
            </a:r>
            <a:r>
              <a:rPr lang="fr-CH" sz="1600" dirty="0"/>
              <a:t>délai qui lui est nécessaire pour prendre ces </a:t>
            </a:r>
            <a:r>
              <a:rPr lang="fr-CH" sz="1600" dirty="0" smtClean="0"/>
              <a:t>mesures</a:t>
            </a:r>
          </a:p>
          <a:p>
            <a:pPr lvl="0" algn="just">
              <a:lnSpc>
                <a:spcPct val="100000"/>
              </a:lnSpc>
              <a:buFont typeface="Wingdings" panose="05000000000000000000" pitchFamily="2" charset="2"/>
              <a:buChar char="§"/>
            </a:pPr>
            <a:endParaRPr lang="fr-CH" sz="1600" dirty="0"/>
          </a:p>
          <a:p>
            <a:pPr marL="0" lvl="0" indent="0" algn="just">
              <a:lnSpc>
                <a:spcPct val="100000"/>
              </a:lnSpc>
              <a:buNone/>
            </a:pPr>
            <a:r>
              <a:rPr lang="fr-CH" sz="2000" b="1" dirty="0" smtClean="0"/>
              <a:t>Période </a:t>
            </a:r>
            <a:r>
              <a:rPr lang="fr-CH" sz="2000" b="1" dirty="0"/>
              <a:t>de suspension = </a:t>
            </a:r>
            <a:r>
              <a:rPr lang="fr-CH" sz="2000" b="1" dirty="0" smtClean="0"/>
              <a:t>Période </a:t>
            </a:r>
            <a:r>
              <a:rPr lang="fr-CH" sz="2000" b="1" dirty="0"/>
              <a:t>notifiée par le titulaire de la décision</a:t>
            </a:r>
          </a:p>
          <a:p>
            <a:pPr lvl="0" algn="just">
              <a:buFont typeface="Wingdings" panose="05000000000000000000" pitchFamily="2" charset="2"/>
              <a:buChar char="q"/>
            </a:pPr>
            <a:endParaRPr lang="fr-CH"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56</a:t>
            </a:fld>
            <a:endParaRPr lang="lb-LU"/>
          </a:p>
        </p:txBody>
      </p:sp>
    </p:spTree>
    <p:extLst>
      <p:ext uri="{BB962C8B-B14F-4D97-AF65-F5344CB8AC3E}">
        <p14:creationId xmlns:p14="http://schemas.microsoft.com/office/powerpoint/2010/main" val="425558188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564" y="1318145"/>
            <a:ext cx="8117632" cy="577157"/>
          </a:xfrm>
        </p:spPr>
        <p:txBody>
          <a:bodyPr>
            <a:normAutofit/>
          </a:bodyPr>
          <a:lstStyle/>
          <a:p>
            <a:r>
              <a:rPr lang="en-US" dirty="0"/>
              <a:t>Fin de la suspension</a:t>
            </a:r>
          </a:p>
        </p:txBody>
      </p:sp>
      <p:sp>
        <p:nvSpPr>
          <p:cNvPr id="3" name="Content Placeholder 2"/>
          <p:cNvSpPr>
            <a:spLocks noGrp="1"/>
          </p:cNvSpPr>
          <p:nvPr>
            <p:ph idx="1"/>
          </p:nvPr>
        </p:nvSpPr>
        <p:spPr>
          <a:xfrm>
            <a:off x="354564" y="1895302"/>
            <a:ext cx="8117632" cy="4738256"/>
          </a:xfrm>
        </p:spPr>
        <p:txBody>
          <a:bodyPr>
            <a:noAutofit/>
          </a:bodyPr>
          <a:lstStyle/>
          <a:p>
            <a:pPr marL="0" lvl="0" indent="0" algn="just">
              <a:lnSpc>
                <a:spcPct val="100000"/>
              </a:lnSpc>
              <a:buNone/>
            </a:pPr>
            <a:r>
              <a:rPr lang="fr-CH" sz="2000" dirty="0" smtClean="0"/>
              <a:t>La </a:t>
            </a:r>
            <a:r>
              <a:rPr lang="fr-CH" sz="2000" dirty="0" smtClean="0"/>
              <a:t>suspension </a:t>
            </a:r>
            <a:r>
              <a:rPr lang="fr-CH" sz="2000" dirty="0"/>
              <a:t>prend fin à l’expiration de la période de suspension sauf si, avant l’expiration de ladite période, l’une des situations suivantes se ‎présente :</a:t>
            </a:r>
            <a:r>
              <a:rPr lang="fr-CH" sz="2000" dirty="0" smtClean="0"/>
              <a:t>‎</a:t>
            </a:r>
          </a:p>
          <a:p>
            <a:pPr lvl="0" algn="just">
              <a:lnSpc>
                <a:spcPct val="100000"/>
              </a:lnSpc>
              <a:buFont typeface="Wingdings" panose="05000000000000000000" pitchFamily="2" charset="2"/>
              <a:buChar char="q"/>
            </a:pPr>
            <a:r>
              <a:rPr lang="fr-CH" sz="2000" dirty="0"/>
              <a:t> </a:t>
            </a:r>
            <a:r>
              <a:rPr lang="fr-CH" sz="2000" dirty="0" smtClean="0"/>
              <a:t>Suspension </a:t>
            </a:r>
            <a:r>
              <a:rPr lang="fr-CH" sz="2000" dirty="0"/>
              <a:t>levée parce qu'il n’existe pas de raisons pour annuler, révoquer ou modifier la </a:t>
            </a:r>
            <a:r>
              <a:rPr lang="fr-CH" sz="2000" dirty="0" smtClean="0"/>
              <a:t>décision</a:t>
            </a:r>
          </a:p>
          <a:p>
            <a:pPr lvl="0" algn="just">
              <a:lnSpc>
                <a:spcPct val="100000"/>
              </a:lnSpc>
              <a:buFont typeface="Wingdings" panose="05000000000000000000" pitchFamily="2" charset="2"/>
              <a:buChar char="q"/>
            </a:pPr>
            <a:r>
              <a:rPr lang="fr-CH" sz="2000" dirty="0"/>
              <a:t> Suspension levée parce que le titulaire de la décision a pris ‎les mesures nécessaires en vue de garantir le respect des conditions et obligations lui incombant</a:t>
            </a:r>
          </a:p>
          <a:p>
            <a:pPr lvl="0" algn="just">
              <a:lnSpc>
                <a:spcPct val="100000"/>
              </a:lnSpc>
              <a:buFont typeface="Wingdings" panose="05000000000000000000" pitchFamily="2" charset="2"/>
              <a:buChar char="q"/>
            </a:pPr>
            <a:r>
              <a:rPr lang="fr-CH" sz="2000" dirty="0"/>
              <a:t> Suspension levée parce la décision (suspendue) est annulée, révoquée ou </a:t>
            </a:r>
            <a:r>
              <a:rPr lang="fr-CH" sz="2000" dirty="0" smtClean="0"/>
              <a:t>modifiée</a:t>
            </a:r>
          </a:p>
          <a:p>
            <a:pPr lvl="0" algn="just">
              <a:lnSpc>
                <a:spcPct val="100000"/>
              </a:lnSpc>
              <a:buFont typeface="Wingdings" panose="05000000000000000000" pitchFamily="2" charset="2"/>
              <a:buChar char="q"/>
            </a:pPr>
            <a:endParaRPr lang="fr-CH" sz="2000" dirty="0"/>
          </a:p>
          <a:p>
            <a:pPr marL="0" lvl="0" indent="0" algn="just">
              <a:lnSpc>
                <a:spcPct val="100000"/>
              </a:lnSpc>
              <a:buNone/>
            </a:pPr>
            <a:r>
              <a:rPr lang="fr-CH" sz="2000" dirty="0" smtClean="0"/>
              <a:t>‎L’autorité </a:t>
            </a:r>
            <a:r>
              <a:rPr lang="fr-CH" sz="2000" dirty="0"/>
              <a:t>douanière compétente pour arrêter la décision informe le titulaire de la fin de la suspension.‎</a:t>
            </a:r>
          </a:p>
        </p:txBody>
      </p:sp>
      <p:sp>
        <p:nvSpPr>
          <p:cNvPr id="4" name="Slide Number Placeholder 3"/>
          <p:cNvSpPr>
            <a:spLocks noGrp="1"/>
          </p:cNvSpPr>
          <p:nvPr>
            <p:ph type="sldNum" sz="quarter" idx="12"/>
          </p:nvPr>
        </p:nvSpPr>
        <p:spPr/>
        <p:txBody>
          <a:bodyPr/>
          <a:lstStyle/>
          <a:p>
            <a:fld id="{C58F520E-0D3C-4C73-96DF-B271C0F692B0}" type="slidenum">
              <a:rPr lang="lb-LU" smtClean="0"/>
              <a:t>57</a:t>
            </a:fld>
            <a:endParaRPr lang="lb-LU"/>
          </a:p>
        </p:txBody>
      </p:sp>
    </p:spTree>
    <p:extLst>
      <p:ext uri="{BB962C8B-B14F-4D97-AF65-F5344CB8AC3E}">
        <p14:creationId xmlns:p14="http://schemas.microsoft.com/office/powerpoint/2010/main" val="92419665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1216" y="1119334"/>
            <a:ext cx="8117633"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‎Annulation </a:t>
            </a:r>
            <a:r>
              <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d’une décision</a:t>
            </a:r>
          </a:p>
        </p:txBody>
      </p:sp>
      <p:sp>
        <p:nvSpPr>
          <p:cNvPr id="3" name="Text Placeholder 2"/>
          <p:cNvSpPr>
            <a:spLocks noGrp="1"/>
          </p:cNvSpPr>
          <p:nvPr>
            <p:ph type="body" idx="1"/>
          </p:nvPr>
        </p:nvSpPr>
        <p:spPr>
          <a:xfrm>
            <a:off x="401216" y="2052735"/>
            <a:ext cx="8111524" cy="4730620"/>
          </a:xfrm>
        </p:spPr>
        <p:txBody>
          <a:bodyPr>
            <a:normAutofit fontScale="92500" lnSpcReduction="20000"/>
          </a:bodyPr>
          <a:lstStyle/>
          <a:p>
            <a:pPr algn="just">
              <a:lnSpc>
                <a:spcPct val="110000"/>
              </a:lnSpc>
            </a:pPr>
            <a:r>
              <a:rPr lang="fr-CH" sz="2200" dirty="0">
                <a:solidFill>
                  <a:schemeClr val="tx1"/>
                </a:solidFill>
              </a:rPr>
              <a:t>‎Les autorités douanières annulent une décision </a:t>
            </a:r>
            <a:r>
              <a:rPr lang="fr-CH" sz="2200" dirty="0" smtClean="0">
                <a:solidFill>
                  <a:schemeClr val="tx1"/>
                </a:solidFill>
              </a:rPr>
              <a:t>favorable si </a:t>
            </a:r>
            <a:r>
              <a:rPr lang="fr-CH" sz="2200" dirty="0">
                <a:solidFill>
                  <a:schemeClr val="tx1"/>
                </a:solidFill>
              </a:rPr>
              <a:t>toutes les conditions suivantes sont réunies :</a:t>
            </a:r>
            <a:r>
              <a:rPr lang="fr-CH" sz="2200" dirty="0" smtClean="0">
                <a:solidFill>
                  <a:schemeClr val="tx1"/>
                </a:solidFill>
              </a:rPr>
              <a:t>‎</a:t>
            </a:r>
          </a:p>
          <a:p>
            <a:pPr marL="285750" indent="-285750" algn="just">
              <a:lnSpc>
                <a:spcPct val="110000"/>
              </a:lnSpc>
              <a:buFont typeface="Wingdings" panose="05000000000000000000" pitchFamily="2" charset="2"/>
              <a:buChar char="q"/>
            </a:pPr>
            <a:r>
              <a:rPr lang="fr-CH" sz="2200" dirty="0" smtClean="0">
                <a:solidFill>
                  <a:schemeClr val="tx1"/>
                </a:solidFill>
              </a:rPr>
              <a:t>La </a:t>
            </a:r>
            <a:r>
              <a:rPr lang="fr-CH" sz="2200" dirty="0">
                <a:solidFill>
                  <a:schemeClr val="tx1"/>
                </a:solidFill>
              </a:rPr>
              <a:t>décision a été arrêtée sur la base d'éléments inexacts ou incomplets </a:t>
            </a:r>
            <a:r>
              <a:rPr lang="fr-CH" sz="2200" dirty="0" smtClean="0">
                <a:solidFill>
                  <a:schemeClr val="tx1"/>
                </a:solidFill>
              </a:rPr>
              <a:t>‎</a:t>
            </a:r>
          </a:p>
          <a:p>
            <a:pPr marL="285750" indent="-285750" algn="just">
              <a:lnSpc>
                <a:spcPct val="110000"/>
              </a:lnSpc>
              <a:buFont typeface="Wingdings" panose="05000000000000000000" pitchFamily="2" charset="2"/>
              <a:buChar char="q"/>
            </a:pPr>
            <a:r>
              <a:rPr lang="fr-CH" sz="2200" dirty="0" smtClean="0">
                <a:solidFill>
                  <a:schemeClr val="tx1"/>
                </a:solidFill>
              </a:rPr>
              <a:t>Le </a:t>
            </a:r>
            <a:r>
              <a:rPr lang="fr-CH" sz="2200" dirty="0">
                <a:solidFill>
                  <a:schemeClr val="tx1"/>
                </a:solidFill>
              </a:rPr>
              <a:t>titulaire de la décision connaissait le caractère ‎inexact ou incomplet des </a:t>
            </a:r>
            <a:r>
              <a:rPr lang="fr-CH" sz="2200" dirty="0" smtClean="0">
                <a:solidFill>
                  <a:schemeClr val="tx1"/>
                </a:solidFill>
              </a:rPr>
              <a:t>éléments</a:t>
            </a:r>
          </a:p>
          <a:p>
            <a:pPr marL="285750" indent="-285750" algn="just">
              <a:lnSpc>
                <a:spcPct val="110000"/>
              </a:lnSpc>
              <a:buFont typeface="Wingdings" panose="05000000000000000000" pitchFamily="2" charset="2"/>
              <a:buChar char="q"/>
            </a:pPr>
            <a:r>
              <a:rPr lang="fr-CH" sz="2200" dirty="0" smtClean="0">
                <a:solidFill>
                  <a:schemeClr val="tx1"/>
                </a:solidFill>
              </a:rPr>
              <a:t>La </a:t>
            </a:r>
            <a:r>
              <a:rPr lang="fr-CH" sz="2200" dirty="0">
                <a:solidFill>
                  <a:schemeClr val="tx1"/>
                </a:solidFill>
              </a:rPr>
              <a:t>décision aurait été différente si les éléments avaient été exacts et </a:t>
            </a:r>
            <a:r>
              <a:rPr lang="fr-CH" sz="2200" dirty="0" smtClean="0">
                <a:solidFill>
                  <a:schemeClr val="tx1"/>
                </a:solidFill>
              </a:rPr>
              <a:t>complets</a:t>
            </a:r>
          </a:p>
          <a:p>
            <a:pPr algn="just">
              <a:lnSpc>
                <a:spcPct val="110000"/>
              </a:lnSpc>
            </a:pPr>
            <a:endParaRPr lang="fr-CH" sz="2200" dirty="0">
              <a:solidFill>
                <a:schemeClr val="tx1"/>
              </a:solidFill>
            </a:endParaRPr>
          </a:p>
          <a:p>
            <a:pPr algn="just">
              <a:lnSpc>
                <a:spcPct val="110000"/>
              </a:lnSpc>
            </a:pPr>
            <a:r>
              <a:rPr lang="fr-CH" sz="2200" dirty="0" smtClean="0">
                <a:solidFill>
                  <a:schemeClr val="tx1"/>
                </a:solidFill>
              </a:rPr>
              <a:t>‎</a:t>
            </a:r>
            <a:r>
              <a:rPr lang="fr-CH" sz="2200" b="1" dirty="0" smtClean="0">
                <a:solidFill>
                  <a:schemeClr val="tx1"/>
                </a:solidFill>
              </a:rPr>
              <a:t>L'annulation </a:t>
            </a:r>
            <a:r>
              <a:rPr lang="fr-CH" sz="2200" b="1" dirty="0">
                <a:solidFill>
                  <a:schemeClr val="tx1"/>
                </a:solidFill>
              </a:rPr>
              <a:t>prend effet à compter de la date à laquelle la décision initiale a pris effet !‎</a:t>
            </a:r>
          </a:p>
          <a:p>
            <a:pPr algn="just">
              <a:lnSpc>
                <a:spcPct val="110000"/>
              </a:lnSpc>
            </a:pPr>
            <a:endParaRPr lang="fr-CH" sz="2200" dirty="0" smtClean="0">
              <a:solidFill>
                <a:schemeClr val="tx1"/>
              </a:solidFill>
            </a:endParaRPr>
          </a:p>
          <a:p>
            <a:pPr algn="just">
              <a:lnSpc>
                <a:spcPct val="110000"/>
              </a:lnSpc>
            </a:pPr>
            <a:r>
              <a:rPr lang="fr-CH" sz="2200" dirty="0" smtClean="0">
                <a:solidFill>
                  <a:schemeClr val="tx1"/>
                </a:solidFill>
              </a:rPr>
              <a:t>L’autorité </a:t>
            </a:r>
            <a:r>
              <a:rPr lang="fr-CH" sz="2200" dirty="0">
                <a:solidFill>
                  <a:schemeClr val="tx1"/>
                </a:solidFill>
              </a:rPr>
              <a:t>douanière compétente pour arrêter la décision informe le titulaire de l'annulation de la décision.‎</a:t>
            </a:r>
          </a:p>
          <a:p>
            <a:pPr algn="just"/>
            <a:endParaRPr lang="fr-CH" sz="1600" dirty="0">
              <a:solidFill>
                <a:schemeClr val="tx1"/>
              </a:solidFill>
            </a:endParaRPr>
          </a:p>
          <a:p>
            <a:pPr algn="just"/>
            <a:endParaRPr lang="fr-FR" sz="16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58</a:t>
            </a:fld>
            <a:endParaRPr lang="lb-LU"/>
          </a:p>
        </p:txBody>
      </p:sp>
    </p:spTree>
    <p:extLst>
      <p:ext uri="{BB962C8B-B14F-4D97-AF65-F5344CB8AC3E}">
        <p14:creationId xmlns:p14="http://schemas.microsoft.com/office/powerpoint/2010/main" val="873896777"/>
      </p:ext>
    </p:extLst>
  </p:cSld>
  <p:clrMapOvr>
    <a:masterClrMapping/>
  </p:clrMapOvr>
  <p:transition spd="slow">
    <p:push dir="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8F520E-0D3C-4C73-96DF-B271C0F692B0}" type="slidenum">
              <a:rPr lang="lb-LU" smtClean="0"/>
              <a:t>59</a:t>
            </a:fld>
            <a:endParaRPr lang="lb-LU"/>
          </a:p>
        </p:txBody>
      </p:sp>
      <p:pic>
        <p:nvPicPr>
          <p:cNvPr id="3" name="Picture 2">
            <a:extLst>
              <a:ext uri="{FF2B5EF4-FFF2-40B4-BE49-F238E27FC236}">
                <a16:creationId xmlns:a16="http://schemas.microsoft.com/office/drawing/2014/main" id="{D845540E-6F6E-4CAD-98AB-8963E779858D}"/>
              </a:ext>
            </a:extLst>
          </p:cNvPr>
          <p:cNvPicPr/>
          <p:nvPr/>
        </p:nvPicPr>
        <p:blipFill>
          <a:blip r:embed="rId2"/>
          <a:stretch>
            <a:fillRect/>
          </a:stretch>
        </p:blipFill>
        <p:spPr>
          <a:xfrm>
            <a:off x="839209" y="2359112"/>
            <a:ext cx="7864216" cy="3534612"/>
          </a:xfrm>
          <a:prstGeom prst="rect">
            <a:avLst/>
          </a:prstGeom>
        </p:spPr>
      </p:pic>
    </p:spTree>
    <p:extLst>
      <p:ext uri="{BB962C8B-B14F-4D97-AF65-F5344CB8AC3E}">
        <p14:creationId xmlns:p14="http://schemas.microsoft.com/office/powerpoint/2010/main" val="16611910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25" y="1221971"/>
            <a:ext cx="8204660"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fontScale="90000"/>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a:t>
            </a:r>
            <a:r>
              <a:rPr lang="fr-CH"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‎Révocation et modification </a:t>
            </a:r>
            <a:r>
              <a:rPr lang="fr-CH"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d’une décision</a:t>
            </a:r>
            <a:endPar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endParaRPr>
          </a:p>
        </p:txBody>
      </p:sp>
      <p:sp>
        <p:nvSpPr>
          <p:cNvPr id="3" name="Text Placeholder 2"/>
          <p:cNvSpPr>
            <a:spLocks noGrp="1"/>
          </p:cNvSpPr>
          <p:nvPr>
            <p:ph type="body" idx="1"/>
          </p:nvPr>
        </p:nvSpPr>
        <p:spPr>
          <a:xfrm>
            <a:off x="407325" y="2177933"/>
            <a:ext cx="8204660" cy="4316173"/>
          </a:xfrm>
        </p:spPr>
        <p:txBody>
          <a:bodyPr>
            <a:normAutofit lnSpcReduction="10000"/>
          </a:bodyPr>
          <a:lstStyle/>
          <a:p>
            <a:pPr algn="just">
              <a:lnSpc>
                <a:spcPct val="110000"/>
              </a:lnSpc>
            </a:pPr>
            <a:r>
              <a:rPr lang="fr-CH" sz="2000" dirty="0" smtClean="0">
                <a:solidFill>
                  <a:schemeClr val="tx1"/>
                </a:solidFill>
              </a:rPr>
              <a:t>‎Une </a:t>
            </a:r>
            <a:r>
              <a:rPr lang="fr-CH" sz="2000" dirty="0">
                <a:solidFill>
                  <a:schemeClr val="tx1"/>
                </a:solidFill>
              </a:rPr>
              <a:t>décision favorable est révoquée ou modifiée lorsque :</a:t>
            </a:r>
            <a:r>
              <a:rPr lang="fr-CH" sz="2000" dirty="0" smtClean="0">
                <a:solidFill>
                  <a:schemeClr val="tx1"/>
                </a:solidFill>
              </a:rPr>
              <a:t>‎</a:t>
            </a:r>
            <a:endParaRPr lang="fr-CH" sz="2000" dirty="0">
              <a:solidFill>
                <a:schemeClr val="tx1"/>
              </a:solidFill>
            </a:endParaRPr>
          </a:p>
          <a:p>
            <a:pPr marL="285750" indent="-285750" algn="just">
              <a:lnSpc>
                <a:spcPct val="110000"/>
              </a:lnSpc>
              <a:buFont typeface="Wingdings" panose="05000000000000000000" pitchFamily="2" charset="2"/>
              <a:buChar char="q"/>
            </a:pPr>
            <a:r>
              <a:rPr lang="fr-CH" sz="2000" dirty="0">
                <a:solidFill>
                  <a:schemeClr val="tx1"/>
                </a:solidFill>
              </a:rPr>
              <a:t>Une ou plusieurs des conditions fixées pour son adoption ne sont pas ou plus </a:t>
            </a:r>
            <a:r>
              <a:rPr lang="fr-CH" sz="2000" dirty="0" smtClean="0">
                <a:solidFill>
                  <a:schemeClr val="tx1"/>
                </a:solidFill>
              </a:rPr>
              <a:t>respectées</a:t>
            </a:r>
          </a:p>
          <a:p>
            <a:pPr marL="285750" indent="-285750" algn="just">
              <a:lnSpc>
                <a:spcPct val="110000"/>
              </a:lnSpc>
              <a:buFont typeface="Wingdings" panose="05000000000000000000" pitchFamily="2" charset="2"/>
              <a:buChar char="q"/>
            </a:pPr>
            <a:r>
              <a:rPr lang="fr-CH" sz="2000" dirty="0" smtClean="0">
                <a:solidFill>
                  <a:schemeClr val="tx1"/>
                </a:solidFill>
              </a:rPr>
              <a:t>Le titulaire de la décision en fait la demande</a:t>
            </a:r>
          </a:p>
          <a:p>
            <a:pPr algn="just">
              <a:lnSpc>
                <a:spcPct val="110000"/>
              </a:lnSpc>
            </a:pPr>
            <a:endParaRPr lang="fr-CH" sz="2000" dirty="0">
              <a:solidFill>
                <a:schemeClr val="tx1"/>
              </a:solidFill>
            </a:endParaRPr>
          </a:p>
          <a:p>
            <a:pPr algn="just">
              <a:lnSpc>
                <a:spcPct val="110000"/>
              </a:lnSpc>
            </a:pPr>
            <a:r>
              <a:rPr lang="fr-CH" sz="2000" dirty="0" smtClean="0">
                <a:solidFill>
                  <a:schemeClr val="tx1"/>
                </a:solidFill>
              </a:rPr>
              <a:t>L’autorité </a:t>
            </a:r>
            <a:r>
              <a:rPr lang="fr-CH" sz="2000" dirty="0">
                <a:solidFill>
                  <a:schemeClr val="tx1"/>
                </a:solidFill>
              </a:rPr>
              <a:t>douanière compétente pour arrêter la décision informe le titulaire de la révocation ou de la modification.</a:t>
            </a:r>
            <a:r>
              <a:rPr lang="fr-CH" sz="2000" dirty="0" smtClean="0">
                <a:solidFill>
                  <a:schemeClr val="tx1"/>
                </a:solidFill>
              </a:rPr>
              <a:t>‎</a:t>
            </a:r>
          </a:p>
          <a:p>
            <a:pPr algn="just">
              <a:lnSpc>
                <a:spcPct val="110000"/>
              </a:lnSpc>
            </a:pPr>
            <a:endParaRPr lang="fr-CH" sz="2000" dirty="0" smtClean="0">
              <a:solidFill>
                <a:schemeClr val="tx1"/>
              </a:solidFill>
            </a:endParaRPr>
          </a:p>
          <a:p>
            <a:pPr algn="just">
              <a:lnSpc>
                <a:spcPct val="110000"/>
              </a:lnSpc>
            </a:pPr>
            <a:r>
              <a:rPr lang="fr-CH" sz="1600" b="1" u="sng" dirty="0" smtClean="0">
                <a:solidFill>
                  <a:schemeClr val="tx1"/>
                </a:solidFill>
              </a:rPr>
              <a:t>NB</a:t>
            </a:r>
            <a:r>
              <a:rPr lang="fr-CH" sz="1600" dirty="0">
                <a:solidFill>
                  <a:schemeClr val="tx1"/>
                </a:solidFill>
              </a:rPr>
              <a:t>: Une décision suspendue est révoquée par l’autorité douanière compétente lorsque le titulaire de la décision ne parvient pas à prendre, dans le délai ‎prescrit, les mesures nécessaires pour satisfaire aux conditions fixées par la décision ou pour se conformer aux obligations qui lui incombent en vertu de cette ‎décision.‎</a:t>
            </a:r>
          </a:p>
          <a:p>
            <a:pPr algn="just">
              <a:lnSpc>
                <a:spcPct val="110000"/>
              </a:lnSpc>
            </a:pPr>
            <a:endParaRPr lang="fr-CH" sz="2000" dirty="0" smtClean="0">
              <a:solidFill>
                <a:schemeClr val="tx1"/>
              </a:solidFill>
            </a:endParaRPr>
          </a:p>
          <a:p>
            <a:pPr algn="just"/>
            <a:endParaRPr lang="fr-FR" sz="16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60</a:t>
            </a:fld>
            <a:endParaRPr lang="lb-LU"/>
          </a:p>
        </p:txBody>
      </p:sp>
    </p:spTree>
    <p:extLst>
      <p:ext uri="{BB962C8B-B14F-4D97-AF65-F5344CB8AC3E}">
        <p14:creationId xmlns:p14="http://schemas.microsoft.com/office/powerpoint/2010/main" val="2608350293"/>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8F520E-0D3C-4C73-96DF-B271C0F692B0}" type="slidenum">
              <a:rPr lang="lb-LU" smtClean="0"/>
              <a:t>61</a:t>
            </a:fld>
            <a:endParaRPr lang="lb-LU"/>
          </a:p>
        </p:txBody>
      </p:sp>
      <p:pic>
        <p:nvPicPr>
          <p:cNvPr id="3" name="Picture 2">
            <a:extLst>
              <a:ext uri="{FF2B5EF4-FFF2-40B4-BE49-F238E27FC236}">
                <a16:creationId xmlns:a16="http://schemas.microsoft.com/office/drawing/2014/main" id="{3FF68510-6122-408D-82DF-505A755CC33B}"/>
              </a:ext>
            </a:extLst>
          </p:cNvPr>
          <p:cNvPicPr/>
          <p:nvPr/>
        </p:nvPicPr>
        <p:blipFill>
          <a:blip r:embed="rId2"/>
          <a:stretch>
            <a:fillRect/>
          </a:stretch>
        </p:blipFill>
        <p:spPr>
          <a:xfrm>
            <a:off x="614767" y="2226108"/>
            <a:ext cx="7880841" cy="3434859"/>
          </a:xfrm>
          <a:prstGeom prst="rect">
            <a:avLst/>
          </a:prstGeom>
        </p:spPr>
      </p:pic>
    </p:spTree>
    <p:extLst>
      <p:ext uri="{BB962C8B-B14F-4D97-AF65-F5344CB8AC3E}">
        <p14:creationId xmlns:p14="http://schemas.microsoft.com/office/powerpoint/2010/main" val="22217915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9259" y="1903615"/>
            <a:ext cx="8415533"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Droit </a:t>
            </a:r>
            <a:r>
              <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d’être entendu</a:t>
            </a:r>
          </a:p>
        </p:txBody>
      </p:sp>
      <p:sp>
        <p:nvSpPr>
          <p:cNvPr id="3" name="Text Placeholder 2"/>
          <p:cNvSpPr>
            <a:spLocks noGrp="1"/>
          </p:cNvSpPr>
          <p:nvPr>
            <p:ph type="body" idx="1"/>
          </p:nvPr>
        </p:nvSpPr>
        <p:spPr>
          <a:xfrm>
            <a:off x="299260" y="3025834"/>
            <a:ext cx="8415532" cy="2404582"/>
          </a:xfrm>
        </p:spPr>
        <p:txBody>
          <a:bodyPr>
            <a:normAutofit/>
          </a:bodyPr>
          <a:lstStyle/>
          <a:p>
            <a:pPr algn="just">
              <a:lnSpc>
                <a:spcPct val="100000"/>
              </a:lnSpc>
              <a:spcAft>
                <a:spcPts val="1100"/>
              </a:spcAft>
            </a:pPr>
            <a:r>
              <a:rPr lang="fr-CH" sz="2000" dirty="0" smtClean="0">
                <a:solidFill>
                  <a:schemeClr val="tx1"/>
                </a:solidFill>
              </a:rPr>
              <a:t>‎</a:t>
            </a:r>
            <a:r>
              <a:rPr lang="fr-LU" sz="2000" dirty="0" smtClean="0">
                <a:solidFill>
                  <a:schemeClr val="tx1"/>
                </a:solidFill>
                <a:ea typeface="Calibri" panose="020F0502020204030204" pitchFamily="34" charset="0"/>
                <a:cs typeface="Times New Roman" panose="02020603050405020304" pitchFamily="18" charset="0"/>
              </a:rPr>
              <a:t>Avant </a:t>
            </a:r>
            <a:r>
              <a:rPr lang="fr-LU" sz="2000" dirty="0">
                <a:solidFill>
                  <a:schemeClr val="tx1"/>
                </a:solidFill>
                <a:ea typeface="Calibri" panose="020F0502020204030204" pitchFamily="34" charset="0"/>
                <a:cs typeface="Times New Roman" panose="02020603050405020304" pitchFamily="18" charset="0"/>
              </a:rPr>
              <a:t>de prendre une décision susceptible d'avoir des </a:t>
            </a:r>
            <a:r>
              <a:rPr lang="fr-LU" sz="2000" b="1" i="1" dirty="0">
                <a:solidFill>
                  <a:schemeClr val="tx1"/>
                </a:solidFill>
                <a:ea typeface="Calibri" panose="020F0502020204030204" pitchFamily="34" charset="0"/>
                <a:cs typeface="Times New Roman" panose="02020603050405020304" pitchFamily="18" charset="0"/>
              </a:rPr>
              <a:t>conséquences défavorables</a:t>
            </a:r>
            <a:r>
              <a:rPr lang="fr-LU" sz="2000" dirty="0">
                <a:solidFill>
                  <a:schemeClr val="tx1"/>
                </a:solidFill>
                <a:ea typeface="Calibri" panose="020F0502020204030204" pitchFamily="34" charset="0"/>
                <a:cs typeface="Times New Roman" panose="02020603050405020304" pitchFamily="18" charset="0"/>
              </a:rPr>
              <a:t> pour le demandeur, les autorités douanières informent le demandeur </a:t>
            </a:r>
            <a:r>
              <a:rPr lang="fr-LU" sz="2000" b="1" i="1" dirty="0">
                <a:solidFill>
                  <a:schemeClr val="tx1"/>
                </a:solidFill>
                <a:ea typeface="Calibri" panose="020F0502020204030204" pitchFamily="34" charset="0"/>
                <a:cs typeface="Times New Roman" panose="02020603050405020304" pitchFamily="18" charset="0"/>
              </a:rPr>
              <a:t>des motifs </a:t>
            </a:r>
            <a:r>
              <a:rPr lang="fr-LU" sz="2000" dirty="0">
                <a:solidFill>
                  <a:schemeClr val="tx1"/>
                </a:solidFill>
                <a:ea typeface="Calibri" panose="020F0502020204030204" pitchFamily="34" charset="0"/>
                <a:cs typeface="Times New Roman" panose="02020603050405020304" pitchFamily="18" charset="0"/>
              </a:rPr>
              <a:t>sur lesquels elles comptent fonder leur décision, lequel a la </a:t>
            </a:r>
            <a:r>
              <a:rPr lang="fr-LU" sz="2000" b="1" i="1" dirty="0">
                <a:solidFill>
                  <a:schemeClr val="tx1"/>
                </a:solidFill>
                <a:ea typeface="Calibri" panose="020F0502020204030204" pitchFamily="34" charset="0"/>
                <a:cs typeface="Times New Roman" panose="02020603050405020304" pitchFamily="18" charset="0"/>
              </a:rPr>
              <a:t>possibilité d'exprimer son point de vue</a:t>
            </a:r>
            <a:r>
              <a:rPr lang="fr-LU" sz="2000" dirty="0">
                <a:solidFill>
                  <a:schemeClr val="tx1"/>
                </a:solidFill>
                <a:ea typeface="Calibri" panose="020F0502020204030204" pitchFamily="34" charset="0"/>
                <a:cs typeface="Times New Roman" panose="02020603050405020304" pitchFamily="18" charset="0"/>
              </a:rPr>
              <a:t> dans un délai déterminé à compter de la date à laquelle il reçoit ou à laquelle il est réputé avoir reçu cette communication desdits motifs. À la suite de l'expiration de ce délai, le demandeur est informé, dans la forme appropriée, de la décision.</a:t>
            </a:r>
            <a:endParaRPr lang="en-US" sz="2000" dirty="0">
              <a:solidFill>
                <a:schemeClr val="tx1"/>
              </a:solidFill>
              <a:ea typeface="Calibri" panose="020F0502020204030204" pitchFamily="34" charset="0"/>
              <a:cs typeface="Times New Roman" panose="02020603050405020304" pitchFamily="18" charset="0"/>
            </a:endParaRPr>
          </a:p>
          <a:p>
            <a:pPr algn="just"/>
            <a:endParaRPr lang="fr-CH" sz="1600" dirty="0">
              <a:solidFill>
                <a:schemeClr val="tx1"/>
              </a:solidFill>
            </a:endParaRPr>
          </a:p>
          <a:p>
            <a:pPr algn="just"/>
            <a:endParaRPr lang="fr-FR" sz="16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62</a:t>
            </a:fld>
            <a:endParaRPr lang="lb-LU"/>
          </a:p>
        </p:txBody>
      </p:sp>
    </p:spTree>
    <p:extLst>
      <p:ext uri="{BB962C8B-B14F-4D97-AF65-F5344CB8AC3E}">
        <p14:creationId xmlns:p14="http://schemas.microsoft.com/office/powerpoint/2010/main" val="3174048328"/>
      </p:ext>
    </p:extLst>
  </p:cSld>
  <p:clrMapOvr>
    <a:masterClrMapping/>
  </p:clrMapOvr>
  <p:transition spd="slow">
    <p:push dir="u"/>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888" y="2204553"/>
            <a:ext cx="8154956" cy="577157"/>
          </a:xfrm>
        </p:spPr>
        <p:txBody>
          <a:bodyPr>
            <a:normAutofit/>
          </a:bodyPr>
          <a:lstStyle/>
          <a:p>
            <a:r>
              <a:rPr lang="fr-CH" dirty="0" smtClean="0"/>
              <a:t>‎Délai </a:t>
            </a:r>
            <a:r>
              <a:rPr lang="fr-CH" dirty="0"/>
              <a:t>applicable au droit d’être entendu</a:t>
            </a:r>
            <a:endParaRPr lang="en-US" dirty="0"/>
          </a:p>
        </p:txBody>
      </p:sp>
      <p:sp>
        <p:nvSpPr>
          <p:cNvPr id="3" name="Content Placeholder 2"/>
          <p:cNvSpPr>
            <a:spLocks noGrp="1"/>
          </p:cNvSpPr>
          <p:nvPr>
            <p:ph idx="1"/>
          </p:nvPr>
        </p:nvSpPr>
        <p:spPr>
          <a:xfrm>
            <a:off x="448888" y="3066039"/>
            <a:ext cx="8154956" cy="1720565"/>
          </a:xfrm>
        </p:spPr>
        <p:txBody>
          <a:bodyPr>
            <a:noAutofit/>
          </a:bodyPr>
          <a:lstStyle/>
          <a:p>
            <a:pPr marL="0" lvl="0" indent="0" algn="just">
              <a:lnSpc>
                <a:spcPct val="100000"/>
              </a:lnSpc>
              <a:buNone/>
            </a:pPr>
            <a:r>
              <a:rPr lang="fr-CH" sz="2000" dirty="0" smtClean="0"/>
              <a:t>La </a:t>
            </a:r>
            <a:r>
              <a:rPr lang="fr-CH" sz="2000" dirty="0"/>
              <a:t>personne à qui la communication est faite dispose d’un délai de </a:t>
            </a:r>
            <a:r>
              <a:rPr lang="fr-CH" sz="2000" b="1" dirty="0"/>
              <a:t>30 jours </a:t>
            </a:r>
            <a:r>
              <a:rPr lang="fr-CH" sz="2000" dirty="0"/>
              <a:t>calendrier à compter du troisième jour ouvrable qui suit la date d’envoi de la ‎communication pour exprimer son point de vue par écrit. Si cette personne ne fait pas connaître son point de vue dans ce délai, il est considéré qu’elle a ‎renoncé à la possibilité d’exprimer son point </a:t>
            </a:r>
            <a:r>
              <a:rPr lang="fr-CH" sz="2000" dirty="0" smtClean="0"/>
              <a:t>de </a:t>
            </a:r>
            <a:r>
              <a:rPr lang="fr-CH" sz="2000" dirty="0"/>
              <a:t>vue.</a:t>
            </a:r>
            <a:r>
              <a:rPr lang="fr-CH" sz="2000" dirty="0" smtClean="0"/>
              <a:t>‎</a:t>
            </a:r>
          </a:p>
          <a:p>
            <a:pPr marL="0" lvl="0" indent="0" algn="just">
              <a:lnSpc>
                <a:spcPct val="100000"/>
              </a:lnSpc>
              <a:buNone/>
            </a:pPr>
            <a:endParaRPr lang="fr-CH"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63</a:t>
            </a:fld>
            <a:endParaRPr lang="lb-LU"/>
          </a:p>
        </p:txBody>
      </p:sp>
    </p:spTree>
    <p:extLst>
      <p:ext uri="{BB962C8B-B14F-4D97-AF65-F5344CB8AC3E}">
        <p14:creationId xmlns:p14="http://schemas.microsoft.com/office/powerpoint/2010/main" val="253106308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2555" y="1318145"/>
            <a:ext cx="8304244" cy="577157"/>
          </a:xfrm>
        </p:spPr>
        <p:txBody>
          <a:bodyPr>
            <a:normAutofit fontScale="90000"/>
          </a:bodyPr>
          <a:lstStyle/>
          <a:p>
            <a:r>
              <a:rPr lang="fr-CH" dirty="0" smtClean="0"/>
              <a:t>‎‎Procédure </a:t>
            </a:r>
            <a:r>
              <a:rPr lang="fr-CH" dirty="0"/>
              <a:t>générale applicable au droit d’être entendu</a:t>
            </a:r>
            <a:endParaRPr lang="en-US" dirty="0"/>
          </a:p>
        </p:txBody>
      </p:sp>
      <p:sp>
        <p:nvSpPr>
          <p:cNvPr id="3" name="Content Placeholder 2"/>
          <p:cNvSpPr>
            <a:spLocks noGrp="1"/>
          </p:cNvSpPr>
          <p:nvPr>
            <p:ph idx="1"/>
          </p:nvPr>
        </p:nvSpPr>
        <p:spPr>
          <a:xfrm>
            <a:off x="382555" y="2011679"/>
            <a:ext cx="8304245" cy="4547064"/>
          </a:xfrm>
        </p:spPr>
        <p:txBody>
          <a:bodyPr>
            <a:noAutofit/>
          </a:bodyPr>
          <a:lstStyle/>
          <a:p>
            <a:pPr marL="0" lvl="0" indent="0" algn="just">
              <a:lnSpc>
                <a:spcPct val="100000"/>
              </a:lnSpc>
              <a:buNone/>
            </a:pPr>
            <a:r>
              <a:rPr lang="fr-CH" sz="2000" dirty="0" smtClean="0"/>
              <a:t>La </a:t>
            </a:r>
            <a:r>
              <a:rPr lang="fr-CH" sz="2000" dirty="0"/>
              <a:t>communication visée à l’article 22(6) du code :</a:t>
            </a:r>
            <a:r>
              <a:rPr lang="fr-CH" sz="2000" dirty="0" smtClean="0"/>
              <a:t>‎‎</a:t>
            </a:r>
          </a:p>
          <a:p>
            <a:pPr lvl="0" algn="just">
              <a:lnSpc>
                <a:spcPct val="100000"/>
              </a:lnSpc>
              <a:buFont typeface="Wingdings" panose="05000000000000000000" pitchFamily="2" charset="2"/>
              <a:buChar char="q"/>
            </a:pPr>
            <a:r>
              <a:rPr lang="fr-CH" sz="2000" dirty="0" smtClean="0"/>
              <a:t> comprend </a:t>
            </a:r>
            <a:r>
              <a:rPr lang="fr-CH" sz="2000" dirty="0"/>
              <a:t>la mention des documents et des informations sur lesquels les autorités comptent fonder leur </a:t>
            </a:r>
            <a:r>
              <a:rPr lang="fr-CH" sz="2000" dirty="0" smtClean="0"/>
              <a:t>décision</a:t>
            </a:r>
          </a:p>
          <a:p>
            <a:pPr lvl="0" algn="just">
              <a:lnSpc>
                <a:spcPct val="100000"/>
              </a:lnSpc>
              <a:buFont typeface="Wingdings" panose="05000000000000000000" pitchFamily="2" charset="2"/>
              <a:buChar char="q"/>
            </a:pPr>
            <a:r>
              <a:rPr lang="fr-CH" sz="2000" dirty="0"/>
              <a:t> </a:t>
            </a:r>
            <a:r>
              <a:rPr lang="fr-CH" sz="2000" dirty="0" smtClean="0"/>
              <a:t>indique </a:t>
            </a:r>
            <a:r>
              <a:rPr lang="fr-CH" sz="2000" dirty="0"/>
              <a:t>le délai dont dispose la personne concernée pour exprimer son point de </a:t>
            </a:r>
            <a:r>
              <a:rPr lang="fr-CH" sz="2000" dirty="0" smtClean="0"/>
              <a:t>vue</a:t>
            </a:r>
          </a:p>
          <a:p>
            <a:pPr lvl="0" algn="just">
              <a:lnSpc>
                <a:spcPct val="100000"/>
              </a:lnSpc>
              <a:buFont typeface="Wingdings" panose="05000000000000000000" pitchFamily="2" charset="2"/>
              <a:buChar char="q"/>
            </a:pPr>
            <a:r>
              <a:rPr lang="fr-CH" sz="2000" dirty="0"/>
              <a:t> </a:t>
            </a:r>
            <a:r>
              <a:rPr lang="fr-CH" sz="2000" dirty="0" smtClean="0"/>
              <a:t>inclut </a:t>
            </a:r>
            <a:r>
              <a:rPr lang="fr-CH" sz="2000" dirty="0"/>
              <a:t>la mention du droit de la personne concernée d’avoir accès aux documents et aux </a:t>
            </a:r>
            <a:r>
              <a:rPr lang="fr-CH" sz="2000" dirty="0" smtClean="0"/>
              <a:t>informations</a:t>
            </a:r>
          </a:p>
          <a:p>
            <a:pPr marL="0" lvl="0" indent="0" algn="just">
              <a:lnSpc>
                <a:spcPct val="100000"/>
              </a:lnSpc>
              <a:buNone/>
            </a:pPr>
            <a:endParaRPr lang="fr-CH" sz="2000" dirty="0"/>
          </a:p>
          <a:p>
            <a:pPr marL="0" lvl="0" indent="0" algn="just">
              <a:lnSpc>
                <a:spcPct val="100000"/>
              </a:lnSpc>
              <a:buNone/>
            </a:pPr>
            <a:r>
              <a:rPr lang="fr-CH" sz="1600" b="1" dirty="0" smtClean="0"/>
              <a:t>NB</a:t>
            </a:r>
            <a:r>
              <a:rPr lang="fr-CH" sz="1600" dirty="0" smtClean="0"/>
              <a:t>: </a:t>
            </a:r>
            <a:r>
              <a:rPr lang="fr-CH" sz="1600" dirty="0"/>
              <a:t>Dans le cas où la personne concernée donne son point de vue avant l’expiration du délai de 30 jours, les autorités douanières peuvent procéder à ‎l’adoption de la </a:t>
            </a:r>
            <a:r>
              <a:rPr lang="fr-CH" sz="1600" dirty="0" smtClean="0"/>
              <a:t>décision. </a:t>
            </a:r>
            <a:r>
              <a:rPr lang="fr-CH" sz="1600" dirty="0"/>
              <a:t>Si aucune réponse n’est reçue endéans le délai de 30 jours, la décision est prise à l’expiration de ce délai. </a:t>
            </a:r>
            <a:r>
              <a:rPr lang="fr-CH" sz="2000" dirty="0"/>
              <a:t>‎</a:t>
            </a:r>
          </a:p>
          <a:p>
            <a:pPr marL="0" lvl="0" indent="0" algn="just">
              <a:buNone/>
            </a:pPr>
            <a:endParaRPr lang="fr-CH"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64</a:t>
            </a:fld>
            <a:endParaRPr lang="lb-LU"/>
          </a:p>
        </p:txBody>
      </p:sp>
    </p:spTree>
    <p:extLst>
      <p:ext uri="{BB962C8B-B14F-4D97-AF65-F5344CB8AC3E}">
        <p14:creationId xmlns:p14="http://schemas.microsoft.com/office/powerpoint/2010/main" val="20931848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889" y="1318145"/>
            <a:ext cx="8004646" cy="577157"/>
          </a:xfrm>
        </p:spPr>
        <p:txBody>
          <a:bodyPr>
            <a:normAutofit/>
          </a:bodyPr>
          <a:lstStyle/>
          <a:p>
            <a:r>
              <a:rPr lang="fr-CH" dirty="0" smtClean="0"/>
              <a:t>‎‎‎Exceptions</a:t>
            </a:r>
            <a:endParaRPr lang="en-US" dirty="0"/>
          </a:p>
        </p:txBody>
      </p:sp>
      <p:sp>
        <p:nvSpPr>
          <p:cNvPr id="3" name="Content Placeholder 2"/>
          <p:cNvSpPr>
            <a:spLocks noGrp="1"/>
          </p:cNvSpPr>
          <p:nvPr>
            <p:ph idx="1"/>
          </p:nvPr>
        </p:nvSpPr>
        <p:spPr>
          <a:xfrm>
            <a:off x="448889" y="2011678"/>
            <a:ext cx="8004646" cy="4397435"/>
          </a:xfrm>
        </p:spPr>
        <p:txBody>
          <a:bodyPr>
            <a:noAutofit/>
          </a:bodyPr>
          <a:lstStyle/>
          <a:p>
            <a:pPr marL="0" lvl="0" indent="0" algn="just">
              <a:lnSpc>
                <a:spcPct val="100000"/>
              </a:lnSpc>
              <a:buNone/>
            </a:pPr>
            <a:r>
              <a:rPr lang="fr-CH" sz="2000" dirty="0" smtClean="0"/>
              <a:t>Le </a:t>
            </a:r>
            <a:r>
              <a:rPr lang="fr-CH" sz="2000" dirty="0"/>
              <a:t>droit d’être entendu ne s'applique </a:t>
            </a:r>
            <a:r>
              <a:rPr lang="fr-CH" sz="2000" dirty="0" smtClean="0"/>
              <a:t>pas dans les </a:t>
            </a:r>
            <a:r>
              <a:rPr lang="fr-CH" sz="2000" dirty="0"/>
              <a:t>cas suivants :</a:t>
            </a:r>
            <a:r>
              <a:rPr lang="fr-CH" sz="2000" dirty="0" smtClean="0"/>
              <a:t>‎</a:t>
            </a:r>
            <a:endParaRPr lang="fr-CH" sz="2000" dirty="0"/>
          </a:p>
          <a:p>
            <a:pPr lvl="0" algn="just">
              <a:lnSpc>
                <a:spcPct val="100000"/>
              </a:lnSpc>
              <a:buFont typeface="Wingdings" panose="05000000000000000000" pitchFamily="2" charset="2"/>
              <a:buChar char="q"/>
            </a:pPr>
            <a:r>
              <a:rPr lang="fr-CH" sz="2000" dirty="0" smtClean="0"/>
              <a:t> Décision </a:t>
            </a:r>
            <a:r>
              <a:rPr lang="fr-CH" sz="2000" dirty="0"/>
              <a:t>en matière de renseignements tarifaires contraignants (</a:t>
            </a:r>
            <a:r>
              <a:rPr lang="fr-CH" sz="2000" dirty="0" smtClean="0"/>
              <a:t>RTC)</a:t>
            </a:r>
          </a:p>
          <a:p>
            <a:pPr lvl="0" algn="just">
              <a:lnSpc>
                <a:spcPct val="100000"/>
              </a:lnSpc>
              <a:buFont typeface="Wingdings" panose="05000000000000000000" pitchFamily="2" charset="2"/>
              <a:buChar char="q"/>
            </a:pPr>
            <a:r>
              <a:rPr lang="fr-CH" sz="2000" dirty="0"/>
              <a:t> </a:t>
            </a:r>
            <a:r>
              <a:rPr lang="fr-CH" sz="2000" dirty="0" smtClean="0"/>
              <a:t>Bénéfice </a:t>
            </a:r>
            <a:r>
              <a:rPr lang="fr-CH" sz="2000" dirty="0"/>
              <a:t>d'un contingent tarifaire refusé parce que le volume prévu du contingent tarifaire est atteint</a:t>
            </a:r>
            <a:r>
              <a:rPr lang="fr-CH" sz="2000" dirty="0" smtClean="0"/>
              <a:t>‎</a:t>
            </a:r>
          </a:p>
          <a:p>
            <a:pPr lvl="0" algn="just">
              <a:lnSpc>
                <a:spcPct val="100000"/>
              </a:lnSpc>
              <a:buFont typeface="Wingdings" panose="05000000000000000000" pitchFamily="2" charset="2"/>
              <a:buChar char="q"/>
            </a:pPr>
            <a:r>
              <a:rPr lang="fr-CH" sz="2000" dirty="0"/>
              <a:t> </a:t>
            </a:r>
            <a:r>
              <a:rPr lang="fr-CH" sz="2000" dirty="0" smtClean="0"/>
              <a:t>Décision </a:t>
            </a:r>
            <a:r>
              <a:rPr lang="fr-CH" sz="2000" dirty="0"/>
              <a:t>risquerait de mettre en péril la sécurité et la sûreté de l'Union et de ses résidents, pour la ‎santé des personnes, des animaux ou des végétaux, pour l'environnement ou les consommateurs </a:t>
            </a:r>
            <a:r>
              <a:rPr lang="fr-CH" sz="2000" dirty="0" smtClean="0"/>
              <a:t>l'exige</a:t>
            </a:r>
          </a:p>
          <a:p>
            <a:pPr lvl="0" algn="just">
              <a:lnSpc>
                <a:spcPct val="100000"/>
              </a:lnSpc>
              <a:buFont typeface="Wingdings" panose="05000000000000000000" pitchFamily="2" charset="2"/>
              <a:buChar char="q"/>
            </a:pPr>
            <a:r>
              <a:rPr lang="fr-CH" sz="2000" dirty="0"/>
              <a:t> </a:t>
            </a:r>
            <a:r>
              <a:rPr lang="fr-CH" sz="2000" dirty="0" smtClean="0"/>
              <a:t>Décision </a:t>
            </a:r>
            <a:r>
              <a:rPr lang="fr-CH" sz="2000" dirty="0"/>
              <a:t>visant à assurer la mise en œuvre d'une autre décision ayant donné lieu à un droit d'être </a:t>
            </a:r>
            <a:r>
              <a:rPr lang="fr-CH" sz="2000" dirty="0" smtClean="0"/>
              <a:t>entendu</a:t>
            </a:r>
          </a:p>
          <a:p>
            <a:pPr lvl="0" algn="just">
              <a:lnSpc>
                <a:spcPct val="100000"/>
              </a:lnSpc>
              <a:buFont typeface="Wingdings" panose="05000000000000000000" pitchFamily="2" charset="2"/>
              <a:buChar char="q"/>
            </a:pPr>
            <a:r>
              <a:rPr lang="fr-CH" sz="2000" dirty="0"/>
              <a:t> </a:t>
            </a:r>
            <a:r>
              <a:rPr lang="fr-CH" sz="2000" dirty="0" smtClean="0"/>
              <a:t>Décision </a:t>
            </a:r>
            <a:r>
              <a:rPr lang="fr-CH" sz="2000" dirty="0"/>
              <a:t>risquerait de porter préjudice à des enquêtes entamées pour lutter contre la fraude </a:t>
            </a:r>
          </a:p>
          <a:p>
            <a:pPr marL="0" lvl="0" indent="0" algn="just">
              <a:buNone/>
            </a:pPr>
            <a:endParaRPr lang="fr-CH" sz="2000" dirty="0"/>
          </a:p>
        </p:txBody>
      </p:sp>
      <p:sp>
        <p:nvSpPr>
          <p:cNvPr id="4" name="Slide Number Placeholder 3"/>
          <p:cNvSpPr>
            <a:spLocks noGrp="1"/>
          </p:cNvSpPr>
          <p:nvPr>
            <p:ph type="sldNum" sz="quarter" idx="12"/>
          </p:nvPr>
        </p:nvSpPr>
        <p:spPr/>
        <p:txBody>
          <a:bodyPr/>
          <a:lstStyle/>
          <a:p>
            <a:fld id="{C58F520E-0D3C-4C73-96DF-B271C0F692B0}" type="slidenum">
              <a:rPr lang="lb-LU" smtClean="0"/>
              <a:t>65</a:t>
            </a:fld>
            <a:endParaRPr lang="lb-LU"/>
          </a:p>
        </p:txBody>
      </p:sp>
    </p:spTree>
    <p:extLst>
      <p:ext uri="{BB962C8B-B14F-4D97-AF65-F5344CB8AC3E}">
        <p14:creationId xmlns:p14="http://schemas.microsoft.com/office/powerpoint/2010/main" val="16260092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889" y="1318145"/>
            <a:ext cx="7948662" cy="577157"/>
          </a:xfrm>
        </p:spPr>
        <p:txBody>
          <a:bodyPr>
            <a:normAutofit/>
          </a:bodyPr>
          <a:lstStyle/>
          <a:p>
            <a:r>
              <a:rPr lang="fr-CH" dirty="0" smtClean="0"/>
              <a:t>‎‎‎Exceptions</a:t>
            </a:r>
            <a:endParaRPr lang="en-US" dirty="0"/>
          </a:p>
        </p:txBody>
      </p:sp>
      <p:sp>
        <p:nvSpPr>
          <p:cNvPr id="3" name="Content Placeholder 2"/>
          <p:cNvSpPr>
            <a:spLocks noGrp="1"/>
          </p:cNvSpPr>
          <p:nvPr>
            <p:ph idx="1"/>
          </p:nvPr>
        </p:nvSpPr>
        <p:spPr>
          <a:xfrm>
            <a:off x="448889" y="2011678"/>
            <a:ext cx="7948662" cy="4529081"/>
          </a:xfrm>
        </p:spPr>
        <p:txBody>
          <a:bodyPr>
            <a:noAutofit/>
          </a:bodyPr>
          <a:lstStyle/>
          <a:p>
            <a:pPr lvl="0" algn="just">
              <a:lnSpc>
                <a:spcPct val="100000"/>
              </a:lnSpc>
              <a:buFont typeface="Wingdings" panose="05000000000000000000" pitchFamily="2" charset="2"/>
              <a:buChar char="q"/>
            </a:pPr>
            <a:r>
              <a:rPr lang="fr-CH" sz="2000" dirty="0" smtClean="0"/>
              <a:t> Demande </a:t>
            </a:r>
            <a:r>
              <a:rPr lang="fr-CH" sz="2000" dirty="0"/>
              <a:t>de décision ne remplit pas les conditions fixées à l’article 11 </a:t>
            </a:r>
            <a:r>
              <a:rPr lang="fr-CH" sz="2000" dirty="0" smtClean="0"/>
              <a:t>   du RD (= conditions d'acceptation)</a:t>
            </a:r>
          </a:p>
          <a:p>
            <a:pPr lvl="0" algn="just">
              <a:lnSpc>
                <a:spcPct val="100000"/>
              </a:lnSpc>
              <a:buFont typeface="Wingdings" panose="05000000000000000000" pitchFamily="2" charset="2"/>
              <a:buChar char="q"/>
            </a:pPr>
            <a:r>
              <a:rPr lang="fr-CH" sz="2000" dirty="0"/>
              <a:t> </a:t>
            </a:r>
            <a:r>
              <a:rPr lang="fr-CH" sz="2000" dirty="0" smtClean="0"/>
              <a:t>Notification « Do </a:t>
            </a:r>
            <a:r>
              <a:rPr lang="fr-CH" sz="2000" dirty="0"/>
              <a:t>Not </a:t>
            </a:r>
            <a:r>
              <a:rPr lang="fr-CH" sz="2000" dirty="0" err="1"/>
              <a:t>Load</a:t>
            </a:r>
            <a:r>
              <a:rPr lang="fr-CH" sz="2000" dirty="0"/>
              <a:t> (DNL</a:t>
            </a:r>
            <a:r>
              <a:rPr lang="fr-CH" sz="2000" dirty="0" smtClean="0"/>
              <a:t>) » </a:t>
            </a:r>
            <a:r>
              <a:rPr lang="fr-CH" sz="2000" dirty="0"/>
              <a:t>envoyée à la personne ayant déposé la DSE que les marchandises ne doivent pas être chargées sur le navire ou </a:t>
            </a:r>
            <a:r>
              <a:rPr lang="fr-CH" sz="2000" dirty="0" smtClean="0"/>
              <a:t>l'aéronef</a:t>
            </a:r>
          </a:p>
          <a:p>
            <a:pPr lvl="0" algn="just">
              <a:lnSpc>
                <a:spcPct val="100000"/>
              </a:lnSpc>
              <a:buFont typeface="Wingdings" panose="05000000000000000000" pitchFamily="2" charset="2"/>
              <a:buChar char="q"/>
            </a:pPr>
            <a:r>
              <a:rPr lang="fr-CH" sz="2000" dirty="0"/>
              <a:t> </a:t>
            </a:r>
            <a:r>
              <a:rPr lang="fr-CH" sz="2000" dirty="0" smtClean="0"/>
              <a:t>Décision </a:t>
            </a:r>
            <a:r>
              <a:rPr lang="fr-CH" sz="2000" dirty="0"/>
              <a:t>concerne la notification au demandeur d’une décision de la Commission dans le cadre d'un remboursement</a:t>
            </a:r>
            <a:r>
              <a:rPr lang="fr-CH" sz="2000" dirty="0" smtClean="0"/>
              <a:t>‎</a:t>
            </a:r>
          </a:p>
          <a:p>
            <a:pPr lvl="0" algn="just">
              <a:lnSpc>
                <a:spcPct val="100000"/>
              </a:lnSpc>
              <a:buFont typeface="Wingdings" panose="05000000000000000000" pitchFamily="2" charset="2"/>
              <a:buChar char="q"/>
            </a:pPr>
            <a:r>
              <a:rPr lang="fr-CH" sz="2000" dirty="0"/>
              <a:t> </a:t>
            </a:r>
            <a:r>
              <a:rPr lang="fr-CH" sz="2000" dirty="0" smtClean="0"/>
              <a:t>Décision </a:t>
            </a:r>
            <a:r>
              <a:rPr lang="fr-CH" sz="2000" dirty="0"/>
              <a:t>d'invalidation d'un numéro EORI</a:t>
            </a:r>
            <a:r>
              <a:rPr lang="fr-CH" sz="2000" dirty="0" smtClean="0"/>
              <a:t>‎</a:t>
            </a:r>
          </a:p>
          <a:p>
            <a:pPr marL="0" lvl="0" indent="0" algn="just">
              <a:lnSpc>
                <a:spcPct val="100000"/>
              </a:lnSpc>
              <a:buNone/>
            </a:pPr>
            <a:endParaRPr lang="fr-CH" sz="2000" dirty="0"/>
          </a:p>
          <a:p>
            <a:pPr marL="0" lvl="0" indent="0" algn="just">
              <a:lnSpc>
                <a:spcPct val="100000"/>
              </a:lnSpc>
              <a:buNone/>
            </a:pPr>
            <a:r>
              <a:rPr lang="fr-CH" sz="2000" b="1" dirty="0" smtClean="0"/>
              <a:t>Une </a:t>
            </a:r>
            <a:r>
              <a:rPr lang="fr-CH" sz="2000" b="1" dirty="0"/>
              <a:t>décision qui a des conséquences défavorables pour le demandeur expose les motifs et mentionne le droit de recours prévu à l'article 44 du CDU.‎</a:t>
            </a:r>
          </a:p>
        </p:txBody>
      </p:sp>
      <p:sp>
        <p:nvSpPr>
          <p:cNvPr id="4" name="Slide Number Placeholder 3"/>
          <p:cNvSpPr>
            <a:spLocks noGrp="1"/>
          </p:cNvSpPr>
          <p:nvPr>
            <p:ph type="sldNum" sz="quarter" idx="12"/>
          </p:nvPr>
        </p:nvSpPr>
        <p:spPr/>
        <p:txBody>
          <a:bodyPr/>
          <a:lstStyle/>
          <a:p>
            <a:fld id="{C58F520E-0D3C-4C73-96DF-B271C0F692B0}" type="slidenum">
              <a:rPr lang="lb-LU" smtClean="0"/>
              <a:t>66</a:t>
            </a:fld>
            <a:endParaRPr lang="lb-LU"/>
          </a:p>
        </p:txBody>
      </p:sp>
    </p:spTree>
    <p:extLst>
      <p:ext uri="{BB962C8B-B14F-4D97-AF65-F5344CB8AC3E}">
        <p14:creationId xmlns:p14="http://schemas.microsoft.com/office/powerpoint/2010/main" val="42927318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2263" y="1458799"/>
            <a:ext cx="8058593" cy="781397"/>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fr-FR" sz="4000" dirty="0" smtClean="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Droit </a:t>
            </a:r>
            <a:r>
              <a:rPr lang="fr-FR" sz="4000" dirty="0">
                <a:ln w="0"/>
                <a:solidFill>
                  <a:schemeClr val="tx1"/>
                </a:solidFill>
                <a:effectLst>
                  <a:outerShdw blurRad="38100" dist="25400" dir="5400000" algn="ctr" rotWithShape="0">
                    <a:srgbClr val="6E747A">
                      <a:alpha val="43000"/>
                    </a:srgbClr>
                  </a:outerShdw>
                  <a:reflection blurRad="6350" stA="60000" endA="900" endPos="58000" dir="5400000" sy="-100000" algn="bl" rotWithShape="0"/>
                </a:effectLst>
              </a:rPr>
              <a:t>de recours</a:t>
            </a:r>
          </a:p>
        </p:txBody>
      </p:sp>
      <p:sp>
        <p:nvSpPr>
          <p:cNvPr id="3" name="Text Placeholder 2"/>
          <p:cNvSpPr>
            <a:spLocks noGrp="1"/>
          </p:cNvSpPr>
          <p:nvPr>
            <p:ph type="body" idx="1"/>
          </p:nvPr>
        </p:nvSpPr>
        <p:spPr>
          <a:xfrm>
            <a:off x="432263" y="2493819"/>
            <a:ext cx="8058594" cy="3384468"/>
          </a:xfrm>
        </p:spPr>
        <p:txBody>
          <a:bodyPr>
            <a:normAutofit/>
          </a:bodyPr>
          <a:lstStyle/>
          <a:p>
            <a:pPr algn="just">
              <a:lnSpc>
                <a:spcPct val="100000"/>
              </a:lnSpc>
              <a:spcAft>
                <a:spcPts val="1100"/>
              </a:spcAft>
            </a:pPr>
            <a:r>
              <a:rPr lang="fr-CH" sz="2000" dirty="0" smtClean="0">
                <a:solidFill>
                  <a:schemeClr val="tx1"/>
                </a:solidFill>
              </a:rPr>
              <a:t>‎</a:t>
            </a:r>
            <a:r>
              <a:rPr lang="fr-CH" sz="2000" dirty="0" smtClean="0">
                <a:solidFill>
                  <a:schemeClr val="tx1"/>
                </a:solidFill>
                <a:ea typeface="Calibri" panose="020F0502020204030204" pitchFamily="34" charset="0"/>
                <a:cs typeface="Times New Roman" panose="02020603050405020304" pitchFamily="18" charset="0"/>
              </a:rPr>
              <a:t>Toute </a:t>
            </a:r>
            <a:r>
              <a:rPr lang="fr-CH" sz="2000" dirty="0">
                <a:solidFill>
                  <a:schemeClr val="tx1"/>
                </a:solidFill>
                <a:ea typeface="Calibri" panose="020F0502020204030204" pitchFamily="34" charset="0"/>
                <a:cs typeface="Times New Roman" panose="02020603050405020304" pitchFamily="18" charset="0"/>
              </a:rPr>
              <a:t>personne a le droit d’exercer un recours administratif contre:‎</a:t>
            </a:r>
            <a:endParaRPr lang="fr-CH" sz="2000" dirty="0">
              <a:solidFill>
                <a:schemeClr val="tx1"/>
              </a:solidFill>
            </a:endParaRPr>
          </a:p>
          <a:p>
            <a:pPr marL="285750" indent="-285750" algn="just">
              <a:lnSpc>
                <a:spcPct val="100000"/>
              </a:lnSpc>
              <a:buFont typeface="Wingdings" panose="05000000000000000000" pitchFamily="2" charset="2"/>
              <a:buChar char="q"/>
            </a:pPr>
            <a:r>
              <a:rPr lang="fr-CH" sz="2000" dirty="0">
                <a:solidFill>
                  <a:schemeClr val="tx1"/>
                </a:solidFill>
              </a:rPr>
              <a:t>Les décisions qui le concernent directement et ‎</a:t>
            </a:r>
            <a:r>
              <a:rPr lang="fr-CH" sz="2000" dirty="0" smtClean="0">
                <a:solidFill>
                  <a:schemeClr val="tx1"/>
                </a:solidFill>
              </a:rPr>
              <a:t>individuellement</a:t>
            </a:r>
          </a:p>
          <a:p>
            <a:pPr marL="285750" indent="-285750" algn="just">
              <a:lnSpc>
                <a:spcPct val="100000"/>
              </a:lnSpc>
              <a:buFont typeface="Wingdings" panose="05000000000000000000" pitchFamily="2" charset="2"/>
              <a:buChar char="q"/>
            </a:pPr>
            <a:r>
              <a:rPr lang="fr-CH" sz="2000" dirty="0">
                <a:solidFill>
                  <a:schemeClr val="tx1"/>
                </a:solidFill>
              </a:rPr>
              <a:t>L’absence de décision dans le délai déterminé à ‎cet effet par la </a:t>
            </a:r>
            <a:r>
              <a:rPr lang="fr-CH" sz="2000" dirty="0" smtClean="0">
                <a:solidFill>
                  <a:schemeClr val="tx1"/>
                </a:solidFill>
              </a:rPr>
              <a:t>législation (Article </a:t>
            </a:r>
            <a:r>
              <a:rPr lang="fr-CH" sz="2000" dirty="0">
                <a:solidFill>
                  <a:schemeClr val="tx1"/>
                </a:solidFill>
              </a:rPr>
              <a:t>22, paragraphe 3‎)</a:t>
            </a:r>
            <a:r>
              <a:rPr lang="fr-CH" sz="2000" dirty="0" smtClean="0">
                <a:solidFill>
                  <a:schemeClr val="tx1"/>
                </a:solidFill>
              </a:rPr>
              <a:t>‎</a:t>
            </a:r>
          </a:p>
          <a:p>
            <a:pPr algn="just">
              <a:lnSpc>
                <a:spcPct val="100000"/>
              </a:lnSpc>
            </a:pPr>
            <a:endParaRPr lang="fr-CH" sz="2000" dirty="0">
              <a:solidFill>
                <a:schemeClr val="tx1"/>
              </a:solidFill>
            </a:endParaRPr>
          </a:p>
          <a:p>
            <a:pPr algn="just">
              <a:lnSpc>
                <a:spcPct val="100000"/>
              </a:lnSpc>
            </a:pPr>
            <a:r>
              <a:rPr lang="fr-CH" sz="2000" b="1" dirty="0">
                <a:solidFill>
                  <a:schemeClr val="tx1"/>
                </a:solidFill>
              </a:rPr>
              <a:t>L’Administration des douanes et accises statue par décision motivée sur le recours administratif et notifie sa décision au requérant par lettre recommandée à ‎la poste.‎</a:t>
            </a:r>
          </a:p>
          <a:p>
            <a:pPr algn="just"/>
            <a:endParaRPr lang="fr-FR" sz="1600" dirty="0">
              <a:solidFill>
                <a:schemeClr val="tx1"/>
              </a:solidFill>
            </a:endParaRPr>
          </a:p>
        </p:txBody>
      </p:sp>
      <p:sp>
        <p:nvSpPr>
          <p:cNvPr id="4" name="Slide Number Placeholder 3"/>
          <p:cNvSpPr>
            <a:spLocks noGrp="1"/>
          </p:cNvSpPr>
          <p:nvPr>
            <p:ph type="sldNum" sz="quarter" idx="12"/>
          </p:nvPr>
        </p:nvSpPr>
        <p:spPr/>
        <p:txBody>
          <a:bodyPr/>
          <a:lstStyle/>
          <a:p>
            <a:fld id="{C58F520E-0D3C-4C73-96DF-B271C0F692B0}" type="slidenum">
              <a:rPr lang="lb-LU" smtClean="0"/>
              <a:t>67</a:t>
            </a:fld>
            <a:endParaRPr lang="lb-LU"/>
          </a:p>
        </p:txBody>
      </p:sp>
    </p:spTree>
    <p:extLst>
      <p:ext uri="{BB962C8B-B14F-4D97-AF65-F5344CB8AC3E}">
        <p14:creationId xmlns:p14="http://schemas.microsoft.com/office/powerpoint/2010/main" val="3403324591"/>
      </p:ext>
    </p:extLst>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8889" y="1318145"/>
            <a:ext cx="8032638" cy="577157"/>
          </a:xfrm>
        </p:spPr>
        <p:txBody>
          <a:bodyPr>
            <a:normAutofit/>
          </a:bodyPr>
          <a:lstStyle/>
          <a:p>
            <a:r>
              <a:rPr lang="fr-CH" dirty="0" smtClean="0"/>
              <a:t>‎‎‎Droit </a:t>
            </a:r>
            <a:r>
              <a:rPr lang="fr-CH" dirty="0"/>
              <a:t>de recours</a:t>
            </a:r>
            <a:endParaRPr lang="en-US" dirty="0"/>
          </a:p>
        </p:txBody>
      </p:sp>
      <p:sp>
        <p:nvSpPr>
          <p:cNvPr id="3" name="Content Placeholder 2"/>
          <p:cNvSpPr>
            <a:spLocks noGrp="1"/>
          </p:cNvSpPr>
          <p:nvPr>
            <p:ph idx="1"/>
          </p:nvPr>
        </p:nvSpPr>
        <p:spPr>
          <a:xfrm>
            <a:off x="448889" y="1895302"/>
            <a:ext cx="8032638" cy="4580143"/>
          </a:xfrm>
        </p:spPr>
        <p:txBody>
          <a:bodyPr>
            <a:noAutofit/>
          </a:bodyPr>
          <a:lstStyle/>
          <a:p>
            <a:pPr marL="0" lvl="0" indent="0" algn="just">
              <a:lnSpc>
                <a:spcPct val="100000"/>
              </a:lnSpc>
              <a:buNone/>
            </a:pPr>
            <a:r>
              <a:rPr lang="fr-CH" sz="2000" dirty="0"/>
              <a:t>Le recours administratif :</a:t>
            </a:r>
            <a:r>
              <a:rPr lang="fr-CH" sz="2000" dirty="0" smtClean="0"/>
              <a:t>‎</a:t>
            </a:r>
          </a:p>
          <a:p>
            <a:pPr lvl="0" algn="just">
              <a:lnSpc>
                <a:spcPct val="100000"/>
              </a:lnSpc>
              <a:buFont typeface="Wingdings" panose="05000000000000000000" pitchFamily="2" charset="2"/>
              <a:buChar char="q"/>
            </a:pPr>
            <a:r>
              <a:rPr lang="fr-CH" sz="2000" dirty="0" smtClean="0"/>
              <a:t> doit </a:t>
            </a:r>
            <a:r>
              <a:rPr lang="fr-CH" sz="2000" dirty="0"/>
              <a:t>être </a:t>
            </a:r>
            <a:r>
              <a:rPr lang="fr-CH" sz="2000" dirty="0" smtClean="0"/>
              <a:t>motivé</a:t>
            </a:r>
          </a:p>
          <a:p>
            <a:pPr lvl="0" algn="just">
              <a:lnSpc>
                <a:spcPct val="100000"/>
              </a:lnSpc>
              <a:buFont typeface="Wingdings" panose="05000000000000000000" pitchFamily="2" charset="2"/>
              <a:buChar char="q"/>
            </a:pPr>
            <a:r>
              <a:rPr lang="fr-CH" sz="2000" dirty="0"/>
              <a:t> </a:t>
            </a:r>
            <a:r>
              <a:rPr lang="fr-CH" sz="2000" dirty="0" smtClean="0"/>
              <a:t>doit </a:t>
            </a:r>
            <a:r>
              <a:rPr lang="fr-CH" sz="2000" dirty="0"/>
              <a:t>être introduit sous peine de déchéance, par lettre recommandée à la poste dans un délai de 3 mois à compter du troisième ‎jour ouvrable qui suit la date d’envoi de la décision </a:t>
            </a:r>
            <a:r>
              <a:rPr lang="fr-CH" sz="2000" dirty="0" smtClean="0"/>
              <a:t>contestée</a:t>
            </a:r>
          </a:p>
          <a:p>
            <a:pPr lvl="0" algn="just">
              <a:lnSpc>
                <a:spcPct val="100000"/>
              </a:lnSpc>
              <a:buFont typeface="Wingdings" panose="05000000000000000000" pitchFamily="2" charset="2"/>
              <a:buChar char="q"/>
            </a:pPr>
            <a:r>
              <a:rPr lang="fr-CH" sz="2000" dirty="0"/>
              <a:t> </a:t>
            </a:r>
            <a:r>
              <a:rPr lang="fr-CH" sz="2000" dirty="0" smtClean="0"/>
              <a:t>doit </a:t>
            </a:r>
            <a:r>
              <a:rPr lang="fr-CH" sz="2000" dirty="0"/>
              <a:t>être introduit auprès du directeur général de l’Administration des douanes et </a:t>
            </a:r>
            <a:r>
              <a:rPr lang="fr-CH" sz="2000" dirty="0" smtClean="0"/>
              <a:t>accises</a:t>
            </a:r>
          </a:p>
          <a:p>
            <a:pPr lvl="0" algn="just">
              <a:lnSpc>
                <a:spcPct val="100000"/>
              </a:lnSpc>
              <a:buFont typeface="Wingdings" panose="05000000000000000000" pitchFamily="2" charset="2"/>
              <a:buChar char="q"/>
            </a:pPr>
            <a:r>
              <a:rPr lang="fr-CH" sz="2000" dirty="0"/>
              <a:t> </a:t>
            </a:r>
            <a:r>
              <a:rPr lang="fr-CH" sz="2000" dirty="0" smtClean="0"/>
              <a:t>est </a:t>
            </a:r>
            <a:r>
              <a:rPr lang="fr-CH" sz="2000" dirty="0"/>
              <a:t>accusé réception au requérant en mentionnant la date de réception de son </a:t>
            </a:r>
            <a:r>
              <a:rPr lang="fr-CH" sz="2000" dirty="0" smtClean="0"/>
              <a:t>recours</a:t>
            </a:r>
          </a:p>
          <a:p>
            <a:pPr marL="0" lvl="0" indent="0" algn="just">
              <a:lnSpc>
                <a:spcPct val="100000"/>
              </a:lnSpc>
              <a:buNone/>
            </a:pPr>
            <a:endParaRPr lang="fr-CH" sz="2000" dirty="0" smtClean="0"/>
          </a:p>
          <a:p>
            <a:pPr marL="0" lvl="0" indent="0" algn="just">
              <a:lnSpc>
                <a:spcPct val="100000"/>
              </a:lnSpc>
              <a:buNone/>
            </a:pPr>
            <a:r>
              <a:rPr lang="fr-CH" sz="1600" dirty="0"/>
              <a:t>NB : Si le requérant en a fait la demande dans sa requête en recours, il est entendu. A cet égard, il est invité à se présenter dans un délai de </a:t>
            </a:r>
            <a:r>
              <a:rPr lang="fr-CH" sz="1600" b="1" dirty="0"/>
              <a:t>30 jours</a:t>
            </a:r>
            <a:r>
              <a:rPr lang="fr-CH" sz="1600" dirty="0"/>
              <a:t>.‎</a:t>
            </a:r>
          </a:p>
        </p:txBody>
      </p:sp>
      <p:sp>
        <p:nvSpPr>
          <p:cNvPr id="4" name="Slide Number Placeholder 3"/>
          <p:cNvSpPr>
            <a:spLocks noGrp="1"/>
          </p:cNvSpPr>
          <p:nvPr>
            <p:ph type="sldNum" sz="quarter" idx="12"/>
          </p:nvPr>
        </p:nvSpPr>
        <p:spPr/>
        <p:txBody>
          <a:bodyPr/>
          <a:lstStyle/>
          <a:p>
            <a:fld id="{C58F520E-0D3C-4C73-96DF-B271C0F692B0}" type="slidenum">
              <a:rPr lang="lb-LU" smtClean="0"/>
              <a:t>68</a:t>
            </a:fld>
            <a:endParaRPr lang="lb-LU"/>
          </a:p>
        </p:txBody>
      </p:sp>
    </p:spTree>
    <p:extLst>
      <p:ext uri="{BB962C8B-B14F-4D97-AF65-F5344CB8AC3E}">
        <p14:creationId xmlns:p14="http://schemas.microsoft.com/office/powerpoint/2010/main" val="311092795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8CDBF0D-96A8-41AB-A5B9-5E09640AB07B}"/>
              </a:ext>
            </a:extLst>
          </p:cNvPr>
          <p:cNvSpPr>
            <a:spLocks noGrp="1"/>
          </p:cNvSpPr>
          <p:nvPr>
            <p:ph type="title"/>
          </p:nvPr>
        </p:nvSpPr>
        <p:spPr>
          <a:xfrm>
            <a:off x="673330" y="2227810"/>
            <a:ext cx="7606145" cy="648393"/>
          </a:xfrm>
          <a:ln>
            <a:solidFill>
              <a:schemeClr val="bg1"/>
            </a:solidFill>
          </a:ln>
        </p:spPr>
        <p:style>
          <a:lnRef idx="2">
            <a:schemeClr val="accent5"/>
          </a:lnRef>
          <a:fillRef idx="1">
            <a:schemeClr val="lt1"/>
          </a:fillRef>
          <a:effectRef idx="0">
            <a:schemeClr val="accent5"/>
          </a:effectRef>
          <a:fontRef idx="minor">
            <a:schemeClr val="dk1"/>
          </a:fontRef>
        </p:style>
        <p:txBody>
          <a:bodyPr anchor="ctr">
            <a:normAutofit/>
          </a:bodyPr>
          <a:lstStyle/>
          <a:p>
            <a:pPr algn="ctr"/>
            <a:r>
              <a:rPr lang="de-LU" sz="4000" dirty="0"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Bases </a:t>
            </a:r>
            <a:r>
              <a:rPr lang="de-LU" sz="4000" dirty="0" err="1" smtClean="0">
                <a:ln w="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rPr>
              <a:t>légales</a:t>
            </a:r>
            <a:endParaRPr lang="de-LU" sz="4000" dirty="0">
              <a:solidFill>
                <a:schemeClr val="tx1"/>
              </a:solidFill>
              <a:effectLst>
                <a:outerShdw blurRad="38100" dist="25400" dir="5400000" algn="ctr" rotWithShape="0">
                  <a:srgbClr val="6E747A">
                    <a:alpha val="43000"/>
                  </a:srgbClr>
                </a:outerShdw>
                <a:reflection blurRad="6350" stA="55000" endA="300" endPos="45500" dir="5400000" sy="-100000" algn="bl" rotWithShape="0"/>
              </a:effectLst>
            </a:endParaRPr>
          </a:p>
        </p:txBody>
      </p:sp>
      <p:sp>
        <p:nvSpPr>
          <p:cNvPr id="3" name="Textplatzhalter 2">
            <a:extLst>
              <a:ext uri="{FF2B5EF4-FFF2-40B4-BE49-F238E27FC236}">
                <a16:creationId xmlns:a16="http://schemas.microsoft.com/office/drawing/2014/main" id="{D1B07D69-A409-49B8-91B9-8AE6AA720E1D}"/>
              </a:ext>
            </a:extLst>
          </p:cNvPr>
          <p:cNvSpPr>
            <a:spLocks noGrp="1"/>
          </p:cNvSpPr>
          <p:nvPr>
            <p:ph type="body" idx="1"/>
          </p:nvPr>
        </p:nvSpPr>
        <p:spPr>
          <a:xfrm>
            <a:off x="673331" y="3060071"/>
            <a:ext cx="7606145" cy="2987645"/>
          </a:xfrm>
        </p:spPr>
        <p:txBody>
          <a:bodyPr>
            <a:noAutofit/>
          </a:bodyPr>
          <a:lstStyle/>
          <a:p>
            <a:pPr marL="285750" indent="-285750" algn="just">
              <a:lnSpc>
                <a:spcPct val="100000"/>
              </a:lnSpc>
              <a:buFont typeface="Wingdings" panose="05000000000000000000" pitchFamily="2" charset="2"/>
              <a:buChar char="Ø"/>
            </a:pPr>
            <a:r>
              <a:rPr lang="fr-CH" sz="2000" b="1" dirty="0" smtClean="0">
                <a:solidFill>
                  <a:srgbClr val="000000"/>
                </a:solidFill>
                <a:latin typeface="Calibri" panose="020F0502020204030204" pitchFamily="34" charset="0"/>
              </a:rPr>
              <a:t>CDU</a:t>
            </a:r>
            <a:r>
              <a:rPr lang="fr-CH" sz="2000" dirty="0" smtClean="0">
                <a:solidFill>
                  <a:srgbClr val="000000"/>
                </a:solidFill>
                <a:latin typeface="Calibri" panose="020F0502020204030204" pitchFamily="34" charset="0"/>
              </a:rPr>
              <a:t>: Code </a:t>
            </a:r>
            <a:r>
              <a:rPr lang="fr-CH" sz="2000" dirty="0">
                <a:solidFill>
                  <a:srgbClr val="000000"/>
                </a:solidFill>
                <a:latin typeface="Calibri" panose="020F0502020204030204" pitchFamily="34" charset="0"/>
              </a:rPr>
              <a:t>des douanes de l’Union (règlement (UE) n° 952/2013 du Parlement européen et du Conseil du 09 octobre 2013) ; </a:t>
            </a:r>
          </a:p>
          <a:p>
            <a:pPr marL="285750" indent="-285750" algn="just">
              <a:lnSpc>
                <a:spcPct val="100000"/>
              </a:lnSpc>
              <a:buFont typeface="Wingdings" panose="05000000000000000000" pitchFamily="2" charset="2"/>
              <a:buChar char="Ø"/>
            </a:pPr>
            <a:r>
              <a:rPr lang="fr-CH" sz="2000" b="1" dirty="0" smtClean="0">
                <a:solidFill>
                  <a:srgbClr val="000000"/>
                </a:solidFill>
                <a:latin typeface="Calibri" panose="020F0502020204030204" pitchFamily="34" charset="0"/>
              </a:rPr>
              <a:t>RD</a:t>
            </a:r>
            <a:r>
              <a:rPr lang="fr-CH" sz="2000" dirty="0" smtClean="0">
                <a:solidFill>
                  <a:srgbClr val="000000"/>
                </a:solidFill>
                <a:latin typeface="Calibri" panose="020F0502020204030204" pitchFamily="34" charset="0"/>
              </a:rPr>
              <a:t>: Règlement </a:t>
            </a:r>
            <a:r>
              <a:rPr lang="fr-CH" sz="2000" dirty="0">
                <a:solidFill>
                  <a:srgbClr val="000000"/>
                </a:solidFill>
                <a:latin typeface="Calibri" panose="020F0502020204030204" pitchFamily="34" charset="0"/>
              </a:rPr>
              <a:t>délégué au sujet des modalités de certaines dispositions du code des douanes de l’Union (règlement (UE) n° 2015/2446 de la Commission du 28 juillet 2015) ; </a:t>
            </a:r>
          </a:p>
          <a:p>
            <a:pPr marL="285750" indent="-285750" algn="just">
              <a:lnSpc>
                <a:spcPct val="100000"/>
              </a:lnSpc>
              <a:buFont typeface="Wingdings" panose="05000000000000000000" pitchFamily="2" charset="2"/>
              <a:buChar char="Ø"/>
            </a:pPr>
            <a:r>
              <a:rPr lang="fr-CH" sz="2000" b="1" dirty="0" smtClean="0">
                <a:solidFill>
                  <a:srgbClr val="000000"/>
                </a:solidFill>
                <a:latin typeface="Calibri" panose="020F0502020204030204" pitchFamily="34" charset="0"/>
              </a:rPr>
              <a:t>RE</a:t>
            </a:r>
            <a:r>
              <a:rPr lang="fr-CH" sz="2000" dirty="0" smtClean="0">
                <a:solidFill>
                  <a:srgbClr val="000000"/>
                </a:solidFill>
                <a:latin typeface="Calibri" panose="020F0502020204030204" pitchFamily="34" charset="0"/>
              </a:rPr>
              <a:t>: Règlement </a:t>
            </a:r>
            <a:r>
              <a:rPr lang="fr-CH" sz="2000" dirty="0">
                <a:solidFill>
                  <a:srgbClr val="000000"/>
                </a:solidFill>
                <a:latin typeface="Calibri" panose="020F0502020204030204" pitchFamily="34" charset="0"/>
              </a:rPr>
              <a:t>d’exécution établissant les modalités d’application de certaines dispositions du code des douanes de l’Union (règlement (UE) n° 2015/2447 de la Commission du 24 novembre 2015). </a:t>
            </a:r>
          </a:p>
          <a:p>
            <a:pPr algn="just"/>
            <a:endParaRPr lang="fr-CH" sz="1200" i="1" spc="-150" dirty="0"/>
          </a:p>
        </p:txBody>
      </p:sp>
      <p:sp>
        <p:nvSpPr>
          <p:cNvPr id="4" name="Foliennummernplatzhalter 3">
            <a:extLst>
              <a:ext uri="{FF2B5EF4-FFF2-40B4-BE49-F238E27FC236}">
                <a16:creationId xmlns:a16="http://schemas.microsoft.com/office/drawing/2014/main" id="{5D766210-F311-4DE9-8F56-AC22CAC8F517}"/>
              </a:ext>
            </a:extLst>
          </p:cNvPr>
          <p:cNvSpPr>
            <a:spLocks noGrp="1"/>
          </p:cNvSpPr>
          <p:nvPr>
            <p:ph type="sldNum" sz="quarter" idx="12"/>
          </p:nvPr>
        </p:nvSpPr>
        <p:spPr/>
        <p:txBody>
          <a:bodyPr/>
          <a:lstStyle/>
          <a:p>
            <a:fld id="{C58F520E-0D3C-4C73-96DF-B271C0F692B0}" type="slidenum">
              <a:rPr lang="lb-LU" smtClean="0"/>
              <a:t>69</a:t>
            </a:fld>
            <a:endParaRPr lang="lb-LU"/>
          </a:p>
        </p:txBody>
      </p:sp>
    </p:spTree>
    <p:extLst>
      <p:ext uri="{BB962C8B-B14F-4D97-AF65-F5344CB8AC3E}">
        <p14:creationId xmlns:p14="http://schemas.microsoft.com/office/powerpoint/2010/main" val="607445542"/>
      </p:ext>
    </p:extLst>
  </p:cSld>
  <p:clrMapOvr>
    <a:masterClrMapping/>
  </p:clrMapOvr>
  <p:transition spd="slow">
    <p:push dir="u"/>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C58F520E-0D3C-4C73-96DF-B271C0F692B0}" type="slidenum">
              <a:rPr lang="lb-LU" smtClean="0"/>
              <a:t>70</a:t>
            </a:fld>
            <a:endParaRPr lang="lb-LU"/>
          </a:p>
        </p:txBody>
      </p:sp>
      <p:graphicFrame>
        <p:nvGraphicFramePr>
          <p:cNvPr id="4" name="Table 3"/>
          <p:cNvGraphicFramePr>
            <a:graphicFrameLocks noGrp="1"/>
          </p:cNvGraphicFramePr>
          <p:nvPr>
            <p:extLst>
              <p:ext uri="{D42A27DB-BD31-4B8C-83A1-F6EECF244321}">
                <p14:modId xmlns:p14="http://schemas.microsoft.com/office/powerpoint/2010/main" val="656009458"/>
              </p:ext>
            </p:extLst>
          </p:nvPr>
        </p:nvGraphicFramePr>
        <p:xfrm>
          <a:off x="766513" y="2699105"/>
          <a:ext cx="7699218" cy="1552382"/>
        </p:xfrm>
        <a:graphic>
          <a:graphicData uri="http://schemas.openxmlformats.org/drawingml/2006/table">
            <a:tbl>
              <a:tblPr>
                <a:tableStyleId>{69CF1AB2-1976-4502-BF36-3FF5EA218861}</a:tableStyleId>
              </a:tblPr>
              <a:tblGrid>
                <a:gridCol w="1743930">
                  <a:extLst>
                    <a:ext uri="{9D8B030D-6E8A-4147-A177-3AD203B41FA5}">
                      <a16:colId xmlns:a16="http://schemas.microsoft.com/office/drawing/2014/main" val="163233566"/>
                    </a:ext>
                  </a:extLst>
                </a:gridCol>
                <a:gridCol w="3308466">
                  <a:extLst>
                    <a:ext uri="{9D8B030D-6E8A-4147-A177-3AD203B41FA5}">
                      <a16:colId xmlns:a16="http://schemas.microsoft.com/office/drawing/2014/main" val="3627369299"/>
                    </a:ext>
                  </a:extLst>
                </a:gridCol>
                <a:gridCol w="926663">
                  <a:extLst>
                    <a:ext uri="{9D8B030D-6E8A-4147-A177-3AD203B41FA5}">
                      <a16:colId xmlns:a16="http://schemas.microsoft.com/office/drawing/2014/main" val="2628297935"/>
                    </a:ext>
                  </a:extLst>
                </a:gridCol>
                <a:gridCol w="860080">
                  <a:extLst>
                    <a:ext uri="{9D8B030D-6E8A-4147-A177-3AD203B41FA5}">
                      <a16:colId xmlns:a16="http://schemas.microsoft.com/office/drawing/2014/main" val="948576744"/>
                    </a:ext>
                  </a:extLst>
                </a:gridCol>
                <a:gridCol w="860079">
                  <a:extLst>
                    <a:ext uri="{9D8B030D-6E8A-4147-A177-3AD203B41FA5}">
                      <a16:colId xmlns:a16="http://schemas.microsoft.com/office/drawing/2014/main" val="2852374141"/>
                    </a:ext>
                  </a:extLst>
                </a:gridCol>
              </a:tblGrid>
              <a:tr h="776191">
                <a:tc>
                  <a:txBody>
                    <a:bodyPr/>
                    <a:lstStyle/>
                    <a:p>
                      <a:pPr algn="ctr" fontAlgn="t"/>
                      <a:r>
                        <a:rPr lang="fr-CH" sz="1600" b="1" u="none" strike="noStrike" cap="none" spc="0" noProof="0" dirty="0" smtClean="0">
                          <a:ln w="0"/>
                          <a:effectLst>
                            <a:outerShdw blurRad="38100" dist="25400" dir="5400000" algn="ctr" rotWithShape="0">
                              <a:srgbClr val="6E747A">
                                <a:alpha val="43000"/>
                              </a:srgbClr>
                            </a:outerShdw>
                            <a:reflection blurRad="6350" stA="55000" endA="300" endPos="45500" dir="5400000" sy="-100000" algn="bl" rotWithShape="0"/>
                          </a:effectLst>
                        </a:rPr>
                        <a:t>TITRE I</a:t>
                      </a:r>
                      <a:endParaRPr lang="fr-CH" sz="1600" b="1" i="0" u="none" strike="noStrike" cap="none" spc="0" noProof="0" dirty="0">
                        <a:ln w="0"/>
                        <a:solidFill>
                          <a:schemeClr val="accent1"/>
                        </a:solidFill>
                        <a:effectLst>
                          <a:outerShdw blurRad="38100" dist="25400" dir="5400000" algn="ctr" rotWithShape="0">
                            <a:srgbClr val="6E747A">
                              <a:alpha val="43000"/>
                            </a:srgbClr>
                          </a:outerShdw>
                          <a:reflection blurRad="6350" stA="55000" endA="300" endPos="45500" dir="5400000" sy="-100000" algn="bl" rotWithShape="0"/>
                        </a:effectLst>
                        <a:latin typeface="+mn-lt"/>
                      </a:endParaRPr>
                    </a:p>
                  </a:txBody>
                  <a:tcPr marL="8753" marR="8753" marT="8753" marB="0" anchor="ctr">
                    <a:solidFill>
                      <a:schemeClr val="accent3">
                        <a:lumMod val="60000"/>
                        <a:lumOff val="40000"/>
                      </a:schemeClr>
                    </a:solidFill>
                  </a:tcPr>
                </a:tc>
                <a:tc>
                  <a:txBody>
                    <a:bodyPr/>
                    <a:lstStyle/>
                    <a:p>
                      <a:pPr algn="ctr" fontAlgn="b"/>
                      <a:r>
                        <a:rPr lang="fr-CH" sz="1600" b="1" u="none" strike="noStrike" cap="none" spc="0" noProof="0" dirty="0" smtClean="0">
                          <a:ln w="0"/>
                          <a:effectLst>
                            <a:outerShdw blurRad="38100" dist="25400" dir="5400000" algn="ctr" rotWithShape="0">
                              <a:srgbClr val="6E747A">
                                <a:alpha val="43000"/>
                              </a:srgbClr>
                            </a:outerShdw>
                            <a:reflection blurRad="6350" stA="55000" endA="300" endPos="45500" dir="5400000" sy="-100000" algn="bl" rotWithShape="0"/>
                          </a:effectLst>
                        </a:rPr>
                        <a:t>Objet</a:t>
                      </a:r>
                      <a:endParaRPr lang="fr-CH" sz="1600" b="1" i="0" u="none" strike="noStrike" cap="none" spc="0" noProof="0" dirty="0">
                        <a:ln w="0"/>
                        <a:solidFill>
                          <a:schemeClr val="accent1"/>
                        </a:solidFill>
                        <a:effectLst>
                          <a:outerShdw blurRad="38100" dist="25400" dir="5400000" algn="ctr" rotWithShape="0">
                            <a:srgbClr val="6E747A">
                              <a:alpha val="43000"/>
                            </a:srgbClr>
                          </a:outerShdw>
                          <a:reflection blurRad="6350" stA="55000" endA="300" endPos="45500" dir="5400000" sy="-100000" algn="bl" rotWithShape="0"/>
                        </a:effectLst>
                        <a:latin typeface="+mn-lt"/>
                      </a:endParaRPr>
                    </a:p>
                  </a:txBody>
                  <a:tcPr marL="8753" marR="8753" marT="8753" marB="0" anchor="ctr">
                    <a:solidFill>
                      <a:schemeClr val="accent3">
                        <a:lumMod val="60000"/>
                        <a:lumOff val="40000"/>
                      </a:schemeClr>
                    </a:solidFill>
                  </a:tcPr>
                </a:tc>
                <a:tc>
                  <a:txBody>
                    <a:bodyPr/>
                    <a:lstStyle/>
                    <a:p>
                      <a:pPr algn="ctr" fontAlgn="ctr"/>
                      <a:r>
                        <a:rPr lang="fr-CH" sz="1600" b="1" u="none" strike="noStrike" cap="none" spc="0" noProof="0" dirty="0" smtClean="0">
                          <a:ln w="0"/>
                          <a:effectLst>
                            <a:outerShdw blurRad="38100" dist="25400" dir="5400000" algn="ctr" rotWithShape="0">
                              <a:srgbClr val="6E747A">
                                <a:alpha val="43000"/>
                              </a:srgbClr>
                            </a:outerShdw>
                            <a:reflection blurRad="6350" stA="55000" endA="300" endPos="45500" dir="5400000" sy="-100000" algn="bl" rotWithShape="0"/>
                          </a:effectLst>
                        </a:rPr>
                        <a:t>CDU</a:t>
                      </a:r>
                      <a:endParaRPr lang="fr-CH" sz="1600" b="1" i="0" u="none" strike="noStrike" cap="none" spc="0" noProof="0" dirty="0">
                        <a:ln w="0"/>
                        <a:solidFill>
                          <a:schemeClr val="accent1"/>
                        </a:solidFill>
                        <a:effectLst>
                          <a:outerShdw blurRad="38100" dist="25400" dir="5400000" algn="ctr" rotWithShape="0">
                            <a:srgbClr val="6E747A">
                              <a:alpha val="43000"/>
                            </a:srgbClr>
                          </a:outerShdw>
                          <a:reflection blurRad="6350" stA="55000" endA="300" endPos="45500" dir="5400000" sy="-100000" algn="bl" rotWithShape="0"/>
                        </a:effectLst>
                        <a:latin typeface="+mn-lt"/>
                      </a:endParaRPr>
                    </a:p>
                  </a:txBody>
                  <a:tcPr marL="8753" marR="8753" marT="8753" marB="0" anchor="ctr">
                    <a:solidFill>
                      <a:schemeClr val="accent3">
                        <a:lumMod val="60000"/>
                        <a:lumOff val="40000"/>
                      </a:schemeClr>
                    </a:solidFill>
                  </a:tcPr>
                </a:tc>
                <a:tc>
                  <a:txBody>
                    <a:bodyPr/>
                    <a:lstStyle/>
                    <a:p>
                      <a:pPr algn="ctr" fontAlgn="ctr"/>
                      <a:r>
                        <a:rPr lang="fr-CH" sz="1600" b="1" u="none" strike="noStrike" cap="none" spc="0" noProof="0" dirty="0" smtClean="0">
                          <a:ln w="0"/>
                          <a:effectLst>
                            <a:outerShdw blurRad="38100" dist="25400" dir="5400000" algn="ctr" rotWithShape="0">
                              <a:srgbClr val="6E747A">
                                <a:alpha val="43000"/>
                              </a:srgbClr>
                            </a:outerShdw>
                            <a:reflection blurRad="6350" stA="55000" endA="300" endPos="45500" dir="5400000" sy="-100000" algn="bl" rotWithShape="0"/>
                          </a:effectLst>
                        </a:rPr>
                        <a:t>RD</a:t>
                      </a:r>
                      <a:endParaRPr lang="fr-CH" sz="1600" b="1" i="0" u="none" strike="noStrike" cap="none" spc="0" noProof="0" dirty="0">
                        <a:ln w="0"/>
                        <a:solidFill>
                          <a:schemeClr val="accent1"/>
                        </a:solidFill>
                        <a:effectLst>
                          <a:outerShdw blurRad="38100" dist="25400" dir="5400000" algn="ctr" rotWithShape="0">
                            <a:srgbClr val="6E747A">
                              <a:alpha val="43000"/>
                            </a:srgbClr>
                          </a:outerShdw>
                          <a:reflection blurRad="6350" stA="55000" endA="300" endPos="45500" dir="5400000" sy="-100000" algn="bl" rotWithShape="0"/>
                        </a:effectLst>
                        <a:latin typeface="+mn-lt"/>
                      </a:endParaRPr>
                    </a:p>
                  </a:txBody>
                  <a:tcPr marL="8753" marR="8753" marT="8753" marB="0" anchor="ctr">
                    <a:solidFill>
                      <a:schemeClr val="accent3">
                        <a:lumMod val="60000"/>
                        <a:lumOff val="40000"/>
                      </a:schemeClr>
                    </a:solidFill>
                  </a:tcPr>
                </a:tc>
                <a:tc>
                  <a:txBody>
                    <a:bodyPr/>
                    <a:lstStyle/>
                    <a:p>
                      <a:pPr algn="ctr" fontAlgn="ctr"/>
                      <a:r>
                        <a:rPr lang="fr-CH" sz="1600" b="1" u="none" strike="noStrike" cap="none" spc="0" noProof="0" dirty="0" smtClean="0">
                          <a:ln w="0"/>
                          <a:effectLst>
                            <a:outerShdw blurRad="38100" dist="25400" dir="5400000" algn="ctr" rotWithShape="0">
                              <a:srgbClr val="6E747A">
                                <a:alpha val="43000"/>
                              </a:srgbClr>
                            </a:outerShdw>
                            <a:reflection blurRad="6350" stA="55000" endA="300" endPos="45500" dir="5400000" sy="-100000" algn="bl" rotWithShape="0"/>
                          </a:effectLst>
                        </a:rPr>
                        <a:t>RE</a:t>
                      </a:r>
                      <a:endParaRPr lang="fr-CH" sz="1600" b="1" i="0" u="none" strike="noStrike" cap="none" spc="0" noProof="0" dirty="0">
                        <a:ln w="0"/>
                        <a:solidFill>
                          <a:schemeClr val="accent1"/>
                        </a:solidFill>
                        <a:effectLst>
                          <a:outerShdw blurRad="38100" dist="25400" dir="5400000" algn="ctr" rotWithShape="0">
                            <a:srgbClr val="6E747A">
                              <a:alpha val="43000"/>
                            </a:srgbClr>
                          </a:outerShdw>
                          <a:reflection blurRad="6350" stA="55000" endA="300" endPos="45500" dir="5400000" sy="-100000" algn="bl" rotWithShape="0"/>
                        </a:effectLst>
                        <a:latin typeface="+mn-lt"/>
                      </a:endParaRPr>
                    </a:p>
                  </a:txBody>
                  <a:tcPr marL="8753" marR="8753" marT="8753" marB="0" anchor="ctr">
                    <a:solidFill>
                      <a:schemeClr val="accent3">
                        <a:lumMod val="60000"/>
                        <a:lumOff val="40000"/>
                      </a:schemeClr>
                    </a:solidFill>
                  </a:tcPr>
                </a:tc>
                <a:extLst>
                  <a:ext uri="{0D108BD9-81ED-4DB2-BD59-A6C34878D82A}">
                    <a16:rowId xmlns:a16="http://schemas.microsoft.com/office/drawing/2014/main" val="109434921"/>
                  </a:ext>
                </a:extLst>
              </a:tr>
              <a:tr h="776191">
                <a:tc>
                  <a:txBody>
                    <a:bodyPr/>
                    <a:lstStyle/>
                    <a:p>
                      <a:pPr algn="ctr" fontAlgn="t"/>
                      <a:r>
                        <a:rPr lang="fr-CH" sz="1600" u="none" strike="noStrike" noProof="0" dirty="0" smtClean="0">
                          <a:effectLst/>
                        </a:rPr>
                        <a:t>Généralités</a:t>
                      </a:r>
                      <a:endParaRPr lang="fr-CH" sz="1600" b="0" i="0" u="none" strike="noStrike" noProof="0" dirty="0">
                        <a:solidFill>
                          <a:srgbClr val="000000"/>
                        </a:solidFill>
                        <a:effectLst/>
                        <a:latin typeface="+mn-lt"/>
                      </a:endParaRPr>
                    </a:p>
                  </a:txBody>
                  <a:tcPr marL="8753" marR="8753" marT="8753" marB="0" anchor="ctr"/>
                </a:tc>
                <a:tc>
                  <a:txBody>
                    <a:bodyPr/>
                    <a:lstStyle/>
                    <a:p>
                      <a:pPr algn="ctr" fontAlgn="b"/>
                      <a:r>
                        <a:rPr lang="fr-CH" sz="1600" u="none" strike="noStrike" noProof="0" dirty="0" smtClean="0">
                          <a:effectLst/>
                        </a:rPr>
                        <a:t>Décisions relatives à l’application de la législation douanière</a:t>
                      </a:r>
                      <a:endParaRPr lang="fr-CH" sz="1600" b="0" i="0" u="none" strike="noStrike" noProof="0" dirty="0">
                        <a:solidFill>
                          <a:srgbClr val="000000"/>
                        </a:solidFill>
                        <a:effectLst/>
                        <a:latin typeface="+mn-lt"/>
                      </a:endParaRPr>
                    </a:p>
                  </a:txBody>
                  <a:tcPr marL="8753" marR="8753" marT="8753" marB="0" anchor="ctr"/>
                </a:tc>
                <a:tc>
                  <a:txBody>
                    <a:bodyPr/>
                    <a:lstStyle/>
                    <a:p>
                      <a:pPr algn="ctr" fontAlgn="ctr"/>
                      <a:r>
                        <a:rPr lang="fr-CH" sz="1600" u="none" strike="noStrike" noProof="0" dirty="0" smtClean="0">
                          <a:effectLst/>
                        </a:rPr>
                        <a:t>22-37</a:t>
                      </a:r>
                      <a:endParaRPr lang="fr-CH" sz="1600" b="0" i="0" u="none" strike="noStrike" noProof="0" dirty="0">
                        <a:solidFill>
                          <a:srgbClr val="000000"/>
                        </a:solidFill>
                        <a:effectLst/>
                        <a:latin typeface="+mn-lt"/>
                      </a:endParaRPr>
                    </a:p>
                  </a:txBody>
                  <a:tcPr marL="8753" marR="8753" marT="8753" marB="0" anchor="ctr"/>
                </a:tc>
                <a:tc>
                  <a:txBody>
                    <a:bodyPr/>
                    <a:lstStyle/>
                    <a:p>
                      <a:pPr algn="ctr" fontAlgn="ctr"/>
                      <a:r>
                        <a:rPr lang="fr-CH" sz="1600" u="none" strike="noStrike" noProof="0" dirty="0" smtClean="0">
                          <a:effectLst/>
                        </a:rPr>
                        <a:t>8-22</a:t>
                      </a:r>
                      <a:endParaRPr lang="fr-CH" sz="1600" b="0" i="0" u="none" strike="noStrike" noProof="0" dirty="0">
                        <a:solidFill>
                          <a:srgbClr val="000000"/>
                        </a:solidFill>
                        <a:effectLst/>
                        <a:latin typeface="+mn-lt"/>
                      </a:endParaRPr>
                    </a:p>
                  </a:txBody>
                  <a:tcPr marL="8753" marR="8753" marT="8753" marB="0" anchor="ctr"/>
                </a:tc>
                <a:tc>
                  <a:txBody>
                    <a:bodyPr/>
                    <a:lstStyle/>
                    <a:p>
                      <a:pPr algn="ctr" fontAlgn="ctr"/>
                      <a:r>
                        <a:rPr lang="fr-CH" sz="1600" u="none" strike="noStrike" noProof="0" dirty="0" smtClean="0">
                          <a:effectLst/>
                        </a:rPr>
                        <a:t>8-23</a:t>
                      </a:r>
                      <a:endParaRPr lang="fr-CH" sz="1600" b="0" i="0" u="none" strike="noStrike" noProof="0" dirty="0">
                        <a:solidFill>
                          <a:srgbClr val="000000"/>
                        </a:solidFill>
                        <a:effectLst/>
                        <a:latin typeface="+mn-lt"/>
                      </a:endParaRPr>
                    </a:p>
                  </a:txBody>
                  <a:tcPr marL="8753" marR="8753" marT="8753" marB="0" anchor="ctr"/>
                </a:tc>
                <a:extLst>
                  <a:ext uri="{0D108BD9-81ED-4DB2-BD59-A6C34878D82A}">
                    <a16:rowId xmlns:a16="http://schemas.microsoft.com/office/drawing/2014/main" val="242577284"/>
                  </a:ext>
                </a:extLst>
              </a:tr>
            </a:tbl>
          </a:graphicData>
        </a:graphic>
      </p:graphicFrame>
    </p:spTree>
    <p:extLst>
      <p:ext uri="{BB962C8B-B14F-4D97-AF65-F5344CB8AC3E}">
        <p14:creationId xmlns:p14="http://schemas.microsoft.com/office/powerpoint/2010/main" val="1701198341"/>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754" y="5063663"/>
            <a:ext cx="8213521" cy="662187"/>
          </a:xfrm>
        </p:spPr>
        <p:txBody>
          <a:bodyPr/>
          <a:lstStyle/>
          <a:p>
            <a:pPr algn="ctr"/>
            <a:r>
              <a:rPr lang="fr-LU" dirty="0"/>
              <a:t>Questions?</a:t>
            </a:r>
          </a:p>
        </p:txBody>
      </p:sp>
      <p:sp>
        <p:nvSpPr>
          <p:cNvPr id="4" name="Slide Number Placeholder 3"/>
          <p:cNvSpPr>
            <a:spLocks noGrp="1"/>
          </p:cNvSpPr>
          <p:nvPr>
            <p:ph type="sldNum" sz="quarter" idx="12"/>
          </p:nvPr>
        </p:nvSpPr>
        <p:spPr/>
        <p:txBody>
          <a:bodyPr/>
          <a:lstStyle/>
          <a:p>
            <a:fld id="{C58F520E-0D3C-4C73-96DF-B271C0F692B0}" type="slidenum">
              <a:rPr lang="lb-LU" smtClean="0"/>
              <a:t>71</a:t>
            </a:fld>
            <a:endParaRPr lang="lb-LU"/>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68276" y="1358349"/>
            <a:ext cx="3610479" cy="3772426"/>
          </a:xfrm>
        </p:spPr>
      </p:pic>
    </p:spTree>
    <p:extLst>
      <p:ext uri="{BB962C8B-B14F-4D97-AF65-F5344CB8AC3E}">
        <p14:creationId xmlns:p14="http://schemas.microsoft.com/office/powerpoint/2010/main" val="1035910379"/>
      </p:ext>
    </p:extLst>
  </p:cSld>
  <p:clrMapOvr>
    <a:masterClrMapping/>
  </p:clrMapOvr>
  <p:transition spd="slow">
    <p:push dir="u"/>
  </p:transition>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4526</Words>
  <Application>Microsoft Office PowerPoint</Application>
  <PresentationFormat>Widescreen</PresentationFormat>
  <Paragraphs>475</Paragraphs>
  <Slides>71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71</vt:i4>
      </vt:variant>
    </vt:vector>
  </HeadingPairs>
  <TitlesOfParts>
    <vt:vector size="77" baseType="lpstr">
      <vt:lpstr>Arial</vt:lpstr>
      <vt:lpstr>Calibri</vt:lpstr>
      <vt:lpstr>Calibri Light</vt:lpstr>
      <vt:lpstr>Times New Roman</vt:lpstr>
      <vt:lpstr>Wingdings</vt:lpstr>
      <vt:lpstr>Thème Office</vt:lpstr>
      <vt:lpstr>Décisions douanières</vt:lpstr>
      <vt:lpstr>Définition</vt:lpstr>
      <vt:lpstr>Aperçu des décisions douanières</vt:lpstr>
      <vt:lpstr>PowerPoint Presentation</vt:lpstr>
      <vt:lpstr>Généralités</vt:lpstr>
      <vt:lpstr>Moyens d'échange et de stockage d'informations</vt:lpstr>
      <vt:lpstr>Exigences communes en matière de données</vt:lpstr>
      <vt:lpstr>Systèmes informatiques</vt:lpstr>
      <vt:lpstr>Le système de décisions douanières</vt:lpstr>
      <vt:lpstr>Le système de décisions douanières</vt:lpstr>
      <vt:lpstr>PowerPoint Presentation</vt:lpstr>
      <vt:lpstr>Architecture</vt:lpstr>
      <vt:lpstr>Architecture</vt:lpstr>
      <vt:lpstr>PowerPoint Presentation</vt:lpstr>
      <vt:lpstr>Se connecter</vt:lpstr>
      <vt:lpstr>PowerPoint Presentation</vt:lpstr>
      <vt:lpstr>Soumettre une demande</vt:lpstr>
      <vt:lpstr>Les différents types de demandes gérés dans CDS</vt:lpstr>
      <vt:lpstr>PowerPoint Presentation</vt:lpstr>
      <vt:lpstr>European Union Customs Data Model</vt:lpstr>
      <vt:lpstr>European Union Customs Data Model</vt:lpstr>
      <vt:lpstr>European Union Customs Data Model</vt:lpstr>
      <vt:lpstr>Début des opérations</vt:lpstr>
      <vt:lpstr>Le portail des douanes de l’UE</vt:lpstr>
      <vt:lpstr>Objectif:</vt:lpstr>
      <vt:lpstr>Exceptions:</vt:lpstr>
      <vt:lpstr>Se connecter</vt:lpstr>
      <vt:lpstr>PowerPoint Presentation</vt:lpstr>
      <vt:lpstr>Soumettre une demande</vt:lpstr>
      <vt:lpstr>Autorité compétente</vt:lpstr>
      <vt:lpstr>La Demande</vt:lpstr>
      <vt:lpstr>Acceptation d’une demande</vt:lpstr>
      <vt:lpstr> Conditions d’acceptation</vt:lpstr>
      <vt:lpstr> Conditions d’acceptation</vt:lpstr>
      <vt:lpstr>Date d’acceptation</vt:lpstr>
      <vt:lpstr>Demande contient toutes les informations requises</vt:lpstr>
      <vt:lpstr>Demande ne contient pas toutes les informations requises</vt:lpstr>
      <vt:lpstr>Enquête préalable</vt:lpstr>
      <vt:lpstr>Consultation entre les autorités douanières</vt:lpstr>
      <vt:lpstr>Délai</vt:lpstr>
      <vt:lpstr>Exceptions </vt:lpstr>
      <vt:lpstr>Prolongation du délai de décision</vt:lpstr>
      <vt:lpstr>Prolongation - Cas de figure </vt:lpstr>
      <vt:lpstr>Date de prise d’effet</vt:lpstr>
      <vt:lpstr>Exceptions</vt:lpstr>
      <vt:lpstr>Validité</vt:lpstr>
      <vt:lpstr>Stockage des informations relatives aux décisions</vt:lpstr>
      <vt:lpstr>Obligations du titulaire de la décision</vt:lpstr>
      <vt:lpstr>Réexamen d’une décision</vt:lpstr>
      <vt:lpstr>PowerPoint Presentation</vt:lpstr>
      <vt:lpstr>Réexamen: Cas de figure</vt:lpstr>
      <vt:lpstr>Suspension d’une décision</vt:lpstr>
      <vt:lpstr>PowerPoint Presentation</vt:lpstr>
      <vt:lpstr>Cas de figure 1</vt:lpstr>
      <vt:lpstr>Cas de figure 2</vt:lpstr>
      <vt:lpstr>Cas de figure 3</vt:lpstr>
      <vt:lpstr>Fin de la suspension</vt:lpstr>
      <vt:lpstr>‎Annulation d’une décision</vt:lpstr>
      <vt:lpstr>PowerPoint Presentation</vt:lpstr>
      <vt:lpstr>‎‎Révocation et modification d’une décision</vt:lpstr>
      <vt:lpstr>PowerPoint Presentation</vt:lpstr>
      <vt:lpstr>Droit d’être entendu</vt:lpstr>
      <vt:lpstr>‎Délai applicable au droit d’être entendu</vt:lpstr>
      <vt:lpstr>‎‎Procédure générale applicable au droit d’être entendu</vt:lpstr>
      <vt:lpstr>‎‎‎Exceptions</vt:lpstr>
      <vt:lpstr>‎‎‎Exceptions</vt:lpstr>
      <vt:lpstr>Droit de recours</vt:lpstr>
      <vt:lpstr>‎‎‎Droit de recours</vt:lpstr>
      <vt:lpstr>Bases légales</vt:lpstr>
      <vt:lpstr>PowerPoint Presentation</vt:lpstr>
      <vt:lpstr>Questions?</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ferring</dc:creator>
  <cp:lastModifiedBy>kemp</cp:lastModifiedBy>
  <cp:revision>354</cp:revision>
  <dcterms:created xsi:type="dcterms:W3CDTF">2018-09-26T09:04:10Z</dcterms:created>
  <dcterms:modified xsi:type="dcterms:W3CDTF">2024-10-10T11:54:44Z</dcterms:modified>
</cp:coreProperties>
</file>