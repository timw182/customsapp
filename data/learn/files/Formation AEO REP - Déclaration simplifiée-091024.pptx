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63" r:id="rId4"/>
    <p:sldId id="269" r:id="rId5"/>
    <p:sldId id="265" r:id="rId6"/>
    <p:sldId id="258" r:id="rId7"/>
    <p:sldId id="262" r:id="rId8"/>
    <p:sldId id="259" r:id="rId9"/>
    <p:sldId id="260" r:id="rId10"/>
    <p:sldId id="264" r:id="rId11"/>
    <p:sldId id="266" r:id="rId12"/>
    <p:sldId id="268" r:id="rId13"/>
    <p:sldId id="267" r:id="rId14"/>
    <p:sldId id="261" r:id="rId15"/>
    <p:sldId id="270" r:id="rId16"/>
    <p:sldId id="271" r:id="rId17"/>
  </p:sldIdLst>
  <p:sldSz cx="12192000" cy="6858000"/>
  <p:notesSz cx="6858000" cy="9144000"/>
  <p:defaultText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9C7B4F-934B-4D14-826A-A7708455A20A}" v="236" dt="2020-06-01T07:10:30.954"/>
    <p1510:client id="{E76598A3-A913-4822-A8F1-CB075C0F86B7}" v="3" dt="2020-06-01T12:24:58.6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660"/>
  </p:normalViewPr>
  <p:slideViewPr>
    <p:cSldViewPr snapToGrid="0">
      <p:cViewPr varScale="1">
        <p:scale>
          <a:sx n="115" d="100"/>
          <a:sy n="115" d="100"/>
        </p:scale>
        <p:origin x="25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lph kemp" userId="b9b5e5f6d19aaab0" providerId="LiveId" clId="{A29C7B4F-934B-4D14-826A-A7708455A20A}"/>
    <pc:docChg chg="undo custSel mod addSld delSld modSld sldOrd">
      <pc:chgData name="ralph kemp" userId="b9b5e5f6d19aaab0" providerId="LiveId" clId="{A29C7B4F-934B-4D14-826A-A7708455A20A}" dt="2020-06-01T07:11:13.518" v="7318" actId="20577"/>
      <pc:docMkLst>
        <pc:docMk/>
      </pc:docMkLst>
      <pc:sldChg chg="del">
        <pc:chgData name="ralph kemp" userId="b9b5e5f6d19aaab0" providerId="LiveId" clId="{A29C7B4F-934B-4D14-826A-A7708455A20A}" dt="2020-06-01T06:00:07.425" v="5949" actId="2696"/>
        <pc:sldMkLst>
          <pc:docMk/>
          <pc:sldMk cId="786570699" sldId="257"/>
        </pc:sldMkLst>
      </pc:sldChg>
      <pc:sldChg chg="del">
        <pc:chgData name="ralph kemp" userId="b9b5e5f6d19aaab0" providerId="LiveId" clId="{A29C7B4F-934B-4D14-826A-A7708455A20A}" dt="2020-06-01T06:00:46.035" v="5951" actId="2696"/>
        <pc:sldMkLst>
          <pc:docMk/>
          <pc:sldMk cId="1824659767" sldId="258"/>
        </pc:sldMkLst>
      </pc:sldChg>
      <pc:sldChg chg="modSp mod">
        <pc:chgData name="ralph kemp" userId="b9b5e5f6d19aaab0" providerId="LiveId" clId="{A29C7B4F-934B-4D14-826A-A7708455A20A}" dt="2020-06-01T06:04:01.849" v="6035" actId="1076"/>
        <pc:sldMkLst>
          <pc:docMk/>
          <pc:sldMk cId="2363639681" sldId="259"/>
        </pc:sldMkLst>
        <pc:spChg chg="mod">
          <ac:chgData name="ralph kemp" userId="b9b5e5f6d19aaab0" providerId="LiveId" clId="{A29C7B4F-934B-4D14-826A-A7708455A20A}" dt="2020-06-01T06:04:01.849" v="6035" actId="1076"/>
          <ac:spMkLst>
            <pc:docMk/>
            <pc:sldMk cId="2363639681" sldId="259"/>
            <ac:spMk id="2" creationId="{00000000-0000-0000-0000-000000000000}"/>
          </ac:spMkLst>
        </pc:spChg>
        <pc:spChg chg="mod">
          <ac:chgData name="ralph kemp" userId="b9b5e5f6d19aaab0" providerId="LiveId" clId="{A29C7B4F-934B-4D14-826A-A7708455A20A}" dt="2020-06-01T06:03:53.567" v="6033" actId="1076"/>
          <ac:spMkLst>
            <pc:docMk/>
            <pc:sldMk cId="2363639681" sldId="259"/>
            <ac:spMk id="3" creationId="{00000000-0000-0000-0000-000000000000}"/>
          </ac:spMkLst>
        </pc:spChg>
      </pc:sldChg>
      <pc:sldChg chg="modSp del mod">
        <pc:chgData name="ralph kemp" userId="b9b5e5f6d19aaab0" providerId="LiveId" clId="{A29C7B4F-934B-4D14-826A-A7708455A20A}" dt="2020-06-01T06:02:29.076" v="5965" actId="2696"/>
        <pc:sldMkLst>
          <pc:docMk/>
          <pc:sldMk cId="1880347331" sldId="260"/>
        </pc:sldMkLst>
        <pc:spChg chg="mod">
          <ac:chgData name="ralph kemp" userId="b9b5e5f6d19aaab0" providerId="LiveId" clId="{A29C7B4F-934B-4D14-826A-A7708455A20A}" dt="2020-06-01T06:02:07.812" v="5960" actId="21"/>
          <ac:spMkLst>
            <pc:docMk/>
            <pc:sldMk cId="1880347331" sldId="260"/>
            <ac:spMk id="3" creationId="{00000000-0000-0000-0000-000000000000}"/>
          </ac:spMkLst>
        </pc:spChg>
      </pc:sldChg>
      <pc:sldChg chg="modSp mod">
        <pc:chgData name="ralph kemp" userId="b9b5e5f6d19aaab0" providerId="LiveId" clId="{A29C7B4F-934B-4D14-826A-A7708455A20A}" dt="2020-06-01T06:11:36.112" v="6188" actId="27636"/>
        <pc:sldMkLst>
          <pc:docMk/>
          <pc:sldMk cId="2701221404" sldId="261"/>
        </pc:sldMkLst>
        <pc:spChg chg="mod">
          <ac:chgData name="ralph kemp" userId="b9b5e5f6d19aaab0" providerId="LiveId" clId="{A29C7B4F-934B-4D14-826A-A7708455A20A}" dt="2020-06-01T06:05:37.980" v="6070" actId="20577"/>
          <ac:spMkLst>
            <pc:docMk/>
            <pc:sldMk cId="2701221404" sldId="261"/>
            <ac:spMk id="2" creationId="{00000000-0000-0000-0000-000000000000}"/>
          </ac:spMkLst>
        </pc:spChg>
        <pc:spChg chg="mod">
          <ac:chgData name="ralph kemp" userId="b9b5e5f6d19aaab0" providerId="LiveId" clId="{A29C7B4F-934B-4D14-826A-A7708455A20A}" dt="2020-06-01T06:11:36.112" v="6188" actId="27636"/>
          <ac:spMkLst>
            <pc:docMk/>
            <pc:sldMk cId="2701221404" sldId="261"/>
            <ac:spMk id="3" creationId="{00000000-0000-0000-0000-000000000000}"/>
          </ac:spMkLst>
        </pc:spChg>
      </pc:sldChg>
      <pc:sldChg chg="modSp del mod">
        <pc:chgData name="ralph kemp" userId="b9b5e5f6d19aaab0" providerId="LiveId" clId="{A29C7B4F-934B-4D14-826A-A7708455A20A}" dt="2020-06-01T06:09:57.881" v="6173" actId="2696"/>
        <pc:sldMkLst>
          <pc:docMk/>
          <pc:sldMk cId="86556387" sldId="262"/>
        </pc:sldMkLst>
        <pc:spChg chg="mod">
          <ac:chgData name="ralph kemp" userId="b9b5e5f6d19aaab0" providerId="LiveId" clId="{A29C7B4F-934B-4D14-826A-A7708455A20A}" dt="2020-06-01T06:07:34.076" v="6135" actId="21"/>
          <ac:spMkLst>
            <pc:docMk/>
            <pc:sldMk cId="86556387" sldId="262"/>
            <ac:spMk id="3" creationId="{00000000-0000-0000-0000-000000000000}"/>
          </ac:spMkLst>
        </pc:spChg>
      </pc:sldChg>
      <pc:sldChg chg="delSp modSp mod">
        <pc:chgData name="ralph kemp" userId="b9b5e5f6d19aaab0" providerId="LiveId" clId="{A29C7B4F-934B-4D14-826A-A7708455A20A}" dt="2020-06-01T06:13:12.174" v="6235" actId="1076"/>
        <pc:sldMkLst>
          <pc:docMk/>
          <pc:sldMk cId="2547356398" sldId="263"/>
        </pc:sldMkLst>
        <pc:spChg chg="mod">
          <ac:chgData name="ralph kemp" userId="b9b5e5f6d19aaab0" providerId="LiveId" clId="{A29C7B4F-934B-4D14-826A-A7708455A20A}" dt="2020-06-01T06:13:12.174" v="6235" actId="1076"/>
          <ac:spMkLst>
            <pc:docMk/>
            <pc:sldMk cId="2547356398" sldId="263"/>
            <ac:spMk id="3" creationId="{00000000-0000-0000-0000-000000000000}"/>
          </ac:spMkLst>
        </pc:spChg>
        <pc:picChg chg="del">
          <ac:chgData name="ralph kemp" userId="b9b5e5f6d19aaab0" providerId="LiveId" clId="{A29C7B4F-934B-4D14-826A-A7708455A20A}" dt="2020-06-01T06:10:40.541" v="6178" actId="478"/>
          <ac:picMkLst>
            <pc:docMk/>
            <pc:sldMk cId="2547356398" sldId="263"/>
            <ac:picMk id="5" creationId="{00000000-0000-0000-0000-000000000000}"/>
          </ac:picMkLst>
        </pc:picChg>
      </pc:sldChg>
      <pc:sldChg chg="modSp mod">
        <pc:chgData name="ralph kemp" userId="b9b5e5f6d19aaab0" providerId="LiveId" clId="{A29C7B4F-934B-4D14-826A-A7708455A20A}" dt="2020-06-01T06:10:35.426" v="6177" actId="1076"/>
        <pc:sldMkLst>
          <pc:docMk/>
          <pc:sldMk cId="862864849" sldId="264"/>
        </pc:sldMkLst>
        <pc:spChg chg="mod">
          <ac:chgData name="ralph kemp" userId="b9b5e5f6d19aaab0" providerId="LiveId" clId="{A29C7B4F-934B-4D14-826A-A7708455A20A}" dt="2020-06-01T06:09:27.166" v="6171" actId="20577"/>
          <ac:spMkLst>
            <pc:docMk/>
            <pc:sldMk cId="862864849" sldId="264"/>
            <ac:spMk id="2" creationId="{00000000-0000-0000-0000-000000000000}"/>
          </ac:spMkLst>
        </pc:spChg>
        <pc:spChg chg="mod">
          <ac:chgData name="ralph kemp" userId="b9b5e5f6d19aaab0" providerId="LiveId" clId="{A29C7B4F-934B-4D14-826A-A7708455A20A}" dt="2020-06-01T06:10:24.152" v="6175" actId="122"/>
          <ac:spMkLst>
            <pc:docMk/>
            <pc:sldMk cId="862864849" sldId="264"/>
            <ac:spMk id="3" creationId="{00000000-0000-0000-0000-000000000000}"/>
          </ac:spMkLst>
        </pc:spChg>
        <pc:picChg chg="mod">
          <ac:chgData name="ralph kemp" userId="b9b5e5f6d19aaab0" providerId="LiveId" clId="{A29C7B4F-934B-4D14-826A-A7708455A20A}" dt="2020-06-01T06:10:35.426" v="6177" actId="1076"/>
          <ac:picMkLst>
            <pc:docMk/>
            <pc:sldMk cId="862864849" sldId="264"/>
            <ac:picMk id="5" creationId="{00000000-0000-0000-0000-000000000000}"/>
          </ac:picMkLst>
        </pc:picChg>
      </pc:sldChg>
      <pc:sldChg chg="modSp mod">
        <pc:chgData name="ralph kemp" userId="b9b5e5f6d19aaab0" providerId="LiveId" clId="{A29C7B4F-934B-4D14-826A-A7708455A20A}" dt="2020-06-01T06:15:16.891" v="6252" actId="20577"/>
        <pc:sldMkLst>
          <pc:docMk/>
          <pc:sldMk cId="1073301653" sldId="265"/>
        </pc:sldMkLst>
        <pc:spChg chg="mod">
          <ac:chgData name="ralph kemp" userId="b9b5e5f6d19aaab0" providerId="LiveId" clId="{A29C7B4F-934B-4D14-826A-A7708455A20A}" dt="2020-06-01T06:15:16.891" v="6252" actId="20577"/>
          <ac:spMkLst>
            <pc:docMk/>
            <pc:sldMk cId="1073301653" sldId="265"/>
            <ac:spMk id="2" creationId="{00000000-0000-0000-0000-000000000000}"/>
          </ac:spMkLst>
        </pc:spChg>
        <pc:graphicFrameChg chg="mod">
          <ac:chgData name="ralph kemp" userId="b9b5e5f6d19aaab0" providerId="LiveId" clId="{A29C7B4F-934B-4D14-826A-A7708455A20A}" dt="2020-06-01T06:14:43.175" v="6246" actId="6559"/>
          <ac:graphicFrameMkLst>
            <pc:docMk/>
            <pc:sldMk cId="1073301653" sldId="265"/>
            <ac:graphicFrameMk id="5" creationId="{00000000-0000-0000-0000-000000000000}"/>
          </ac:graphicFrameMkLst>
        </pc:graphicFrameChg>
      </pc:sldChg>
      <pc:sldChg chg="modSp">
        <pc:chgData name="ralph kemp" userId="b9b5e5f6d19aaab0" providerId="LiveId" clId="{A29C7B4F-934B-4D14-826A-A7708455A20A}" dt="2020-06-01T06:16:44.964" v="6271" actId="6559"/>
        <pc:sldMkLst>
          <pc:docMk/>
          <pc:sldMk cId="4241626609" sldId="266"/>
        </pc:sldMkLst>
        <pc:graphicFrameChg chg="mod">
          <ac:chgData name="ralph kemp" userId="b9b5e5f6d19aaab0" providerId="LiveId" clId="{A29C7B4F-934B-4D14-826A-A7708455A20A}" dt="2020-06-01T06:16:44.964" v="6271" actId="6559"/>
          <ac:graphicFrameMkLst>
            <pc:docMk/>
            <pc:sldMk cId="4241626609" sldId="266"/>
            <ac:graphicFrameMk id="5" creationId="{00000000-0000-0000-0000-000000000000}"/>
          </ac:graphicFrameMkLst>
        </pc:graphicFrameChg>
      </pc:sldChg>
      <pc:sldChg chg="modSp mod">
        <pc:chgData name="ralph kemp" userId="b9b5e5f6d19aaab0" providerId="LiveId" clId="{A29C7B4F-934B-4D14-826A-A7708455A20A}" dt="2020-06-01T06:18:02.528" v="6315" actId="1076"/>
        <pc:sldMkLst>
          <pc:docMk/>
          <pc:sldMk cId="408362590" sldId="267"/>
        </pc:sldMkLst>
        <pc:spChg chg="mod">
          <ac:chgData name="ralph kemp" userId="b9b5e5f6d19aaab0" providerId="LiveId" clId="{A29C7B4F-934B-4D14-826A-A7708455A20A}" dt="2020-06-01T06:18:02.528" v="6315" actId="1076"/>
          <ac:spMkLst>
            <pc:docMk/>
            <pc:sldMk cId="408362590" sldId="267"/>
            <ac:spMk id="2" creationId="{00000000-0000-0000-0000-000000000000}"/>
          </ac:spMkLst>
        </pc:spChg>
        <pc:spChg chg="mod">
          <ac:chgData name="ralph kemp" userId="b9b5e5f6d19aaab0" providerId="LiveId" clId="{A29C7B4F-934B-4D14-826A-A7708455A20A}" dt="2020-06-01T06:17:59.188" v="6314" actId="1076"/>
          <ac:spMkLst>
            <pc:docMk/>
            <pc:sldMk cId="408362590" sldId="267"/>
            <ac:spMk id="3" creationId="{00000000-0000-0000-0000-000000000000}"/>
          </ac:spMkLst>
        </pc:spChg>
      </pc:sldChg>
      <pc:sldChg chg="del">
        <pc:chgData name="ralph kemp" userId="b9b5e5f6d19aaab0" providerId="LiveId" clId="{A29C7B4F-934B-4D14-826A-A7708455A20A}" dt="2020-06-01T06:18:58.945" v="6316" actId="2696"/>
        <pc:sldMkLst>
          <pc:docMk/>
          <pc:sldMk cId="2168527577" sldId="268"/>
        </pc:sldMkLst>
      </pc:sldChg>
      <pc:sldChg chg="del">
        <pc:chgData name="ralph kemp" userId="b9b5e5f6d19aaab0" providerId="LiveId" clId="{A29C7B4F-934B-4D14-826A-A7708455A20A}" dt="2020-06-01T06:18:58.945" v="6316" actId="2696"/>
        <pc:sldMkLst>
          <pc:docMk/>
          <pc:sldMk cId="4177723236" sldId="269"/>
        </pc:sldMkLst>
      </pc:sldChg>
      <pc:sldChg chg="del">
        <pc:chgData name="ralph kemp" userId="b9b5e5f6d19aaab0" providerId="LiveId" clId="{A29C7B4F-934B-4D14-826A-A7708455A20A}" dt="2020-06-01T06:18:58.945" v="6316" actId="2696"/>
        <pc:sldMkLst>
          <pc:docMk/>
          <pc:sldMk cId="4037132285" sldId="270"/>
        </pc:sldMkLst>
      </pc:sldChg>
      <pc:sldChg chg="modSp mod">
        <pc:chgData name="ralph kemp" userId="b9b5e5f6d19aaab0" providerId="LiveId" clId="{A29C7B4F-934B-4D14-826A-A7708455A20A}" dt="2020-06-01T06:20:38.098" v="6356" actId="20577"/>
        <pc:sldMkLst>
          <pc:docMk/>
          <pc:sldMk cId="346588168" sldId="271"/>
        </pc:sldMkLst>
        <pc:spChg chg="mod">
          <ac:chgData name="ralph kemp" userId="b9b5e5f6d19aaab0" providerId="LiveId" clId="{A29C7B4F-934B-4D14-826A-A7708455A20A}" dt="2020-06-01T06:20:38.098" v="6356" actId="20577"/>
          <ac:spMkLst>
            <pc:docMk/>
            <pc:sldMk cId="346588168" sldId="271"/>
            <ac:spMk id="2" creationId="{00000000-0000-0000-0000-000000000000}"/>
          </ac:spMkLst>
        </pc:spChg>
      </pc:sldChg>
      <pc:sldChg chg="modSp">
        <pc:chgData name="ralph kemp" userId="b9b5e5f6d19aaab0" providerId="LiveId" clId="{A29C7B4F-934B-4D14-826A-A7708455A20A}" dt="2020-06-01T06:24:45.460" v="6500" actId="20577"/>
        <pc:sldMkLst>
          <pc:docMk/>
          <pc:sldMk cId="1755588568" sldId="272"/>
        </pc:sldMkLst>
        <pc:graphicFrameChg chg="mod">
          <ac:chgData name="ralph kemp" userId="b9b5e5f6d19aaab0" providerId="LiveId" clId="{A29C7B4F-934B-4D14-826A-A7708455A20A}" dt="2020-06-01T06:24:45.460" v="6500" actId="20577"/>
          <ac:graphicFrameMkLst>
            <pc:docMk/>
            <pc:sldMk cId="1755588568" sldId="272"/>
            <ac:graphicFrameMk id="5" creationId="{00000000-0000-0000-0000-000000000000}"/>
          </ac:graphicFrameMkLst>
        </pc:graphicFrameChg>
      </pc:sldChg>
      <pc:sldChg chg="modSp mod">
        <pc:chgData name="ralph kemp" userId="b9b5e5f6d19aaab0" providerId="LiveId" clId="{A29C7B4F-934B-4D14-826A-A7708455A20A}" dt="2020-06-01T06:43:58.152" v="6846" actId="20577"/>
        <pc:sldMkLst>
          <pc:docMk/>
          <pc:sldMk cId="3918976556" sldId="273"/>
        </pc:sldMkLst>
        <pc:spChg chg="mod">
          <ac:chgData name="ralph kemp" userId="b9b5e5f6d19aaab0" providerId="LiveId" clId="{A29C7B4F-934B-4D14-826A-A7708455A20A}" dt="2020-06-01T06:43:58.152" v="6846" actId="20577"/>
          <ac:spMkLst>
            <pc:docMk/>
            <pc:sldMk cId="3918976556" sldId="273"/>
            <ac:spMk id="2" creationId="{00000000-0000-0000-0000-000000000000}"/>
          </ac:spMkLst>
        </pc:spChg>
        <pc:spChg chg="mod">
          <ac:chgData name="ralph kemp" userId="b9b5e5f6d19aaab0" providerId="LiveId" clId="{A29C7B4F-934B-4D14-826A-A7708455A20A}" dt="2020-06-01T06:28:52.377" v="6570" actId="14100"/>
          <ac:spMkLst>
            <pc:docMk/>
            <pc:sldMk cId="3918976556" sldId="273"/>
            <ac:spMk id="3" creationId="{00000000-0000-0000-0000-000000000000}"/>
          </ac:spMkLst>
        </pc:spChg>
        <pc:spChg chg="mod">
          <ac:chgData name="ralph kemp" userId="b9b5e5f6d19aaab0" providerId="LiveId" clId="{A29C7B4F-934B-4D14-826A-A7708455A20A}" dt="2020-06-01T06:27:35.062" v="6564" actId="1076"/>
          <ac:spMkLst>
            <pc:docMk/>
            <pc:sldMk cId="3918976556" sldId="273"/>
            <ac:spMk id="6" creationId="{00000000-0000-0000-0000-000000000000}"/>
          </ac:spMkLst>
        </pc:spChg>
        <pc:picChg chg="mod">
          <ac:chgData name="ralph kemp" userId="b9b5e5f6d19aaab0" providerId="LiveId" clId="{A29C7B4F-934B-4D14-826A-A7708455A20A}" dt="2020-06-01T06:27:39.308" v="6565" actId="1076"/>
          <ac:picMkLst>
            <pc:docMk/>
            <pc:sldMk cId="3918976556" sldId="273"/>
            <ac:picMk id="5" creationId="{00000000-0000-0000-0000-000000000000}"/>
          </ac:picMkLst>
        </pc:picChg>
      </pc:sldChg>
      <pc:sldChg chg="modSp mod">
        <pc:chgData name="ralph kemp" userId="b9b5e5f6d19aaab0" providerId="LiveId" clId="{A29C7B4F-934B-4D14-826A-A7708455A20A}" dt="2020-06-01T06:31:49.966" v="6608" actId="1076"/>
        <pc:sldMkLst>
          <pc:docMk/>
          <pc:sldMk cId="1875805434" sldId="274"/>
        </pc:sldMkLst>
        <pc:spChg chg="mod">
          <ac:chgData name="ralph kemp" userId="b9b5e5f6d19aaab0" providerId="LiveId" clId="{A29C7B4F-934B-4D14-826A-A7708455A20A}" dt="2020-06-01T06:31:30.043" v="6607" actId="20577"/>
          <ac:spMkLst>
            <pc:docMk/>
            <pc:sldMk cId="1875805434" sldId="274"/>
            <ac:spMk id="3" creationId="{00000000-0000-0000-0000-000000000000}"/>
          </ac:spMkLst>
        </pc:spChg>
        <pc:spChg chg="mod">
          <ac:chgData name="ralph kemp" userId="b9b5e5f6d19aaab0" providerId="LiveId" clId="{A29C7B4F-934B-4D14-826A-A7708455A20A}" dt="2020-06-01T06:29:52.009" v="6590" actId="1076"/>
          <ac:spMkLst>
            <pc:docMk/>
            <pc:sldMk cId="1875805434" sldId="274"/>
            <ac:spMk id="6" creationId="{00000000-0000-0000-0000-000000000000}"/>
          </ac:spMkLst>
        </pc:spChg>
        <pc:picChg chg="mod">
          <ac:chgData name="ralph kemp" userId="b9b5e5f6d19aaab0" providerId="LiveId" clId="{A29C7B4F-934B-4D14-826A-A7708455A20A}" dt="2020-06-01T06:31:49.966" v="6608" actId="1076"/>
          <ac:picMkLst>
            <pc:docMk/>
            <pc:sldMk cId="1875805434" sldId="274"/>
            <ac:picMk id="5" creationId="{00000000-0000-0000-0000-000000000000}"/>
          </ac:picMkLst>
        </pc:picChg>
      </pc:sldChg>
      <pc:sldChg chg="modSp del mod">
        <pc:chgData name="ralph kemp" userId="b9b5e5f6d19aaab0" providerId="LiveId" clId="{A29C7B4F-934B-4D14-826A-A7708455A20A}" dt="2020-06-01T06:31:58.810" v="6609" actId="2696"/>
        <pc:sldMkLst>
          <pc:docMk/>
          <pc:sldMk cId="2496809258" sldId="275"/>
        </pc:sldMkLst>
        <pc:spChg chg="mod">
          <ac:chgData name="ralph kemp" userId="b9b5e5f6d19aaab0" providerId="LiveId" clId="{A29C7B4F-934B-4D14-826A-A7708455A20A}" dt="2020-06-01T06:30:07.337" v="6591" actId="255"/>
          <ac:spMkLst>
            <pc:docMk/>
            <pc:sldMk cId="2496809258" sldId="275"/>
            <ac:spMk id="3" creationId="{00000000-0000-0000-0000-000000000000}"/>
          </ac:spMkLst>
        </pc:spChg>
      </pc:sldChg>
      <pc:sldChg chg="modSp mod">
        <pc:chgData name="ralph kemp" userId="b9b5e5f6d19aaab0" providerId="LiveId" clId="{A29C7B4F-934B-4D14-826A-A7708455A20A}" dt="2020-06-01T06:35:28.296" v="6721" actId="1076"/>
        <pc:sldMkLst>
          <pc:docMk/>
          <pc:sldMk cId="515912946" sldId="276"/>
        </pc:sldMkLst>
        <pc:spChg chg="mod">
          <ac:chgData name="ralph kemp" userId="b9b5e5f6d19aaab0" providerId="LiveId" clId="{A29C7B4F-934B-4D14-826A-A7708455A20A}" dt="2020-06-01T06:35:10.264" v="6715" actId="20577"/>
          <ac:spMkLst>
            <pc:docMk/>
            <pc:sldMk cId="515912946" sldId="276"/>
            <ac:spMk id="2" creationId="{00000000-0000-0000-0000-000000000000}"/>
          </ac:spMkLst>
        </pc:spChg>
        <pc:spChg chg="mod">
          <ac:chgData name="ralph kemp" userId="b9b5e5f6d19aaab0" providerId="LiveId" clId="{A29C7B4F-934B-4D14-826A-A7708455A20A}" dt="2020-06-01T06:35:22.832" v="6720" actId="20577"/>
          <ac:spMkLst>
            <pc:docMk/>
            <pc:sldMk cId="515912946" sldId="276"/>
            <ac:spMk id="3" creationId="{00000000-0000-0000-0000-000000000000}"/>
          </ac:spMkLst>
        </pc:spChg>
        <pc:picChg chg="mod">
          <ac:chgData name="ralph kemp" userId="b9b5e5f6d19aaab0" providerId="LiveId" clId="{A29C7B4F-934B-4D14-826A-A7708455A20A}" dt="2020-06-01T06:35:28.296" v="6721" actId="1076"/>
          <ac:picMkLst>
            <pc:docMk/>
            <pc:sldMk cId="515912946" sldId="276"/>
            <ac:picMk id="5" creationId="{00000000-0000-0000-0000-000000000000}"/>
          </ac:picMkLst>
        </pc:picChg>
      </pc:sldChg>
      <pc:sldChg chg="modSp mod">
        <pc:chgData name="ralph kemp" userId="b9b5e5f6d19aaab0" providerId="LiveId" clId="{A29C7B4F-934B-4D14-826A-A7708455A20A}" dt="2020-06-01T06:47:46.243" v="6980" actId="20577"/>
        <pc:sldMkLst>
          <pc:docMk/>
          <pc:sldMk cId="1072159602" sldId="277"/>
        </pc:sldMkLst>
        <pc:spChg chg="mod">
          <ac:chgData name="ralph kemp" userId="b9b5e5f6d19aaab0" providerId="LiveId" clId="{A29C7B4F-934B-4D14-826A-A7708455A20A}" dt="2020-06-01T06:47:46.243" v="6980" actId="20577"/>
          <ac:spMkLst>
            <pc:docMk/>
            <pc:sldMk cId="1072159602" sldId="277"/>
            <ac:spMk id="3" creationId="{00000000-0000-0000-0000-000000000000}"/>
          </ac:spMkLst>
        </pc:spChg>
      </pc:sldChg>
      <pc:sldChg chg="addSp modSp mod">
        <pc:chgData name="ralph kemp" userId="b9b5e5f6d19aaab0" providerId="LiveId" clId="{A29C7B4F-934B-4D14-826A-A7708455A20A}" dt="2020-06-01T06:51:43.421" v="7038" actId="12"/>
        <pc:sldMkLst>
          <pc:docMk/>
          <pc:sldMk cId="3241968902" sldId="278"/>
        </pc:sldMkLst>
        <pc:spChg chg="mod">
          <ac:chgData name="ralph kemp" userId="b9b5e5f6d19aaab0" providerId="LiveId" clId="{A29C7B4F-934B-4D14-826A-A7708455A20A}" dt="2020-06-01T06:47:55.803" v="6991" actId="20577"/>
          <ac:spMkLst>
            <pc:docMk/>
            <pc:sldMk cId="3241968902" sldId="278"/>
            <ac:spMk id="2" creationId="{00000000-0000-0000-0000-000000000000}"/>
          </ac:spMkLst>
        </pc:spChg>
        <pc:spChg chg="mod">
          <ac:chgData name="ralph kemp" userId="b9b5e5f6d19aaab0" providerId="LiveId" clId="{A29C7B4F-934B-4D14-826A-A7708455A20A}" dt="2020-06-01T06:51:43.421" v="7038" actId="12"/>
          <ac:spMkLst>
            <pc:docMk/>
            <pc:sldMk cId="3241968902" sldId="278"/>
            <ac:spMk id="3" creationId="{00000000-0000-0000-0000-000000000000}"/>
          </ac:spMkLst>
        </pc:spChg>
        <pc:spChg chg="add mod">
          <ac:chgData name="ralph kemp" userId="b9b5e5f6d19aaab0" providerId="LiveId" clId="{A29C7B4F-934B-4D14-826A-A7708455A20A}" dt="2020-06-01T06:50:05.705" v="7016" actId="1076"/>
          <ac:spMkLst>
            <pc:docMk/>
            <pc:sldMk cId="3241968902" sldId="278"/>
            <ac:spMk id="7" creationId="{3BB4215C-FEF4-4B2D-B321-6FDB6262D68C}"/>
          </ac:spMkLst>
        </pc:spChg>
        <pc:picChg chg="add mod">
          <ac:chgData name="ralph kemp" userId="b9b5e5f6d19aaab0" providerId="LiveId" clId="{A29C7B4F-934B-4D14-826A-A7708455A20A}" dt="2020-06-01T06:49:31.088" v="7009" actId="1076"/>
          <ac:picMkLst>
            <pc:docMk/>
            <pc:sldMk cId="3241968902" sldId="278"/>
            <ac:picMk id="5" creationId="{B6437AC0-7DE3-4A0D-AF27-FDD6A63C6D4D}"/>
          </ac:picMkLst>
        </pc:picChg>
        <pc:picChg chg="add mod">
          <ac:chgData name="ralph kemp" userId="b9b5e5f6d19aaab0" providerId="LiveId" clId="{A29C7B4F-934B-4D14-826A-A7708455A20A}" dt="2020-06-01T06:49:50.067" v="7013" actId="1076"/>
          <ac:picMkLst>
            <pc:docMk/>
            <pc:sldMk cId="3241968902" sldId="278"/>
            <ac:picMk id="6" creationId="{7D5D0A39-54C3-409E-AFB5-AF2EEF5ACA40}"/>
          </ac:picMkLst>
        </pc:picChg>
        <pc:picChg chg="add mod">
          <ac:chgData name="ralph kemp" userId="b9b5e5f6d19aaab0" providerId="LiveId" clId="{A29C7B4F-934B-4D14-826A-A7708455A20A}" dt="2020-06-01T06:50:22.365" v="7019" actId="1076"/>
          <ac:picMkLst>
            <pc:docMk/>
            <pc:sldMk cId="3241968902" sldId="278"/>
            <ac:picMk id="8" creationId="{A5B2B31F-9D33-487A-85A2-8E397094A9B0}"/>
          </ac:picMkLst>
        </pc:picChg>
      </pc:sldChg>
      <pc:sldChg chg="delSp modSp del mod">
        <pc:chgData name="ralph kemp" userId="b9b5e5f6d19aaab0" providerId="LiveId" clId="{A29C7B4F-934B-4D14-826A-A7708455A20A}" dt="2020-06-01T06:50:37.075" v="7021" actId="2696"/>
        <pc:sldMkLst>
          <pc:docMk/>
          <pc:sldMk cId="1582153969" sldId="279"/>
        </pc:sldMkLst>
        <pc:spChg chg="mod">
          <ac:chgData name="ralph kemp" userId="b9b5e5f6d19aaab0" providerId="LiveId" clId="{A29C7B4F-934B-4D14-826A-A7708455A20A}" dt="2020-06-01T06:48:22.740" v="6995" actId="21"/>
          <ac:spMkLst>
            <pc:docMk/>
            <pc:sldMk cId="1582153969" sldId="279"/>
            <ac:spMk id="3" creationId="{00000000-0000-0000-0000-000000000000}"/>
          </ac:spMkLst>
        </pc:spChg>
        <pc:spChg chg="del mod">
          <ac:chgData name="ralph kemp" userId="b9b5e5f6d19aaab0" providerId="LiveId" clId="{A29C7B4F-934B-4D14-826A-A7708455A20A}" dt="2020-06-01T06:49:55.692" v="7014" actId="21"/>
          <ac:spMkLst>
            <pc:docMk/>
            <pc:sldMk cId="1582153969" sldId="279"/>
            <ac:spMk id="7" creationId="{00000000-0000-0000-0000-000000000000}"/>
          </ac:spMkLst>
        </pc:spChg>
        <pc:spChg chg="del mod">
          <ac:chgData name="ralph kemp" userId="b9b5e5f6d19aaab0" providerId="LiveId" clId="{A29C7B4F-934B-4D14-826A-A7708455A20A}" dt="2020-06-01T06:50:10.415" v="7017" actId="21"/>
          <ac:spMkLst>
            <pc:docMk/>
            <pc:sldMk cId="1582153969" sldId="279"/>
            <ac:spMk id="8" creationId="{00000000-0000-0000-0000-000000000000}"/>
          </ac:spMkLst>
        </pc:spChg>
        <pc:picChg chg="del mod">
          <ac:chgData name="ralph kemp" userId="b9b5e5f6d19aaab0" providerId="LiveId" clId="{A29C7B4F-934B-4D14-826A-A7708455A20A}" dt="2020-06-01T06:49:18.851" v="7006" actId="21"/>
          <ac:picMkLst>
            <pc:docMk/>
            <pc:sldMk cId="1582153969" sldId="279"/>
            <ac:picMk id="5" creationId="{00000000-0000-0000-0000-000000000000}"/>
          </ac:picMkLst>
        </pc:picChg>
        <pc:picChg chg="del mod">
          <ac:chgData name="ralph kemp" userId="b9b5e5f6d19aaab0" providerId="LiveId" clId="{A29C7B4F-934B-4D14-826A-A7708455A20A}" dt="2020-06-01T06:49:36.850" v="7011" actId="21"/>
          <ac:picMkLst>
            <pc:docMk/>
            <pc:sldMk cId="1582153969" sldId="279"/>
            <ac:picMk id="6" creationId="{00000000-0000-0000-0000-000000000000}"/>
          </ac:picMkLst>
        </pc:picChg>
      </pc:sldChg>
      <pc:sldChg chg="addSp modSp mod">
        <pc:chgData name="ralph kemp" userId="b9b5e5f6d19aaab0" providerId="LiveId" clId="{A29C7B4F-934B-4D14-826A-A7708455A20A}" dt="2020-06-01T06:57:49.292" v="7104" actId="1076"/>
        <pc:sldMkLst>
          <pc:docMk/>
          <pc:sldMk cId="3582666542" sldId="280"/>
        </pc:sldMkLst>
        <pc:spChg chg="mod">
          <ac:chgData name="ralph kemp" userId="b9b5e5f6d19aaab0" providerId="LiveId" clId="{A29C7B4F-934B-4D14-826A-A7708455A20A}" dt="2020-06-01T06:57:25.603" v="7101" actId="1076"/>
          <ac:spMkLst>
            <pc:docMk/>
            <pc:sldMk cId="3582666542" sldId="280"/>
            <ac:spMk id="3" creationId="{00000000-0000-0000-0000-000000000000}"/>
          </ac:spMkLst>
        </pc:spChg>
        <pc:picChg chg="add mod modCrop">
          <ac:chgData name="ralph kemp" userId="b9b5e5f6d19aaab0" providerId="LiveId" clId="{A29C7B4F-934B-4D14-826A-A7708455A20A}" dt="2020-06-01T06:57:44.942" v="7103" actId="1076"/>
          <ac:picMkLst>
            <pc:docMk/>
            <pc:sldMk cId="3582666542" sldId="280"/>
            <ac:picMk id="5" creationId="{23F688A6-2CE9-4BF1-8E8A-EFC23C196B34}"/>
          </ac:picMkLst>
        </pc:picChg>
        <pc:picChg chg="add mod">
          <ac:chgData name="ralph kemp" userId="b9b5e5f6d19aaab0" providerId="LiveId" clId="{A29C7B4F-934B-4D14-826A-A7708455A20A}" dt="2020-06-01T06:57:49.292" v="7104" actId="1076"/>
          <ac:picMkLst>
            <pc:docMk/>
            <pc:sldMk cId="3582666542" sldId="280"/>
            <ac:picMk id="6" creationId="{84E8A3BD-AB4A-413C-B11B-F240C551AC12}"/>
          </ac:picMkLst>
        </pc:picChg>
        <pc:picChg chg="add mod">
          <ac:chgData name="ralph kemp" userId="b9b5e5f6d19aaab0" providerId="LiveId" clId="{A29C7B4F-934B-4D14-826A-A7708455A20A}" dt="2020-06-01T06:57:32.126" v="7102" actId="1076"/>
          <ac:picMkLst>
            <pc:docMk/>
            <pc:sldMk cId="3582666542" sldId="280"/>
            <ac:picMk id="7" creationId="{46761C3A-1AA8-40B3-88C2-1AF99DA66ED1}"/>
          </ac:picMkLst>
        </pc:picChg>
      </pc:sldChg>
      <pc:sldChg chg="delSp modSp del mod">
        <pc:chgData name="ralph kemp" userId="b9b5e5f6d19aaab0" providerId="LiveId" clId="{A29C7B4F-934B-4D14-826A-A7708455A20A}" dt="2020-06-01T06:56:06.272" v="7094" actId="2696"/>
        <pc:sldMkLst>
          <pc:docMk/>
          <pc:sldMk cId="1557400213" sldId="282"/>
        </pc:sldMkLst>
        <pc:spChg chg="mod">
          <ac:chgData name="ralph kemp" userId="b9b5e5f6d19aaab0" providerId="LiveId" clId="{A29C7B4F-934B-4D14-826A-A7708455A20A}" dt="2020-06-01T06:52:21.394" v="7041" actId="21"/>
          <ac:spMkLst>
            <pc:docMk/>
            <pc:sldMk cId="1557400213" sldId="282"/>
            <ac:spMk id="3" creationId="{00000000-0000-0000-0000-000000000000}"/>
          </ac:spMkLst>
        </pc:spChg>
        <pc:spChg chg="del">
          <ac:chgData name="ralph kemp" userId="b9b5e5f6d19aaab0" providerId="LiveId" clId="{A29C7B4F-934B-4D14-826A-A7708455A20A}" dt="2020-06-01T06:55:28.740" v="7088" actId="21"/>
          <ac:spMkLst>
            <pc:docMk/>
            <pc:sldMk cId="1557400213" sldId="282"/>
            <ac:spMk id="7" creationId="{00000000-0000-0000-0000-000000000000}"/>
          </ac:spMkLst>
        </pc:spChg>
        <pc:picChg chg="del">
          <ac:chgData name="ralph kemp" userId="b9b5e5f6d19aaab0" providerId="LiveId" clId="{A29C7B4F-934B-4D14-826A-A7708455A20A}" dt="2020-06-01T06:54:33.686" v="7083" actId="21"/>
          <ac:picMkLst>
            <pc:docMk/>
            <pc:sldMk cId="1557400213" sldId="282"/>
            <ac:picMk id="5" creationId="{00000000-0000-0000-0000-000000000000}"/>
          </ac:picMkLst>
        </pc:picChg>
        <pc:picChg chg="del">
          <ac:chgData name="ralph kemp" userId="b9b5e5f6d19aaab0" providerId="LiveId" clId="{A29C7B4F-934B-4D14-826A-A7708455A20A}" dt="2020-06-01T06:55:46.860" v="7091" actId="21"/>
          <ac:picMkLst>
            <pc:docMk/>
            <pc:sldMk cId="1557400213" sldId="282"/>
            <ac:picMk id="6" creationId="{00000000-0000-0000-0000-000000000000}"/>
          </ac:picMkLst>
        </pc:picChg>
      </pc:sldChg>
      <pc:sldChg chg="modSp mod">
        <pc:chgData name="ralph kemp" userId="b9b5e5f6d19aaab0" providerId="LiveId" clId="{A29C7B4F-934B-4D14-826A-A7708455A20A}" dt="2020-06-01T06:33:32.044" v="6650" actId="1076"/>
        <pc:sldMkLst>
          <pc:docMk/>
          <pc:sldMk cId="2948794998" sldId="283"/>
        </pc:sldMkLst>
        <pc:spChg chg="mod">
          <ac:chgData name="ralph kemp" userId="b9b5e5f6d19aaab0" providerId="LiveId" clId="{A29C7B4F-934B-4D14-826A-A7708455A20A}" dt="2020-06-01T06:33:32.044" v="6650" actId="1076"/>
          <ac:spMkLst>
            <pc:docMk/>
            <pc:sldMk cId="2948794998" sldId="283"/>
            <ac:spMk id="2" creationId="{00000000-0000-0000-0000-000000000000}"/>
          </ac:spMkLst>
        </pc:spChg>
        <pc:spChg chg="mod">
          <ac:chgData name="ralph kemp" userId="b9b5e5f6d19aaab0" providerId="LiveId" clId="{A29C7B4F-934B-4D14-826A-A7708455A20A}" dt="2020-06-01T06:33:25.820" v="6648" actId="1076"/>
          <ac:spMkLst>
            <pc:docMk/>
            <pc:sldMk cId="2948794998" sldId="283"/>
            <ac:spMk id="3" creationId="{00000000-0000-0000-0000-000000000000}"/>
          </ac:spMkLst>
        </pc:spChg>
      </pc:sldChg>
      <pc:sldChg chg="modSp mod">
        <pc:chgData name="ralph kemp" userId="b9b5e5f6d19aaab0" providerId="LiveId" clId="{A29C7B4F-934B-4D14-826A-A7708455A20A}" dt="2020-06-01T06:34:12.778" v="6666" actId="1076"/>
        <pc:sldMkLst>
          <pc:docMk/>
          <pc:sldMk cId="1035910379" sldId="284"/>
        </pc:sldMkLst>
        <pc:spChg chg="mod">
          <ac:chgData name="ralph kemp" userId="b9b5e5f6d19aaab0" providerId="LiveId" clId="{A29C7B4F-934B-4D14-826A-A7708455A20A}" dt="2020-06-01T06:34:12.778" v="6666" actId="1076"/>
          <ac:spMkLst>
            <pc:docMk/>
            <pc:sldMk cId="1035910379" sldId="284"/>
            <ac:spMk id="2" creationId="{00000000-0000-0000-0000-000000000000}"/>
          </ac:spMkLst>
        </pc:spChg>
        <pc:picChg chg="mod">
          <ac:chgData name="ralph kemp" userId="b9b5e5f6d19aaab0" providerId="LiveId" clId="{A29C7B4F-934B-4D14-826A-A7708455A20A}" dt="2020-06-01T06:34:05.392" v="6665" actId="1076"/>
          <ac:picMkLst>
            <pc:docMk/>
            <pc:sldMk cId="1035910379" sldId="284"/>
            <ac:picMk id="5" creationId="{00000000-0000-0000-0000-000000000000}"/>
          </ac:picMkLst>
        </pc:picChg>
      </pc:sldChg>
      <pc:sldChg chg="del">
        <pc:chgData name="ralph kemp" userId="b9b5e5f6d19aaab0" providerId="LiveId" clId="{A29C7B4F-934B-4D14-826A-A7708455A20A}" dt="2020-06-01T06:18:58.945" v="6316" actId="2696"/>
        <pc:sldMkLst>
          <pc:docMk/>
          <pc:sldMk cId="3532394295" sldId="285"/>
        </pc:sldMkLst>
      </pc:sldChg>
      <pc:sldChg chg="del">
        <pc:chgData name="ralph kemp" userId="b9b5e5f6d19aaab0" providerId="LiveId" clId="{A29C7B4F-934B-4D14-826A-A7708455A20A}" dt="2020-06-01T06:18:58.945" v="6316" actId="2696"/>
        <pc:sldMkLst>
          <pc:docMk/>
          <pc:sldMk cId="572895228" sldId="286"/>
        </pc:sldMkLst>
      </pc:sldChg>
      <pc:sldChg chg="addSp modSp mod">
        <pc:chgData name="ralph kemp" userId="b9b5e5f6d19aaab0" providerId="LiveId" clId="{A29C7B4F-934B-4D14-826A-A7708455A20A}" dt="2020-05-31T09:06:45.806" v="1329" actId="1076"/>
        <pc:sldMkLst>
          <pc:docMk/>
          <pc:sldMk cId="1596027900" sldId="288"/>
        </pc:sldMkLst>
        <pc:spChg chg="add mod">
          <ac:chgData name="ralph kemp" userId="b9b5e5f6d19aaab0" providerId="LiveId" clId="{A29C7B4F-934B-4D14-826A-A7708455A20A}" dt="2020-05-31T09:06:45.806" v="1329" actId="1076"/>
          <ac:spMkLst>
            <pc:docMk/>
            <pc:sldMk cId="1596027900" sldId="288"/>
            <ac:spMk id="2" creationId="{7730438C-CAEF-408B-B75F-0E46E7E2CBD2}"/>
          </ac:spMkLst>
        </pc:spChg>
      </pc:sldChg>
      <pc:sldChg chg="addSp modSp mod">
        <pc:chgData name="ralph kemp" userId="b9b5e5f6d19aaab0" providerId="LiveId" clId="{A29C7B4F-934B-4D14-826A-A7708455A20A}" dt="2020-05-31T10:37:32.571" v="2766" actId="1076"/>
        <pc:sldMkLst>
          <pc:docMk/>
          <pc:sldMk cId="1944636126" sldId="289"/>
        </pc:sldMkLst>
        <pc:spChg chg="add mod">
          <ac:chgData name="ralph kemp" userId="b9b5e5f6d19aaab0" providerId="LiveId" clId="{A29C7B4F-934B-4D14-826A-A7708455A20A}" dt="2020-05-31T10:37:32.571" v="2766" actId="1076"/>
          <ac:spMkLst>
            <pc:docMk/>
            <pc:sldMk cId="1944636126" sldId="289"/>
            <ac:spMk id="2" creationId="{9D23EE6F-3010-4C13-ACE9-0862C19D2607}"/>
          </ac:spMkLst>
        </pc:spChg>
      </pc:sldChg>
      <pc:sldChg chg="modSp mod">
        <pc:chgData name="ralph kemp" userId="b9b5e5f6d19aaab0" providerId="LiveId" clId="{A29C7B4F-934B-4D14-826A-A7708455A20A}" dt="2020-05-31T10:52:09.677" v="3107" actId="1076"/>
        <pc:sldMkLst>
          <pc:docMk/>
          <pc:sldMk cId="578906670" sldId="292"/>
        </pc:sldMkLst>
        <pc:spChg chg="mod">
          <ac:chgData name="ralph kemp" userId="b9b5e5f6d19aaab0" providerId="LiveId" clId="{A29C7B4F-934B-4D14-826A-A7708455A20A}" dt="2020-05-31T10:52:09.677" v="3107" actId="1076"/>
          <ac:spMkLst>
            <pc:docMk/>
            <pc:sldMk cId="578906670" sldId="292"/>
            <ac:spMk id="2" creationId="{00000000-0000-0000-0000-000000000000}"/>
          </ac:spMkLst>
        </pc:spChg>
        <pc:spChg chg="mod">
          <ac:chgData name="ralph kemp" userId="b9b5e5f6d19aaab0" providerId="LiveId" clId="{A29C7B4F-934B-4D14-826A-A7708455A20A}" dt="2020-05-31T10:51:58.927" v="3105" actId="1076"/>
          <ac:spMkLst>
            <pc:docMk/>
            <pc:sldMk cId="578906670" sldId="292"/>
            <ac:spMk id="3" creationId="{00000000-0000-0000-0000-000000000000}"/>
          </ac:spMkLst>
        </pc:spChg>
      </pc:sldChg>
      <pc:sldChg chg="del">
        <pc:chgData name="ralph kemp" userId="b9b5e5f6d19aaab0" providerId="LiveId" clId="{A29C7B4F-934B-4D14-826A-A7708455A20A}" dt="2020-06-01T06:45:49.898" v="6889" actId="2696"/>
        <pc:sldMkLst>
          <pc:docMk/>
          <pc:sldMk cId="1340803127" sldId="296"/>
        </pc:sldMkLst>
      </pc:sldChg>
      <pc:sldChg chg="modSp mod">
        <pc:chgData name="ralph kemp" userId="b9b5e5f6d19aaab0" providerId="LiveId" clId="{A29C7B4F-934B-4D14-826A-A7708455A20A}" dt="2020-06-01T07:04:33.936" v="7272" actId="20577"/>
        <pc:sldMkLst>
          <pc:docMk/>
          <pc:sldMk cId="2018706929" sldId="298"/>
        </pc:sldMkLst>
        <pc:spChg chg="mod">
          <ac:chgData name="ralph kemp" userId="b9b5e5f6d19aaab0" providerId="LiveId" clId="{A29C7B4F-934B-4D14-826A-A7708455A20A}" dt="2020-06-01T07:04:33.936" v="7272" actId="20577"/>
          <ac:spMkLst>
            <pc:docMk/>
            <pc:sldMk cId="2018706929" sldId="298"/>
            <ac:spMk id="3" creationId="{00000000-0000-0000-0000-000000000000}"/>
          </ac:spMkLst>
        </pc:spChg>
      </pc:sldChg>
      <pc:sldChg chg="del">
        <pc:chgData name="ralph kemp" userId="b9b5e5f6d19aaab0" providerId="LiveId" clId="{A29C7B4F-934B-4D14-826A-A7708455A20A}" dt="2020-05-31T09:02:02.595" v="1124" actId="2696"/>
        <pc:sldMkLst>
          <pc:docMk/>
          <pc:sldMk cId="3627965087" sldId="299"/>
        </pc:sldMkLst>
      </pc:sldChg>
      <pc:sldChg chg="addSp delSp modSp mod">
        <pc:chgData name="ralph kemp" userId="b9b5e5f6d19aaab0" providerId="LiveId" clId="{A29C7B4F-934B-4D14-826A-A7708455A20A}" dt="2020-05-31T10:05:02.467" v="2161" actId="1076"/>
        <pc:sldMkLst>
          <pc:docMk/>
          <pc:sldMk cId="3412516943" sldId="301"/>
        </pc:sldMkLst>
        <pc:spChg chg="mod">
          <ac:chgData name="ralph kemp" userId="b9b5e5f6d19aaab0" providerId="LiveId" clId="{A29C7B4F-934B-4D14-826A-A7708455A20A}" dt="2020-05-31T10:04:57.964" v="2159" actId="14100"/>
          <ac:spMkLst>
            <pc:docMk/>
            <pc:sldMk cId="3412516943" sldId="301"/>
            <ac:spMk id="3" creationId="{00000000-0000-0000-0000-000000000000}"/>
          </ac:spMkLst>
        </pc:spChg>
        <pc:picChg chg="add del">
          <ac:chgData name="ralph kemp" userId="b9b5e5f6d19aaab0" providerId="LiveId" clId="{A29C7B4F-934B-4D14-826A-A7708455A20A}" dt="2020-05-30T09:00:05.797" v="941"/>
          <ac:picMkLst>
            <pc:docMk/>
            <pc:sldMk cId="3412516943" sldId="301"/>
            <ac:picMk id="5" creationId="{F785E756-E212-4CFC-A204-B12592E8D625}"/>
          </ac:picMkLst>
        </pc:picChg>
        <pc:picChg chg="add mod">
          <ac:chgData name="ralph kemp" userId="b9b5e5f6d19aaab0" providerId="LiveId" clId="{A29C7B4F-934B-4D14-826A-A7708455A20A}" dt="2020-05-31T10:05:02.467" v="2161" actId="1076"/>
          <ac:picMkLst>
            <pc:docMk/>
            <pc:sldMk cId="3412516943" sldId="301"/>
            <ac:picMk id="6" creationId="{C68F60A3-4725-4DF5-9FAF-BC57479734AC}"/>
          </ac:picMkLst>
        </pc:picChg>
      </pc:sldChg>
      <pc:sldChg chg="modSp mod">
        <pc:chgData name="ralph kemp" userId="b9b5e5f6d19aaab0" providerId="LiveId" clId="{A29C7B4F-934B-4D14-826A-A7708455A20A}" dt="2020-05-31T10:07:35.468" v="2183" actId="1076"/>
        <pc:sldMkLst>
          <pc:docMk/>
          <pc:sldMk cId="2398991298" sldId="302"/>
        </pc:sldMkLst>
        <pc:spChg chg="mod">
          <ac:chgData name="ralph kemp" userId="b9b5e5f6d19aaab0" providerId="LiveId" clId="{A29C7B4F-934B-4D14-826A-A7708455A20A}" dt="2020-05-31T10:05:11.100" v="2162" actId="14100"/>
          <ac:spMkLst>
            <pc:docMk/>
            <pc:sldMk cId="2398991298" sldId="302"/>
            <ac:spMk id="2" creationId="{00000000-0000-0000-0000-000000000000}"/>
          </ac:spMkLst>
        </pc:spChg>
        <pc:spChg chg="mod">
          <ac:chgData name="ralph kemp" userId="b9b5e5f6d19aaab0" providerId="LiveId" clId="{A29C7B4F-934B-4D14-826A-A7708455A20A}" dt="2020-05-31T10:07:35.468" v="2183" actId="1076"/>
          <ac:spMkLst>
            <pc:docMk/>
            <pc:sldMk cId="2398991298" sldId="302"/>
            <ac:spMk id="3" creationId="{00000000-0000-0000-0000-000000000000}"/>
          </ac:spMkLst>
        </pc:spChg>
      </pc:sldChg>
      <pc:sldChg chg="modSp mod">
        <pc:chgData name="ralph kemp" userId="b9b5e5f6d19aaab0" providerId="LiveId" clId="{A29C7B4F-934B-4D14-826A-A7708455A20A}" dt="2020-05-31T10:08:58.625" v="2194" actId="14100"/>
        <pc:sldMkLst>
          <pc:docMk/>
          <pc:sldMk cId="222315872" sldId="303"/>
        </pc:sldMkLst>
        <pc:spChg chg="mod">
          <ac:chgData name="ralph kemp" userId="b9b5e5f6d19aaab0" providerId="LiveId" clId="{A29C7B4F-934B-4D14-826A-A7708455A20A}" dt="2020-05-31T10:08:35.276" v="2189" actId="14100"/>
          <ac:spMkLst>
            <pc:docMk/>
            <pc:sldMk cId="222315872" sldId="303"/>
            <ac:spMk id="2" creationId="{00000000-0000-0000-0000-000000000000}"/>
          </ac:spMkLst>
        </pc:spChg>
        <pc:spChg chg="mod">
          <ac:chgData name="ralph kemp" userId="b9b5e5f6d19aaab0" providerId="LiveId" clId="{A29C7B4F-934B-4D14-826A-A7708455A20A}" dt="2020-05-31T10:08:58.625" v="2194" actId="14100"/>
          <ac:spMkLst>
            <pc:docMk/>
            <pc:sldMk cId="222315872" sldId="303"/>
            <ac:spMk id="3" creationId="{00000000-0000-0000-0000-000000000000}"/>
          </ac:spMkLst>
        </pc:spChg>
      </pc:sldChg>
      <pc:sldChg chg="delSp modSp mod">
        <pc:chgData name="ralph kemp" userId="b9b5e5f6d19aaab0" providerId="LiveId" clId="{A29C7B4F-934B-4D14-826A-A7708455A20A}" dt="2020-05-30T08:12:23.188" v="65" actId="1076"/>
        <pc:sldMkLst>
          <pc:docMk/>
          <pc:sldMk cId="694610766" sldId="304"/>
        </pc:sldMkLst>
        <pc:spChg chg="mod">
          <ac:chgData name="ralph kemp" userId="b9b5e5f6d19aaab0" providerId="LiveId" clId="{A29C7B4F-934B-4D14-826A-A7708455A20A}" dt="2020-05-30T08:10:30.608" v="33" actId="1076"/>
          <ac:spMkLst>
            <pc:docMk/>
            <pc:sldMk cId="694610766" sldId="304"/>
            <ac:spMk id="2" creationId="{00000000-0000-0000-0000-000000000000}"/>
          </ac:spMkLst>
        </pc:spChg>
        <pc:spChg chg="del">
          <ac:chgData name="ralph kemp" userId="b9b5e5f6d19aaab0" providerId="LiveId" clId="{A29C7B4F-934B-4D14-826A-A7708455A20A}" dt="2020-05-30T08:10:11.070" v="30" actId="478"/>
          <ac:spMkLst>
            <pc:docMk/>
            <pc:sldMk cId="694610766" sldId="304"/>
            <ac:spMk id="7" creationId="{0FE32E40-07A3-4DA3-89C4-1FFA7D9F02C0}"/>
          </ac:spMkLst>
        </pc:spChg>
        <pc:picChg chg="mod modCrop">
          <ac:chgData name="ralph kemp" userId="b9b5e5f6d19aaab0" providerId="LiveId" clId="{A29C7B4F-934B-4D14-826A-A7708455A20A}" dt="2020-05-30T08:12:23.188" v="65" actId="1076"/>
          <ac:picMkLst>
            <pc:docMk/>
            <pc:sldMk cId="694610766" sldId="304"/>
            <ac:picMk id="5" creationId="{00000000-0000-0000-0000-000000000000}"/>
          </ac:picMkLst>
        </pc:picChg>
      </pc:sldChg>
      <pc:sldChg chg="modSp mod">
        <pc:chgData name="ralph kemp" userId="b9b5e5f6d19aaab0" providerId="LiveId" clId="{A29C7B4F-934B-4D14-826A-A7708455A20A}" dt="2020-06-01T03:24:37.472" v="3437" actId="12"/>
        <pc:sldMkLst>
          <pc:docMk/>
          <pc:sldMk cId="4112560276" sldId="305"/>
        </pc:sldMkLst>
        <pc:spChg chg="mod">
          <ac:chgData name="ralph kemp" userId="b9b5e5f6d19aaab0" providerId="LiveId" clId="{A29C7B4F-934B-4D14-826A-A7708455A20A}" dt="2020-06-01T03:24:37.472" v="3437" actId="12"/>
          <ac:spMkLst>
            <pc:docMk/>
            <pc:sldMk cId="4112560276" sldId="305"/>
            <ac:spMk id="3" creationId="{00000000-0000-0000-0000-000000000000}"/>
          </ac:spMkLst>
        </pc:spChg>
      </pc:sldChg>
      <pc:sldChg chg="modSp mod">
        <pc:chgData name="ralph kemp" userId="b9b5e5f6d19aaab0" providerId="LiveId" clId="{A29C7B4F-934B-4D14-826A-A7708455A20A}" dt="2020-05-31T10:10:12.299" v="2218" actId="1076"/>
        <pc:sldMkLst>
          <pc:docMk/>
          <pc:sldMk cId="2742209578" sldId="306"/>
        </pc:sldMkLst>
        <pc:spChg chg="mod">
          <ac:chgData name="ralph kemp" userId="b9b5e5f6d19aaab0" providerId="LiveId" clId="{A29C7B4F-934B-4D14-826A-A7708455A20A}" dt="2020-05-31T10:09:54.908" v="2213" actId="14100"/>
          <ac:spMkLst>
            <pc:docMk/>
            <pc:sldMk cId="2742209578" sldId="306"/>
            <ac:spMk id="2" creationId="{00000000-0000-0000-0000-000000000000}"/>
          </ac:spMkLst>
        </pc:spChg>
        <pc:spChg chg="mod">
          <ac:chgData name="ralph kemp" userId="b9b5e5f6d19aaab0" providerId="LiveId" clId="{A29C7B4F-934B-4D14-826A-A7708455A20A}" dt="2020-05-31T10:10:12.299" v="2218" actId="1076"/>
          <ac:spMkLst>
            <pc:docMk/>
            <pc:sldMk cId="2742209578" sldId="306"/>
            <ac:spMk id="3" creationId="{00000000-0000-0000-0000-000000000000}"/>
          </ac:spMkLst>
        </pc:spChg>
      </pc:sldChg>
      <pc:sldChg chg="modSp mod">
        <pc:chgData name="ralph kemp" userId="b9b5e5f6d19aaab0" providerId="LiveId" clId="{A29C7B4F-934B-4D14-826A-A7708455A20A}" dt="2020-05-31T10:14:11.264" v="2293" actId="1076"/>
        <pc:sldMkLst>
          <pc:docMk/>
          <pc:sldMk cId="2434945104" sldId="308"/>
        </pc:sldMkLst>
        <pc:spChg chg="mod">
          <ac:chgData name="ralph kemp" userId="b9b5e5f6d19aaab0" providerId="LiveId" clId="{A29C7B4F-934B-4D14-826A-A7708455A20A}" dt="2020-05-31T10:14:11.264" v="2293" actId="1076"/>
          <ac:spMkLst>
            <pc:docMk/>
            <pc:sldMk cId="2434945104" sldId="308"/>
            <ac:spMk id="2" creationId="{00000000-0000-0000-0000-000000000000}"/>
          </ac:spMkLst>
        </pc:spChg>
        <pc:spChg chg="mod">
          <ac:chgData name="ralph kemp" userId="b9b5e5f6d19aaab0" providerId="LiveId" clId="{A29C7B4F-934B-4D14-826A-A7708455A20A}" dt="2020-05-31T10:14:07.436" v="2292" actId="1076"/>
          <ac:spMkLst>
            <pc:docMk/>
            <pc:sldMk cId="2434945104" sldId="308"/>
            <ac:spMk id="3" creationId="{00000000-0000-0000-0000-000000000000}"/>
          </ac:spMkLst>
        </pc:spChg>
      </pc:sldChg>
      <pc:sldChg chg="modSp mod">
        <pc:chgData name="ralph kemp" userId="b9b5e5f6d19aaab0" providerId="LiveId" clId="{A29C7B4F-934B-4D14-826A-A7708455A20A}" dt="2020-05-31T10:12:33.954" v="2247" actId="1076"/>
        <pc:sldMkLst>
          <pc:docMk/>
          <pc:sldMk cId="1674193263" sldId="309"/>
        </pc:sldMkLst>
        <pc:spChg chg="mod">
          <ac:chgData name="ralph kemp" userId="b9b5e5f6d19aaab0" providerId="LiveId" clId="{A29C7B4F-934B-4D14-826A-A7708455A20A}" dt="2020-05-31T10:12:33.954" v="2247" actId="1076"/>
          <ac:spMkLst>
            <pc:docMk/>
            <pc:sldMk cId="1674193263" sldId="309"/>
            <ac:spMk id="2" creationId="{00000000-0000-0000-0000-000000000000}"/>
          </ac:spMkLst>
        </pc:spChg>
        <pc:spChg chg="mod">
          <ac:chgData name="ralph kemp" userId="b9b5e5f6d19aaab0" providerId="LiveId" clId="{A29C7B4F-934B-4D14-826A-A7708455A20A}" dt="2020-05-31T10:12:30.443" v="2246" actId="1076"/>
          <ac:spMkLst>
            <pc:docMk/>
            <pc:sldMk cId="1674193263" sldId="309"/>
            <ac:spMk id="3" creationId="{00000000-0000-0000-0000-000000000000}"/>
          </ac:spMkLst>
        </pc:spChg>
      </pc:sldChg>
      <pc:sldChg chg="modSp mod">
        <pc:chgData name="ralph kemp" userId="b9b5e5f6d19aaab0" providerId="LiveId" clId="{A29C7B4F-934B-4D14-826A-A7708455A20A}" dt="2020-05-31T10:14:41.042" v="2303" actId="1076"/>
        <pc:sldMkLst>
          <pc:docMk/>
          <pc:sldMk cId="1290577488" sldId="310"/>
        </pc:sldMkLst>
        <pc:spChg chg="mod">
          <ac:chgData name="ralph kemp" userId="b9b5e5f6d19aaab0" providerId="LiveId" clId="{A29C7B4F-934B-4D14-826A-A7708455A20A}" dt="2020-05-31T10:14:23.912" v="2298" actId="14100"/>
          <ac:spMkLst>
            <pc:docMk/>
            <pc:sldMk cId="1290577488" sldId="310"/>
            <ac:spMk id="2" creationId="{00000000-0000-0000-0000-000000000000}"/>
          </ac:spMkLst>
        </pc:spChg>
        <pc:spChg chg="mod">
          <ac:chgData name="ralph kemp" userId="b9b5e5f6d19aaab0" providerId="LiveId" clId="{A29C7B4F-934B-4D14-826A-A7708455A20A}" dt="2020-05-31T10:14:41.042" v="2303" actId="1076"/>
          <ac:spMkLst>
            <pc:docMk/>
            <pc:sldMk cId="1290577488" sldId="310"/>
            <ac:spMk id="3" creationId="{00000000-0000-0000-0000-000000000000}"/>
          </ac:spMkLst>
        </pc:spChg>
      </pc:sldChg>
      <pc:sldChg chg="modSp mod">
        <pc:chgData name="ralph kemp" userId="b9b5e5f6d19aaab0" providerId="LiveId" clId="{A29C7B4F-934B-4D14-826A-A7708455A20A}" dt="2020-05-31T10:26:41.311" v="2532" actId="20577"/>
        <pc:sldMkLst>
          <pc:docMk/>
          <pc:sldMk cId="3001452231" sldId="311"/>
        </pc:sldMkLst>
        <pc:spChg chg="mod">
          <ac:chgData name="ralph kemp" userId="b9b5e5f6d19aaab0" providerId="LiveId" clId="{A29C7B4F-934B-4D14-826A-A7708455A20A}" dt="2020-05-31T10:15:27.006" v="2318" actId="1076"/>
          <ac:spMkLst>
            <pc:docMk/>
            <pc:sldMk cId="3001452231" sldId="311"/>
            <ac:spMk id="2" creationId="{00000000-0000-0000-0000-000000000000}"/>
          </ac:spMkLst>
        </pc:spChg>
        <pc:spChg chg="mod">
          <ac:chgData name="ralph kemp" userId="b9b5e5f6d19aaab0" providerId="LiveId" clId="{A29C7B4F-934B-4D14-826A-A7708455A20A}" dt="2020-05-31T10:26:41.311" v="2532" actId="20577"/>
          <ac:spMkLst>
            <pc:docMk/>
            <pc:sldMk cId="3001452231" sldId="311"/>
            <ac:spMk id="3" creationId="{00000000-0000-0000-0000-000000000000}"/>
          </ac:spMkLst>
        </pc:spChg>
      </pc:sldChg>
      <pc:sldChg chg="modSp mod">
        <pc:chgData name="ralph kemp" userId="b9b5e5f6d19aaab0" providerId="LiveId" clId="{A29C7B4F-934B-4D14-826A-A7708455A20A}" dt="2020-05-31T10:24:05.351" v="2495" actId="5793"/>
        <pc:sldMkLst>
          <pc:docMk/>
          <pc:sldMk cId="2176367710" sldId="312"/>
        </pc:sldMkLst>
        <pc:spChg chg="mod">
          <ac:chgData name="ralph kemp" userId="b9b5e5f6d19aaab0" providerId="LiveId" clId="{A29C7B4F-934B-4D14-826A-A7708455A20A}" dt="2020-05-31T10:24:05.351" v="2495" actId="5793"/>
          <ac:spMkLst>
            <pc:docMk/>
            <pc:sldMk cId="2176367710" sldId="312"/>
            <ac:spMk id="3" creationId="{00000000-0000-0000-0000-000000000000}"/>
          </ac:spMkLst>
        </pc:spChg>
      </pc:sldChg>
      <pc:sldChg chg="modSp mod">
        <pc:chgData name="ralph kemp" userId="b9b5e5f6d19aaab0" providerId="LiveId" clId="{A29C7B4F-934B-4D14-826A-A7708455A20A}" dt="2020-05-31T10:22:11.357" v="2465" actId="27636"/>
        <pc:sldMkLst>
          <pc:docMk/>
          <pc:sldMk cId="3918392554" sldId="313"/>
        </pc:sldMkLst>
        <pc:spChg chg="mod">
          <ac:chgData name="ralph kemp" userId="b9b5e5f6d19aaab0" providerId="LiveId" clId="{A29C7B4F-934B-4D14-826A-A7708455A20A}" dt="2020-05-31T10:22:07.440" v="2463" actId="1076"/>
          <ac:spMkLst>
            <pc:docMk/>
            <pc:sldMk cId="3918392554" sldId="313"/>
            <ac:spMk id="2" creationId="{00000000-0000-0000-0000-000000000000}"/>
          </ac:spMkLst>
        </pc:spChg>
        <pc:spChg chg="mod">
          <ac:chgData name="ralph kemp" userId="b9b5e5f6d19aaab0" providerId="LiveId" clId="{A29C7B4F-934B-4D14-826A-A7708455A20A}" dt="2020-05-31T10:22:11.357" v="2465" actId="27636"/>
          <ac:spMkLst>
            <pc:docMk/>
            <pc:sldMk cId="3918392554" sldId="313"/>
            <ac:spMk id="3" creationId="{00000000-0000-0000-0000-000000000000}"/>
          </ac:spMkLst>
        </pc:spChg>
      </pc:sldChg>
      <pc:sldChg chg="modSp mod">
        <pc:chgData name="ralph kemp" userId="b9b5e5f6d19aaab0" providerId="LiveId" clId="{A29C7B4F-934B-4D14-826A-A7708455A20A}" dt="2020-05-31T10:24:38.258" v="2506" actId="20577"/>
        <pc:sldMkLst>
          <pc:docMk/>
          <pc:sldMk cId="2550916923" sldId="315"/>
        </pc:sldMkLst>
        <pc:spChg chg="mod">
          <ac:chgData name="ralph kemp" userId="b9b5e5f6d19aaab0" providerId="LiveId" clId="{A29C7B4F-934B-4D14-826A-A7708455A20A}" dt="2020-05-31T10:24:38.258" v="2506" actId="20577"/>
          <ac:spMkLst>
            <pc:docMk/>
            <pc:sldMk cId="2550916923" sldId="315"/>
            <ac:spMk id="3" creationId="{00000000-0000-0000-0000-000000000000}"/>
          </ac:spMkLst>
        </pc:spChg>
      </pc:sldChg>
      <pc:sldChg chg="modSp mod">
        <pc:chgData name="ralph kemp" userId="b9b5e5f6d19aaab0" providerId="LiveId" clId="{A29C7B4F-934B-4D14-826A-A7708455A20A}" dt="2020-05-31T10:18:35.284" v="2367" actId="1076"/>
        <pc:sldMkLst>
          <pc:docMk/>
          <pc:sldMk cId="1425193999" sldId="317"/>
        </pc:sldMkLst>
        <pc:spChg chg="mod">
          <ac:chgData name="ralph kemp" userId="b9b5e5f6d19aaab0" providerId="LiveId" clId="{A29C7B4F-934B-4D14-826A-A7708455A20A}" dt="2020-05-31T10:17:59.633" v="2360" actId="14100"/>
          <ac:spMkLst>
            <pc:docMk/>
            <pc:sldMk cId="1425193999" sldId="317"/>
            <ac:spMk id="2" creationId="{00000000-0000-0000-0000-000000000000}"/>
          </ac:spMkLst>
        </pc:spChg>
        <pc:spChg chg="mod">
          <ac:chgData name="ralph kemp" userId="b9b5e5f6d19aaab0" providerId="LiveId" clId="{A29C7B4F-934B-4D14-826A-A7708455A20A}" dt="2020-05-31T10:18:35.284" v="2367" actId="1076"/>
          <ac:spMkLst>
            <pc:docMk/>
            <pc:sldMk cId="1425193999" sldId="317"/>
            <ac:spMk id="3" creationId="{00000000-0000-0000-0000-000000000000}"/>
          </ac:spMkLst>
        </pc:spChg>
      </pc:sldChg>
      <pc:sldChg chg="modSp mod">
        <pc:chgData name="ralph kemp" userId="b9b5e5f6d19aaab0" providerId="LiveId" clId="{A29C7B4F-934B-4D14-826A-A7708455A20A}" dt="2020-06-01T03:44:32.931" v="3751" actId="1076"/>
        <pc:sldMkLst>
          <pc:docMk/>
          <pc:sldMk cId="264504982" sldId="318"/>
        </pc:sldMkLst>
        <pc:spChg chg="mod">
          <ac:chgData name="ralph kemp" userId="b9b5e5f6d19aaab0" providerId="LiveId" clId="{A29C7B4F-934B-4D14-826A-A7708455A20A}" dt="2020-06-01T03:44:32.931" v="3751" actId="1076"/>
          <ac:spMkLst>
            <pc:docMk/>
            <pc:sldMk cId="264504982" sldId="318"/>
            <ac:spMk id="2" creationId="{00000000-0000-0000-0000-000000000000}"/>
          </ac:spMkLst>
        </pc:spChg>
        <pc:spChg chg="mod">
          <ac:chgData name="ralph kemp" userId="b9b5e5f6d19aaab0" providerId="LiveId" clId="{A29C7B4F-934B-4D14-826A-A7708455A20A}" dt="2020-06-01T03:44:25.321" v="3749" actId="1076"/>
          <ac:spMkLst>
            <pc:docMk/>
            <pc:sldMk cId="264504982" sldId="318"/>
            <ac:spMk id="3" creationId="{00000000-0000-0000-0000-000000000000}"/>
          </ac:spMkLst>
        </pc:spChg>
      </pc:sldChg>
      <pc:sldChg chg="modSp mod">
        <pc:chgData name="ralph kemp" userId="b9b5e5f6d19aaab0" providerId="LiveId" clId="{A29C7B4F-934B-4D14-826A-A7708455A20A}" dt="2020-05-31T10:20:12.907" v="2402" actId="14100"/>
        <pc:sldMkLst>
          <pc:docMk/>
          <pc:sldMk cId="2287186540" sldId="319"/>
        </pc:sldMkLst>
        <pc:spChg chg="mod">
          <ac:chgData name="ralph kemp" userId="b9b5e5f6d19aaab0" providerId="LiveId" clId="{A29C7B4F-934B-4D14-826A-A7708455A20A}" dt="2020-05-31T10:20:12.907" v="2402" actId="14100"/>
          <ac:spMkLst>
            <pc:docMk/>
            <pc:sldMk cId="2287186540" sldId="319"/>
            <ac:spMk id="2" creationId="{00000000-0000-0000-0000-000000000000}"/>
          </ac:spMkLst>
        </pc:spChg>
        <pc:spChg chg="mod">
          <ac:chgData name="ralph kemp" userId="b9b5e5f6d19aaab0" providerId="LiveId" clId="{A29C7B4F-934B-4D14-826A-A7708455A20A}" dt="2020-05-31T10:20:09.765" v="2401" actId="1076"/>
          <ac:spMkLst>
            <pc:docMk/>
            <pc:sldMk cId="2287186540" sldId="319"/>
            <ac:spMk id="3" creationId="{00000000-0000-0000-0000-000000000000}"/>
          </ac:spMkLst>
        </pc:spChg>
      </pc:sldChg>
      <pc:sldChg chg="modSp mod">
        <pc:chgData name="ralph kemp" userId="b9b5e5f6d19aaab0" providerId="LiveId" clId="{A29C7B4F-934B-4D14-826A-A7708455A20A}" dt="2020-05-31T10:22:49.445" v="2475" actId="14100"/>
        <pc:sldMkLst>
          <pc:docMk/>
          <pc:sldMk cId="2398188027" sldId="320"/>
        </pc:sldMkLst>
        <pc:spChg chg="mod">
          <ac:chgData name="ralph kemp" userId="b9b5e5f6d19aaab0" providerId="LiveId" clId="{A29C7B4F-934B-4D14-826A-A7708455A20A}" dt="2020-05-31T10:22:25.294" v="2470" actId="14100"/>
          <ac:spMkLst>
            <pc:docMk/>
            <pc:sldMk cId="2398188027" sldId="320"/>
            <ac:spMk id="2" creationId="{00000000-0000-0000-0000-000000000000}"/>
          </ac:spMkLst>
        </pc:spChg>
        <pc:spChg chg="mod">
          <ac:chgData name="ralph kemp" userId="b9b5e5f6d19aaab0" providerId="LiveId" clId="{A29C7B4F-934B-4D14-826A-A7708455A20A}" dt="2020-05-31T10:22:49.445" v="2475" actId="14100"/>
          <ac:spMkLst>
            <pc:docMk/>
            <pc:sldMk cId="2398188027" sldId="320"/>
            <ac:spMk id="3" creationId="{00000000-0000-0000-0000-000000000000}"/>
          </ac:spMkLst>
        </pc:spChg>
      </pc:sldChg>
      <pc:sldChg chg="modSp mod">
        <pc:chgData name="ralph kemp" userId="b9b5e5f6d19aaab0" providerId="LiveId" clId="{A29C7B4F-934B-4D14-826A-A7708455A20A}" dt="2020-05-31T10:15:51.165" v="2327" actId="1076"/>
        <pc:sldMkLst>
          <pc:docMk/>
          <pc:sldMk cId="1232176280" sldId="321"/>
        </pc:sldMkLst>
        <pc:spChg chg="mod">
          <ac:chgData name="ralph kemp" userId="b9b5e5f6d19aaab0" providerId="LiveId" clId="{A29C7B4F-934B-4D14-826A-A7708455A20A}" dt="2020-05-31T10:15:37.319" v="2322" actId="14100"/>
          <ac:spMkLst>
            <pc:docMk/>
            <pc:sldMk cId="1232176280" sldId="321"/>
            <ac:spMk id="2" creationId="{00000000-0000-0000-0000-000000000000}"/>
          </ac:spMkLst>
        </pc:spChg>
        <pc:spChg chg="mod">
          <ac:chgData name="ralph kemp" userId="b9b5e5f6d19aaab0" providerId="LiveId" clId="{A29C7B4F-934B-4D14-826A-A7708455A20A}" dt="2020-05-31T10:15:51.165" v="2327" actId="1076"/>
          <ac:spMkLst>
            <pc:docMk/>
            <pc:sldMk cId="1232176280" sldId="321"/>
            <ac:spMk id="3" creationId="{00000000-0000-0000-0000-000000000000}"/>
          </ac:spMkLst>
        </pc:spChg>
      </pc:sldChg>
      <pc:sldChg chg="modSp mod">
        <pc:chgData name="ralph kemp" userId="b9b5e5f6d19aaab0" providerId="LiveId" clId="{A29C7B4F-934B-4D14-826A-A7708455A20A}" dt="2020-05-31T10:16:58.325" v="2344" actId="14100"/>
        <pc:sldMkLst>
          <pc:docMk/>
          <pc:sldMk cId="3929557409" sldId="322"/>
        </pc:sldMkLst>
        <pc:spChg chg="mod">
          <ac:chgData name="ralph kemp" userId="b9b5e5f6d19aaab0" providerId="LiveId" clId="{A29C7B4F-934B-4D14-826A-A7708455A20A}" dt="2020-05-31T10:16:58.325" v="2344" actId="14100"/>
          <ac:spMkLst>
            <pc:docMk/>
            <pc:sldMk cId="3929557409" sldId="322"/>
            <ac:spMk id="3" creationId="{00000000-0000-0000-0000-000000000000}"/>
          </ac:spMkLst>
        </pc:spChg>
      </pc:sldChg>
      <pc:sldChg chg="modSp mod">
        <pc:chgData name="ralph kemp" userId="b9b5e5f6d19aaab0" providerId="LiveId" clId="{A29C7B4F-934B-4D14-826A-A7708455A20A}" dt="2020-05-31T10:16:28.725" v="2341" actId="20577"/>
        <pc:sldMkLst>
          <pc:docMk/>
          <pc:sldMk cId="4134885952" sldId="323"/>
        </pc:sldMkLst>
        <pc:spChg chg="mod">
          <ac:chgData name="ralph kemp" userId="b9b5e5f6d19aaab0" providerId="LiveId" clId="{A29C7B4F-934B-4D14-826A-A7708455A20A}" dt="2020-05-31T10:16:13.334" v="2336" actId="20577"/>
          <ac:spMkLst>
            <pc:docMk/>
            <pc:sldMk cId="4134885952" sldId="323"/>
            <ac:spMk id="2" creationId="{00000000-0000-0000-0000-000000000000}"/>
          </ac:spMkLst>
        </pc:spChg>
        <pc:spChg chg="mod">
          <ac:chgData name="ralph kemp" userId="b9b5e5f6d19aaab0" providerId="LiveId" clId="{A29C7B4F-934B-4D14-826A-A7708455A20A}" dt="2020-05-31T10:16:28.725" v="2341" actId="20577"/>
          <ac:spMkLst>
            <pc:docMk/>
            <pc:sldMk cId="4134885952" sldId="323"/>
            <ac:spMk id="3" creationId="{00000000-0000-0000-0000-000000000000}"/>
          </ac:spMkLst>
        </pc:spChg>
      </pc:sldChg>
      <pc:sldChg chg="modSp mod">
        <pc:chgData name="ralph kemp" userId="b9b5e5f6d19aaab0" providerId="LiveId" clId="{A29C7B4F-934B-4D14-826A-A7708455A20A}" dt="2020-05-31T10:18:42.583" v="2368" actId="122"/>
        <pc:sldMkLst>
          <pc:docMk/>
          <pc:sldMk cId="4136516791" sldId="324"/>
        </pc:sldMkLst>
        <pc:spChg chg="mod">
          <ac:chgData name="ralph kemp" userId="b9b5e5f6d19aaab0" providerId="LiveId" clId="{A29C7B4F-934B-4D14-826A-A7708455A20A}" dt="2020-05-31T10:17:29.873" v="2349" actId="14100"/>
          <ac:spMkLst>
            <pc:docMk/>
            <pc:sldMk cId="4136516791" sldId="324"/>
            <ac:spMk id="2" creationId="{00000000-0000-0000-0000-000000000000}"/>
          </ac:spMkLst>
        </pc:spChg>
        <pc:spChg chg="mod">
          <ac:chgData name="ralph kemp" userId="b9b5e5f6d19aaab0" providerId="LiveId" clId="{A29C7B4F-934B-4D14-826A-A7708455A20A}" dt="2020-05-31T10:18:42.583" v="2368" actId="122"/>
          <ac:spMkLst>
            <pc:docMk/>
            <pc:sldMk cId="4136516791" sldId="324"/>
            <ac:spMk id="3" creationId="{00000000-0000-0000-0000-000000000000}"/>
          </ac:spMkLst>
        </pc:spChg>
      </pc:sldChg>
      <pc:sldChg chg="del">
        <pc:chgData name="ralph kemp" userId="b9b5e5f6d19aaab0" providerId="LiveId" clId="{A29C7B4F-934B-4D14-826A-A7708455A20A}" dt="2020-05-31T09:13:00.575" v="1354" actId="2696"/>
        <pc:sldMkLst>
          <pc:docMk/>
          <pc:sldMk cId="2325091601" sldId="325"/>
        </pc:sldMkLst>
      </pc:sldChg>
      <pc:sldChg chg="modSp mod">
        <pc:chgData name="ralph kemp" userId="b9b5e5f6d19aaab0" providerId="LiveId" clId="{A29C7B4F-934B-4D14-826A-A7708455A20A}" dt="2020-05-31T10:34:28.500" v="2654" actId="20577"/>
        <pc:sldMkLst>
          <pc:docMk/>
          <pc:sldMk cId="1160497468" sldId="326"/>
        </pc:sldMkLst>
        <pc:spChg chg="mod">
          <ac:chgData name="ralph kemp" userId="b9b5e5f6d19aaab0" providerId="LiveId" clId="{A29C7B4F-934B-4D14-826A-A7708455A20A}" dt="2020-05-31T10:34:28.500" v="2654" actId="20577"/>
          <ac:spMkLst>
            <pc:docMk/>
            <pc:sldMk cId="1160497468" sldId="326"/>
            <ac:spMk id="2" creationId="{00000000-0000-0000-0000-000000000000}"/>
          </ac:spMkLst>
        </pc:spChg>
        <pc:spChg chg="mod">
          <ac:chgData name="ralph kemp" userId="b9b5e5f6d19aaab0" providerId="LiveId" clId="{A29C7B4F-934B-4D14-826A-A7708455A20A}" dt="2020-05-31T10:33:39.394" v="2646" actId="1076"/>
          <ac:spMkLst>
            <pc:docMk/>
            <pc:sldMk cId="1160497468" sldId="326"/>
            <ac:spMk id="3" creationId="{00000000-0000-0000-0000-000000000000}"/>
          </ac:spMkLst>
        </pc:spChg>
      </pc:sldChg>
      <pc:sldChg chg="modSp mod">
        <pc:chgData name="ralph kemp" userId="b9b5e5f6d19aaab0" providerId="LiveId" clId="{A29C7B4F-934B-4D14-826A-A7708455A20A}" dt="2020-06-01T04:08:25.638" v="4317" actId="1076"/>
        <pc:sldMkLst>
          <pc:docMk/>
          <pc:sldMk cId="3151281634" sldId="327"/>
        </pc:sldMkLst>
        <pc:spChg chg="mod">
          <ac:chgData name="ralph kemp" userId="b9b5e5f6d19aaab0" providerId="LiveId" clId="{A29C7B4F-934B-4D14-826A-A7708455A20A}" dt="2020-06-01T04:08:25.638" v="4317" actId="1076"/>
          <ac:spMkLst>
            <pc:docMk/>
            <pc:sldMk cId="3151281634" sldId="327"/>
            <ac:spMk id="2" creationId="{00000000-0000-0000-0000-000000000000}"/>
          </ac:spMkLst>
        </pc:spChg>
        <pc:spChg chg="mod">
          <ac:chgData name="ralph kemp" userId="b9b5e5f6d19aaab0" providerId="LiveId" clId="{A29C7B4F-934B-4D14-826A-A7708455A20A}" dt="2020-06-01T04:08:19.049" v="4315" actId="1076"/>
          <ac:spMkLst>
            <pc:docMk/>
            <pc:sldMk cId="3151281634" sldId="327"/>
            <ac:spMk id="3" creationId="{00000000-0000-0000-0000-000000000000}"/>
          </ac:spMkLst>
        </pc:spChg>
      </pc:sldChg>
      <pc:sldChg chg="modSp mod">
        <pc:chgData name="ralph kemp" userId="b9b5e5f6d19aaab0" providerId="LiveId" clId="{A29C7B4F-934B-4D14-826A-A7708455A20A}" dt="2020-06-01T07:11:13.518" v="7318" actId="20577"/>
        <pc:sldMkLst>
          <pc:docMk/>
          <pc:sldMk cId="971539953" sldId="328"/>
        </pc:sldMkLst>
        <pc:spChg chg="mod">
          <ac:chgData name="ralph kemp" userId="b9b5e5f6d19aaab0" providerId="LiveId" clId="{A29C7B4F-934B-4D14-826A-A7708455A20A}" dt="2020-06-01T07:11:13.518" v="7318" actId="20577"/>
          <ac:spMkLst>
            <pc:docMk/>
            <pc:sldMk cId="971539953" sldId="328"/>
            <ac:spMk id="3" creationId="{00000000-0000-0000-0000-000000000000}"/>
          </ac:spMkLst>
        </pc:spChg>
      </pc:sldChg>
      <pc:sldChg chg="modSp mod">
        <pc:chgData name="ralph kemp" userId="b9b5e5f6d19aaab0" providerId="LiveId" clId="{A29C7B4F-934B-4D14-826A-A7708455A20A}" dt="2020-05-31T10:34:14.811" v="2651" actId="120"/>
        <pc:sldMkLst>
          <pc:docMk/>
          <pc:sldMk cId="2557532438" sldId="329"/>
        </pc:sldMkLst>
        <pc:spChg chg="mod">
          <ac:chgData name="ralph kemp" userId="b9b5e5f6d19aaab0" providerId="LiveId" clId="{A29C7B4F-934B-4D14-826A-A7708455A20A}" dt="2020-05-31T10:34:14.811" v="2651" actId="120"/>
          <ac:spMkLst>
            <pc:docMk/>
            <pc:sldMk cId="2557532438" sldId="329"/>
            <ac:spMk id="2" creationId="{00000000-0000-0000-0000-000000000000}"/>
          </ac:spMkLst>
        </pc:spChg>
        <pc:spChg chg="mod">
          <ac:chgData name="ralph kemp" userId="b9b5e5f6d19aaab0" providerId="LiveId" clId="{A29C7B4F-934B-4D14-826A-A7708455A20A}" dt="2020-05-31T10:33:50.858" v="2647" actId="1076"/>
          <ac:spMkLst>
            <pc:docMk/>
            <pc:sldMk cId="2557532438" sldId="329"/>
            <ac:spMk id="3" creationId="{00000000-0000-0000-0000-000000000000}"/>
          </ac:spMkLst>
        </pc:spChg>
      </pc:sldChg>
      <pc:sldChg chg="modSp del mod">
        <pc:chgData name="ralph kemp" userId="b9b5e5f6d19aaab0" providerId="LiveId" clId="{A29C7B4F-934B-4D14-826A-A7708455A20A}" dt="2020-05-31T09:41:04.330" v="1767" actId="2696"/>
        <pc:sldMkLst>
          <pc:docMk/>
          <pc:sldMk cId="1210383156" sldId="330"/>
        </pc:sldMkLst>
        <pc:spChg chg="mod">
          <ac:chgData name="ralph kemp" userId="b9b5e5f6d19aaab0" providerId="LiveId" clId="{A29C7B4F-934B-4D14-826A-A7708455A20A}" dt="2020-05-31T09:19:08.861" v="1357" actId="20577"/>
          <ac:spMkLst>
            <pc:docMk/>
            <pc:sldMk cId="1210383156" sldId="330"/>
            <ac:spMk id="3" creationId="{00000000-0000-0000-0000-000000000000}"/>
          </ac:spMkLst>
        </pc:spChg>
      </pc:sldChg>
      <pc:sldChg chg="modSp mod">
        <pc:chgData name="ralph kemp" userId="b9b5e5f6d19aaab0" providerId="LiveId" clId="{A29C7B4F-934B-4D14-826A-A7708455A20A}" dt="2020-06-01T04:08:03.430" v="4314" actId="1076"/>
        <pc:sldMkLst>
          <pc:docMk/>
          <pc:sldMk cId="1863611705" sldId="331"/>
        </pc:sldMkLst>
        <pc:spChg chg="mod">
          <ac:chgData name="ralph kemp" userId="b9b5e5f6d19aaab0" providerId="LiveId" clId="{A29C7B4F-934B-4D14-826A-A7708455A20A}" dt="2020-06-01T04:08:03.430" v="4314" actId="1076"/>
          <ac:spMkLst>
            <pc:docMk/>
            <pc:sldMk cId="1863611705" sldId="331"/>
            <ac:spMk id="2" creationId="{00000000-0000-0000-0000-000000000000}"/>
          </ac:spMkLst>
        </pc:spChg>
        <pc:spChg chg="mod">
          <ac:chgData name="ralph kemp" userId="b9b5e5f6d19aaab0" providerId="LiveId" clId="{A29C7B4F-934B-4D14-826A-A7708455A20A}" dt="2020-06-01T04:07:59.577" v="4313" actId="1076"/>
          <ac:spMkLst>
            <pc:docMk/>
            <pc:sldMk cId="1863611705" sldId="331"/>
            <ac:spMk id="3" creationId="{00000000-0000-0000-0000-000000000000}"/>
          </ac:spMkLst>
        </pc:spChg>
      </pc:sldChg>
      <pc:sldChg chg="modSp mod">
        <pc:chgData name="ralph kemp" userId="b9b5e5f6d19aaab0" providerId="LiveId" clId="{A29C7B4F-934B-4D14-826A-A7708455A20A}" dt="2020-05-31T10:54:12.967" v="3141" actId="1076"/>
        <pc:sldMkLst>
          <pc:docMk/>
          <pc:sldMk cId="4227298669" sldId="332"/>
        </pc:sldMkLst>
        <pc:spChg chg="mod">
          <ac:chgData name="ralph kemp" userId="b9b5e5f6d19aaab0" providerId="LiveId" clId="{A29C7B4F-934B-4D14-826A-A7708455A20A}" dt="2020-05-31T10:54:06.400" v="3139" actId="14100"/>
          <ac:spMkLst>
            <pc:docMk/>
            <pc:sldMk cId="4227298669" sldId="332"/>
            <ac:spMk id="2" creationId="{00000000-0000-0000-0000-000000000000}"/>
          </ac:spMkLst>
        </pc:spChg>
        <pc:spChg chg="mod">
          <ac:chgData name="ralph kemp" userId="b9b5e5f6d19aaab0" providerId="LiveId" clId="{A29C7B4F-934B-4D14-826A-A7708455A20A}" dt="2020-05-31T10:54:12.967" v="3141" actId="1076"/>
          <ac:spMkLst>
            <pc:docMk/>
            <pc:sldMk cId="4227298669" sldId="332"/>
            <ac:spMk id="3" creationId="{00000000-0000-0000-0000-000000000000}"/>
          </ac:spMkLst>
        </pc:spChg>
      </pc:sldChg>
      <pc:sldChg chg="modSp mod">
        <pc:chgData name="ralph kemp" userId="b9b5e5f6d19aaab0" providerId="LiveId" clId="{A29C7B4F-934B-4D14-826A-A7708455A20A}" dt="2020-05-31T10:32:54.179" v="2639" actId="27636"/>
        <pc:sldMkLst>
          <pc:docMk/>
          <pc:sldMk cId="2475952560" sldId="333"/>
        </pc:sldMkLst>
        <pc:spChg chg="mod">
          <ac:chgData name="ralph kemp" userId="b9b5e5f6d19aaab0" providerId="LiveId" clId="{A29C7B4F-934B-4D14-826A-A7708455A20A}" dt="2020-05-31T10:32:04.245" v="2610" actId="21"/>
          <ac:spMkLst>
            <pc:docMk/>
            <pc:sldMk cId="2475952560" sldId="333"/>
            <ac:spMk id="2" creationId="{00000000-0000-0000-0000-000000000000}"/>
          </ac:spMkLst>
        </pc:spChg>
        <pc:spChg chg="mod">
          <ac:chgData name="ralph kemp" userId="b9b5e5f6d19aaab0" providerId="LiveId" clId="{A29C7B4F-934B-4D14-826A-A7708455A20A}" dt="2020-05-31T10:32:54.179" v="2639" actId="27636"/>
          <ac:spMkLst>
            <pc:docMk/>
            <pc:sldMk cId="2475952560" sldId="333"/>
            <ac:spMk id="3" creationId="{00000000-0000-0000-0000-000000000000}"/>
          </ac:spMkLst>
        </pc:spChg>
      </pc:sldChg>
      <pc:sldChg chg="modSp del mod">
        <pc:chgData name="ralph kemp" userId="b9b5e5f6d19aaab0" providerId="LiveId" clId="{A29C7B4F-934B-4D14-826A-A7708455A20A}" dt="2020-05-31T09:57:57.507" v="2057" actId="2696"/>
        <pc:sldMkLst>
          <pc:docMk/>
          <pc:sldMk cId="1656615626" sldId="334"/>
        </pc:sldMkLst>
        <pc:spChg chg="mod">
          <ac:chgData name="ralph kemp" userId="b9b5e5f6d19aaab0" providerId="LiveId" clId="{A29C7B4F-934B-4D14-826A-A7708455A20A}" dt="2020-05-31T09:55:50.852" v="1958" actId="21"/>
          <ac:spMkLst>
            <pc:docMk/>
            <pc:sldMk cId="1656615626" sldId="334"/>
            <ac:spMk id="2" creationId="{00000000-0000-0000-0000-000000000000}"/>
          </ac:spMkLst>
        </pc:spChg>
        <pc:spChg chg="mod">
          <ac:chgData name="ralph kemp" userId="b9b5e5f6d19aaab0" providerId="LiveId" clId="{A29C7B4F-934B-4D14-826A-A7708455A20A}" dt="2020-05-31T09:56:54.073" v="1980" actId="21"/>
          <ac:spMkLst>
            <pc:docMk/>
            <pc:sldMk cId="1656615626" sldId="334"/>
            <ac:spMk id="3" creationId="{00000000-0000-0000-0000-000000000000}"/>
          </ac:spMkLst>
        </pc:spChg>
      </pc:sldChg>
      <pc:sldChg chg="modSp">
        <pc:chgData name="ralph kemp" userId="b9b5e5f6d19aaab0" providerId="LiveId" clId="{A29C7B4F-934B-4D14-826A-A7708455A20A}" dt="2020-05-31T10:23:00.689" v="2476" actId="1076"/>
        <pc:sldMkLst>
          <pc:docMk/>
          <pc:sldMk cId="264528751" sldId="335"/>
        </pc:sldMkLst>
        <pc:picChg chg="mod">
          <ac:chgData name="ralph kemp" userId="b9b5e5f6d19aaab0" providerId="LiveId" clId="{A29C7B4F-934B-4D14-826A-A7708455A20A}" dt="2020-05-31T10:23:00.689" v="2476" actId="1076"/>
          <ac:picMkLst>
            <pc:docMk/>
            <pc:sldMk cId="264528751" sldId="335"/>
            <ac:picMk id="1026" creationId="{00000000-0000-0000-0000-000000000000}"/>
          </ac:picMkLst>
        </pc:picChg>
      </pc:sldChg>
      <pc:sldChg chg="del">
        <pc:chgData name="ralph kemp" userId="b9b5e5f6d19aaab0" providerId="LiveId" clId="{A29C7B4F-934B-4D14-826A-A7708455A20A}" dt="2020-05-31T09:38:11.723" v="1734" actId="2696"/>
        <pc:sldMkLst>
          <pc:docMk/>
          <pc:sldMk cId="2074730323" sldId="336"/>
        </pc:sldMkLst>
      </pc:sldChg>
      <pc:sldChg chg="modSp mod">
        <pc:chgData name="ralph kemp" userId="b9b5e5f6d19aaab0" providerId="LiveId" clId="{A29C7B4F-934B-4D14-826A-A7708455A20A}" dt="2020-05-31T10:36:56.524" v="2735" actId="1076"/>
        <pc:sldMkLst>
          <pc:docMk/>
          <pc:sldMk cId="3839753162" sldId="337"/>
        </pc:sldMkLst>
        <pc:spChg chg="mod">
          <ac:chgData name="ralph kemp" userId="b9b5e5f6d19aaab0" providerId="LiveId" clId="{A29C7B4F-934B-4D14-826A-A7708455A20A}" dt="2020-05-31T10:36:18.259" v="2713" actId="14100"/>
          <ac:spMkLst>
            <pc:docMk/>
            <pc:sldMk cId="3839753162" sldId="337"/>
            <ac:spMk id="2" creationId="{00000000-0000-0000-0000-000000000000}"/>
          </ac:spMkLst>
        </pc:spChg>
        <pc:spChg chg="mod">
          <ac:chgData name="ralph kemp" userId="b9b5e5f6d19aaab0" providerId="LiveId" clId="{A29C7B4F-934B-4D14-826A-A7708455A20A}" dt="2020-05-31T10:36:56.524" v="2735" actId="1076"/>
          <ac:spMkLst>
            <pc:docMk/>
            <pc:sldMk cId="3839753162" sldId="337"/>
            <ac:spMk id="3" creationId="{00000000-0000-0000-0000-000000000000}"/>
          </ac:spMkLst>
        </pc:spChg>
      </pc:sldChg>
      <pc:sldChg chg="modSp mod">
        <pc:chgData name="ralph kemp" userId="b9b5e5f6d19aaab0" providerId="LiveId" clId="{A29C7B4F-934B-4D14-826A-A7708455A20A}" dt="2020-05-31T10:42:19.966" v="2849" actId="1076"/>
        <pc:sldMkLst>
          <pc:docMk/>
          <pc:sldMk cId="2972049134" sldId="338"/>
        </pc:sldMkLst>
        <pc:spChg chg="mod">
          <ac:chgData name="ralph kemp" userId="b9b5e5f6d19aaab0" providerId="LiveId" clId="{A29C7B4F-934B-4D14-826A-A7708455A20A}" dt="2020-05-31T10:42:19.966" v="2849" actId="1076"/>
          <ac:spMkLst>
            <pc:docMk/>
            <pc:sldMk cId="2972049134" sldId="338"/>
            <ac:spMk id="2" creationId="{00000000-0000-0000-0000-000000000000}"/>
          </ac:spMkLst>
        </pc:spChg>
        <pc:spChg chg="mod">
          <ac:chgData name="ralph kemp" userId="b9b5e5f6d19aaab0" providerId="LiveId" clId="{A29C7B4F-934B-4D14-826A-A7708455A20A}" dt="2020-05-31T10:42:01.141" v="2838" actId="1076"/>
          <ac:spMkLst>
            <pc:docMk/>
            <pc:sldMk cId="2972049134" sldId="338"/>
            <ac:spMk id="3" creationId="{00000000-0000-0000-0000-000000000000}"/>
          </ac:spMkLst>
        </pc:spChg>
      </pc:sldChg>
      <pc:sldChg chg="modSp del mod">
        <pc:chgData name="ralph kemp" userId="b9b5e5f6d19aaab0" providerId="LiveId" clId="{A29C7B4F-934B-4D14-826A-A7708455A20A}" dt="2020-05-31T10:40:42.661" v="2824" actId="2696"/>
        <pc:sldMkLst>
          <pc:docMk/>
          <pc:sldMk cId="1344579051" sldId="339"/>
        </pc:sldMkLst>
        <pc:spChg chg="mod">
          <ac:chgData name="ralph kemp" userId="b9b5e5f6d19aaab0" providerId="LiveId" clId="{A29C7B4F-934B-4D14-826A-A7708455A20A}" dt="2020-05-31T10:40:26.028" v="2819" actId="21"/>
          <ac:spMkLst>
            <pc:docMk/>
            <pc:sldMk cId="1344579051" sldId="339"/>
            <ac:spMk id="3" creationId="{00000000-0000-0000-0000-000000000000}"/>
          </ac:spMkLst>
        </pc:spChg>
      </pc:sldChg>
      <pc:sldChg chg="modSp del mod">
        <pc:chgData name="ralph kemp" userId="b9b5e5f6d19aaab0" providerId="LiveId" clId="{A29C7B4F-934B-4D14-826A-A7708455A20A}" dt="2020-05-31T10:42:26.771" v="2850" actId="2696"/>
        <pc:sldMkLst>
          <pc:docMk/>
          <pc:sldMk cId="1153448985" sldId="340"/>
        </pc:sldMkLst>
        <pc:spChg chg="mod">
          <ac:chgData name="ralph kemp" userId="b9b5e5f6d19aaab0" providerId="LiveId" clId="{A29C7B4F-934B-4D14-826A-A7708455A20A}" dt="2020-05-31T10:41:15.412" v="2830" actId="21"/>
          <ac:spMkLst>
            <pc:docMk/>
            <pc:sldMk cId="1153448985" sldId="340"/>
            <ac:spMk id="3" creationId="{00000000-0000-0000-0000-000000000000}"/>
          </ac:spMkLst>
        </pc:spChg>
      </pc:sldChg>
      <pc:sldChg chg="modSp mod">
        <pc:chgData name="ralph kemp" userId="b9b5e5f6d19aaab0" providerId="LiveId" clId="{A29C7B4F-934B-4D14-826A-A7708455A20A}" dt="2020-05-31T10:43:59.286" v="2892" actId="1076"/>
        <pc:sldMkLst>
          <pc:docMk/>
          <pc:sldMk cId="3284780536" sldId="341"/>
        </pc:sldMkLst>
        <pc:spChg chg="mod">
          <ac:chgData name="ralph kemp" userId="b9b5e5f6d19aaab0" providerId="LiveId" clId="{A29C7B4F-934B-4D14-826A-A7708455A20A}" dt="2020-05-31T10:43:59.286" v="2892" actId="1076"/>
          <ac:spMkLst>
            <pc:docMk/>
            <pc:sldMk cId="3284780536" sldId="341"/>
            <ac:spMk id="2" creationId="{00000000-0000-0000-0000-000000000000}"/>
          </ac:spMkLst>
        </pc:spChg>
        <pc:spChg chg="mod">
          <ac:chgData name="ralph kemp" userId="b9b5e5f6d19aaab0" providerId="LiveId" clId="{A29C7B4F-934B-4D14-826A-A7708455A20A}" dt="2020-05-31T10:43:52.122" v="2890" actId="1076"/>
          <ac:spMkLst>
            <pc:docMk/>
            <pc:sldMk cId="3284780536" sldId="341"/>
            <ac:spMk id="3" creationId="{00000000-0000-0000-0000-000000000000}"/>
          </ac:spMkLst>
        </pc:spChg>
      </pc:sldChg>
      <pc:sldChg chg="modSp mod">
        <pc:chgData name="ralph kemp" userId="b9b5e5f6d19aaab0" providerId="LiveId" clId="{A29C7B4F-934B-4D14-826A-A7708455A20A}" dt="2020-05-31T10:45:03.802" v="2916" actId="1076"/>
        <pc:sldMkLst>
          <pc:docMk/>
          <pc:sldMk cId="328619256" sldId="342"/>
        </pc:sldMkLst>
        <pc:spChg chg="mod">
          <ac:chgData name="ralph kemp" userId="b9b5e5f6d19aaab0" providerId="LiveId" clId="{A29C7B4F-934B-4D14-826A-A7708455A20A}" dt="2020-05-31T10:45:03.802" v="2916" actId="1076"/>
          <ac:spMkLst>
            <pc:docMk/>
            <pc:sldMk cId="328619256" sldId="342"/>
            <ac:spMk id="2" creationId="{00000000-0000-0000-0000-000000000000}"/>
          </ac:spMkLst>
        </pc:spChg>
        <pc:spChg chg="mod">
          <ac:chgData name="ralph kemp" userId="b9b5e5f6d19aaab0" providerId="LiveId" clId="{A29C7B4F-934B-4D14-826A-A7708455A20A}" dt="2020-05-31T10:44:58.281" v="2914" actId="1076"/>
          <ac:spMkLst>
            <pc:docMk/>
            <pc:sldMk cId="328619256" sldId="342"/>
            <ac:spMk id="3" creationId="{00000000-0000-0000-0000-000000000000}"/>
          </ac:spMkLst>
        </pc:spChg>
      </pc:sldChg>
      <pc:sldChg chg="modSp mod">
        <pc:chgData name="ralph kemp" userId="b9b5e5f6d19aaab0" providerId="LiveId" clId="{A29C7B4F-934B-4D14-826A-A7708455A20A}" dt="2020-05-31T10:46:29.290" v="2944" actId="1076"/>
        <pc:sldMkLst>
          <pc:docMk/>
          <pc:sldMk cId="1643734443" sldId="343"/>
        </pc:sldMkLst>
        <pc:spChg chg="mod">
          <ac:chgData name="ralph kemp" userId="b9b5e5f6d19aaab0" providerId="LiveId" clId="{A29C7B4F-934B-4D14-826A-A7708455A20A}" dt="2020-05-31T10:46:29.290" v="2944" actId="1076"/>
          <ac:spMkLst>
            <pc:docMk/>
            <pc:sldMk cId="1643734443" sldId="343"/>
            <ac:spMk id="2" creationId="{00000000-0000-0000-0000-000000000000}"/>
          </ac:spMkLst>
        </pc:spChg>
        <pc:spChg chg="mod">
          <ac:chgData name="ralph kemp" userId="b9b5e5f6d19aaab0" providerId="LiveId" clId="{A29C7B4F-934B-4D14-826A-A7708455A20A}" dt="2020-05-31T10:46:24.279" v="2942" actId="1076"/>
          <ac:spMkLst>
            <pc:docMk/>
            <pc:sldMk cId="1643734443" sldId="343"/>
            <ac:spMk id="3" creationId="{00000000-0000-0000-0000-000000000000}"/>
          </ac:spMkLst>
        </pc:spChg>
      </pc:sldChg>
      <pc:sldChg chg="modSp mod">
        <pc:chgData name="ralph kemp" userId="b9b5e5f6d19aaab0" providerId="LiveId" clId="{A29C7B4F-934B-4D14-826A-A7708455A20A}" dt="2020-05-31T10:47:36.400" v="2962" actId="20577"/>
        <pc:sldMkLst>
          <pc:docMk/>
          <pc:sldMk cId="1599361600" sldId="344"/>
        </pc:sldMkLst>
        <pc:spChg chg="mod">
          <ac:chgData name="ralph kemp" userId="b9b5e5f6d19aaab0" providerId="LiveId" clId="{A29C7B4F-934B-4D14-826A-A7708455A20A}" dt="2020-05-31T10:47:11.116" v="2959" actId="1076"/>
          <ac:spMkLst>
            <pc:docMk/>
            <pc:sldMk cId="1599361600" sldId="344"/>
            <ac:spMk id="2" creationId="{00000000-0000-0000-0000-000000000000}"/>
          </ac:spMkLst>
        </pc:spChg>
        <pc:spChg chg="mod">
          <ac:chgData name="ralph kemp" userId="b9b5e5f6d19aaab0" providerId="LiveId" clId="{A29C7B4F-934B-4D14-826A-A7708455A20A}" dt="2020-05-31T10:47:36.400" v="2962" actId="20577"/>
          <ac:spMkLst>
            <pc:docMk/>
            <pc:sldMk cId="1599361600" sldId="344"/>
            <ac:spMk id="3" creationId="{00000000-0000-0000-0000-000000000000}"/>
          </ac:spMkLst>
        </pc:spChg>
      </pc:sldChg>
      <pc:sldChg chg="modSp mod">
        <pc:chgData name="ralph kemp" userId="b9b5e5f6d19aaab0" providerId="LiveId" clId="{A29C7B4F-934B-4D14-826A-A7708455A20A}" dt="2020-05-31T10:48:05.834" v="2968" actId="1076"/>
        <pc:sldMkLst>
          <pc:docMk/>
          <pc:sldMk cId="645575516" sldId="345"/>
        </pc:sldMkLst>
        <pc:spChg chg="mod">
          <ac:chgData name="ralph kemp" userId="b9b5e5f6d19aaab0" providerId="LiveId" clId="{A29C7B4F-934B-4D14-826A-A7708455A20A}" dt="2020-05-31T10:47:48.282" v="2963" actId="14100"/>
          <ac:spMkLst>
            <pc:docMk/>
            <pc:sldMk cId="645575516" sldId="345"/>
            <ac:spMk id="2" creationId="{00000000-0000-0000-0000-000000000000}"/>
          </ac:spMkLst>
        </pc:spChg>
        <pc:spChg chg="mod">
          <ac:chgData name="ralph kemp" userId="b9b5e5f6d19aaab0" providerId="LiveId" clId="{A29C7B4F-934B-4D14-826A-A7708455A20A}" dt="2020-05-31T10:48:05.834" v="2968" actId="1076"/>
          <ac:spMkLst>
            <pc:docMk/>
            <pc:sldMk cId="645575516" sldId="345"/>
            <ac:spMk id="3" creationId="{00000000-0000-0000-0000-000000000000}"/>
          </ac:spMkLst>
        </pc:spChg>
      </pc:sldChg>
      <pc:sldChg chg="modSp mod">
        <pc:chgData name="ralph kemp" userId="b9b5e5f6d19aaab0" providerId="LiveId" clId="{A29C7B4F-934B-4D14-826A-A7708455A20A}" dt="2020-06-01T04:20:56.192" v="4419" actId="20577"/>
        <pc:sldMkLst>
          <pc:docMk/>
          <pc:sldMk cId="1331112328" sldId="346"/>
        </pc:sldMkLst>
        <pc:spChg chg="mod">
          <ac:chgData name="ralph kemp" userId="b9b5e5f6d19aaab0" providerId="LiveId" clId="{A29C7B4F-934B-4D14-826A-A7708455A20A}" dt="2020-06-01T04:20:56.192" v="4419" actId="20577"/>
          <ac:spMkLst>
            <pc:docMk/>
            <pc:sldMk cId="1331112328" sldId="346"/>
            <ac:spMk id="2" creationId="{00000000-0000-0000-0000-000000000000}"/>
          </ac:spMkLst>
        </pc:spChg>
        <pc:spChg chg="mod">
          <ac:chgData name="ralph kemp" userId="b9b5e5f6d19aaab0" providerId="LiveId" clId="{A29C7B4F-934B-4D14-826A-A7708455A20A}" dt="2020-05-31T10:49:24.247" v="3003" actId="1076"/>
          <ac:spMkLst>
            <pc:docMk/>
            <pc:sldMk cId="1331112328" sldId="346"/>
            <ac:spMk id="3" creationId="{00000000-0000-0000-0000-000000000000}"/>
          </ac:spMkLst>
        </pc:spChg>
      </pc:sldChg>
      <pc:sldChg chg="modSp mod">
        <pc:chgData name="ralph kemp" userId="b9b5e5f6d19aaab0" providerId="LiveId" clId="{A29C7B4F-934B-4D14-826A-A7708455A20A}" dt="2020-06-01T03:57:04.123" v="4187" actId="20577"/>
        <pc:sldMkLst>
          <pc:docMk/>
          <pc:sldMk cId="1507173055" sldId="347"/>
        </pc:sldMkLst>
        <pc:spChg chg="mod">
          <ac:chgData name="ralph kemp" userId="b9b5e5f6d19aaab0" providerId="LiveId" clId="{A29C7B4F-934B-4D14-826A-A7708455A20A}" dt="2020-06-01T03:57:04.123" v="4187" actId="20577"/>
          <ac:spMkLst>
            <pc:docMk/>
            <pc:sldMk cId="1507173055" sldId="347"/>
            <ac:spMk id="2" creationId="{00000000-0000-0000-0000-000000000000}"/>
          </ac:spMkLst>
        </pc:spChg>
        <pc:spChg chg="mod">
          <ac:chgData name="ralph kemp" userId="b9b5e5f6d19aaab0" providerId="LiveId" clId="{A29C7B4F-934B-4D14-826A-A7708455A20A}" dt="2020-05-31T10:51:41.015" v="3103" actId="1076"/>
          <ac:spMkLst>
            <pc:docMk/>
            <pc:sldMk cId="1507173055" sldId="347"/>
            <ac:spMk id="3" creationId="{00000000-0000-0000-0000-000000000000}"/>
          </ac:spMkLst>
        </pc:spChg>
      </pc:sldChg>
      <pc:sldChg chg="modSp mod">
        <pc:chgData name="ralph kemp" userId="b9b5e5f6d19aaab0" providerId="LiveId" clId="{A29C7B4F-934B-4D14-826A-A7708455A20A}" dt="2020-05-31T10:55:12.758" v="3155" actId="115"/>
        <pc:sldMkLst>
          <pc:docMk/>
          <pc:sldMk cId="2304467881" sldId="348"/>
        </pc:sldMkLst>
        <pc:spChg chg="mod">
          <ac:chgData name="ralph kemp" userId="b9b5e5f6d19aaab0" providerId="LiveId" clId="{A29C7B4F-934B-4D14-826A-A7708455A20A}" dt="2020-05-31T10:53:41.803" v="3134" actId="1076"/>
          <ac:spMkLst>
            <pc:docMk/>
            <pc:sldMk cId="2304467881" sldId="348"/>
            <ac:spMk id="2" creationId="{00000000-0000-0000-0000-000000000000}"/>
          </ac:spMkLst>
        </pc:spChg>
        <pc:spChg chg="mod">
          <ac:chgData name="ralph kemp" userId="b9b5e5f6d19aaab0" providerId="LiveId" clId="{A29C7B4F-934B-4D14-826A-A7708455A20A}" dt="2020-05-31T10:55:12.758" v="3155" actId="115"/>
          <ac:spMkLst>
            <pc:docMk/>
            <pc:sldMk cId="2304467881" sldId="348"/>
            <ac:spMk id="3" creationId="{00000000-0000-0000-0000-000000000000}"/>
          </ac:spMkLst>
        </pc:spChg>
      </pc:sldChg>
      <pc:sldChg chg="modSp del mod">
        <pc:chgData name="ralph kemp" userId="b9b5e5f6d19aaab0" providerId="LiveId" clId="{A29C7B4F-934B-4D14-826A-A7708455A20A}" dt="2020-05-31T10:55:17.183" v="3156" actId="2696"/>
        <pc:sldMkLst>
          <pc:docMk/>
          <pc:sldMk cId="2296841697" sldId="349"/>
        </pc:sldMkLst>
        <pc:spChg chg="mod">
          <ac:chgData name="ralph kemp" userId="b9b5e5f6d19aaab0" providerId="LiveId" clId="{A29C7B4F-934B-4D14-826A-A7708455A20A}" dt="2020-05-31T10:54:29.540" v="3142" actId="21"/>
          <ac:spMkLst>
            <pc:docMk/>
            <pc:sldMk cId="2296841697" sldId="349"/>
            <ac:spMk id="3" creationId="{00000000-0000-0000-0000-000000000000}"/>
          </ac:spMkLst>
        </pc:spChg>
      </pc:sldChg>
      <pc:sldChg chg="modSp mod">
        <pc:chgData name="ralph kemp" userId="b9b5e5f6d19aaab0" providerId="LiveId" clId="{A29C7B4F-934B-4D14-826A-A7708455A20A}" dt="2020-05-31T10:56:41.878" v="3173" actId="1076"/>
        <pc:sldMkLst>
          <pc:docMk/>
          <pc:sldMk cId="3850330184" sldId="350"/>
        </pc:sldMkLst>
        <pc:spChg chg="mod">
          <ac:chgData name="ralph kemp" userId="b9b5e5f6d19aaab0" providerId="LiveId" clId="{A29C7B4F-934B-4D14-826A-A7708455A20A}" dt="2020-05-31T10:56:41.878" v="3173" actId="1076"/>
          <ac:spMkLst>
            <pc:docMk/>
            <pc:sldMk cId="3850330184" sldId="350"/>
            <ac:spMk id="2" creationId="{00000000-0000-0000-0000-000000000000}"/>
          </ac:spMkLst>
        </pc:spChg>
        <pc:spChg chg="mod">
          <ac:chgData name="ralph kemp" userId="b9b5e5f6d19aaab0" providerId="LiveId" clId="{A29C7B4F-934B-4D14-826A-A7708455A20A}" dt="2020-05-31T10:56:35.905" v="3171" actId="1076"/>
          <ac:spMkLst>
            <pc:docMk/>
            <pc:sldMk cId="3850330184" sldId="350"/>
            <ac:spMk id="3" creationId="{00000000-0000-0000-0000-000000000000}"/>
          </ac:spMkLst>
        </pc:spChg>
      </pc:sldChg>
      <pc:sldChg chg="modSp mod">
        <pc:chgData name="ralph kemp" userId="b9b5e5f6d19aaab0" providerId="LiveId" clId="{A29C7B4F-934B-4D14-826A-A7708455A20A}" dt="2020-06-01T05:55:01.624" v="5857" actId="20577"/>
        <pc:sldMkLst>
          <pc:docMk/>
          <pc:sldMk cId="1934171882" sldId="351"/>
        </pc:sldMkLst>
        <pc:spChg chg="mod">
          <ac:chgData name="ralph kemp" userId="b9b5e5f6d19aaab0" providerId="LiveId" clId="{A29C7B4F-934B-4D14-826A-A7708455A20A}" dt="2020-05-31T10:58:50.749" v="3247" actId="1076"/>
          <ac:spMkLst>
            <pc:docMk/>
            <pc:sldMk cId="1934171882" sldId="351"/>
            <ac:spMk id="2" creationId="{00000000-0000-0000-0000-000000000000}"/>
          </ac:spMkLst>
        </pc:spChg>
        <pc:spChg chg="mod">
          <ac:chgData name="ralph kemp" userId="b9b5e5f6d19aaab0" providerId="LiveId" clId="{A29C7B4F-934B-4D14-826A-A7708455A20A}" dt="2020-06-01T05:55:01.624" v="5857" actId="20577"/>
          <ac:spMkLst>
            <pc:docMk/>
            <pc:sldMk cId="1934171882" sldId="351"/>
            <ac:spMk id="3" creationId="{00000000-0000-0000-0000-000000000000}"/>
          </ac:spMkLst>
        </pc:spChg>
      </pc:sldChg>
      <pc:sldChg chg="modSp mod">
        <pc:chgData name="ralph kemp" userId="b9b5e5f6d19aaab0" providerId="LiveId" clId="{A29C7B4F-934B-4D14-826A-A7708455A20A}" dt="2020-05-31T10:58:09.006" v="3232" actId="1076"/>
        <pc:sldMkLst>
          <pc:docMk/>
          <pc:sldMk cId="4205939445" sldId="352"/>
        </pc:sldMkLst>
        <pc:spChg chg="mod">
          <ac:chgData name="ralph kemp" userId="b9b5e5f6d19aaab0" providerId="LiveId" clId="{A29C7B4F-934B-4D14-826A-A7708455A20A}" dt="2020-05-31T10:57:51.878" v="3229" actId="20577"/>
          <ac:spMkLst>
            <pc:docMk/>
            <pc:sldMk cId="4205939445" sldId="352"/>
            <ac:spMk id="2" creationId="{00000000-0000-0000-0000-000000000000}"/>
          </ac:spMkLst>
        </pc:spChg>
        <pc:spChg chg="mod">
          <ac:chgData name="ralph kemp" userId="b9b5e5f6d19aaab0" providerId="LiveId" clId="{A29C7B4F-934B-4D14-826A-A7708455A20A}" dt="2020-05-31T10:58:09.006" v="3232" actId="1076"/>
          <ac:spMkLst>
            <pc:docMk/>
            <pc:sldMk cId="4205939445" sldId="352"/>
            <ac:spMk id="3" creationId="{00000000-0000-0000-0000-000000000000}"/>
          </ac:spMkLst>
        </pc:spChg>
      </pc:sldChg>
      <pc:sldChg chg="modSp mod">
        <pc:chgData name="ralph kemp" userId="b9b5e5f6d19aaab0" providerId="LiveId" clId="{A29C7B4F-934B-4D14-826A-A7708455A20A}" dt="2020-06-01T04:20:33.408" v="4398" actId="115"/>
        <pc:sldMkLst>
          <pc:docMk/>
          <pc:sldMk cId="2567278368" sldId="353"/>
        </pc:sldMkLst>
        <pc:spChg chg="mod">
          <ac:chgData name="ralph kemp" userId="b9b5e5f6d19aaab0" providerId="LiveId" clId="{A29C7B4F-934B-4D14-826A-A7708455A20A}" dt="2020-05-31T10:59:50.389" v="3273" actId="1076"/>
          <ac:spMkLst>
            <pc:docMk/>
            <pc:sldMk cId="2567278368" sldId="353"/>
            <ac:spMk id="2" creationId="{00000000-0000-0000-0000-000000000000}"/>
          </ac:spMkLst>
        </pc:spChg>
        <pc:spChg chg="mod">
          <ac:chgData name="ralph kemp" userId="b9b5e5f6d19aaab0" providerId="LiveId" clId="{A29C7B4F-934B-4D14-826A-A7708455A20A}" dt="2020-06-01T04:20:33.408" v="4398" actId="115"/>
          <ac:spMkLst>
            <pc:docMk/>
            <pc:sldMk cId="2567278368" sldId="353"/>
            <ac:spMk id="3" creationId="{00000000-0000-0000-0000-000000000000}"/>
          </ac:spMkLst>
        </pc:spChg>
      </pc:sldChg>
      <pc:sldChg chg="modSp mod">
        <pc:chgData name="ralph kemp" userId="b9b5e5f6d19aaab0" providerId="LiveId" clId="{A29C7B4F-934B-4D14-826A-A7708455A20A}" dt="2020-05-31T11:01:56.395" v="3286" actId="1076"/>
        <pc:sldMkLst>
          <pc:docMk/>
          <pc:sldMk cId="766531159" sldId="354"/>
        </pc:sldMkLst>
        <pc:spChg chg="mod">
          <ac:chgData name="ralph kemp" userId="b9b5e5f6d19aaab0" providerId="LiveId" clId="{A29C7B4F-934B-4D14-826A-A7708455A20A}" dt="2020-05-31T11:01:51.988" v="3285" actId="1076"/>
          <ac:spMkLst>
            <pc:docMk/>
            <pc:sldMk cId="766531159" sldId="354"/>
            <ac:spMk id="2" creationId="{00000000-0000-0000-0000-000000000000}"/>
          </ac:spMkLst>
        </pc:spChg>
        <pc:spChg chg="mod">
          <ac:chgData name="ralph kemp" userId="b9b5e5f6d19aaab0" providerId="LiveId" clId="{A29C7B4F-934B-4D14-826A-A7708455A20A}" dt="2020-05-31T11:01:56.395" v="3286" actId="1076"/>
          <ac:spMkLst>
            <pc:docMk/>
            <pc:sldMk cId="766531159" sldId="354"/>
            <ac:spMk id="3" creationId="{00000000-0000-0000-0000-000000000000}"/>
          </ac:spMkLst>
        </pc:spChg>
      </pc:sldChg>
      <pc:sldChg chg="modSp mod">
        <pc:chgData name="ralph kemp" userId="b9b5e5f6d19aaab0" providerId="LiveId" clId="{A29C7B4F-934B-4D14-826A-A7708455A20A}" dt="2020-06-01T04:18:11.365" v="4369" actId="20577"/>
        <pc:sldMkLst>
          <pc:docMk/>
          <pc:sldMk cId="1936610978" sldId="355"/>
        </pc:sldMkLst>
        <pc:spChg chg="mod">
          <ac:chgData name="ralph kemp" userId="b9b5e5f6d19aaab0" providerId="LiveId" clId="{A29C7B4F-934B-4D14-826A-A7708455A20A}" dt="2020-06-01T04:02:42.827" v="4272" actId="20577"/>
          <ac:spMkLst>
            <pc:docMk/>
            <pc:sldMk cId="1936610978" sldId="355"/>
            <ac:spMk id="2" creationId="{00000000-0000-0000-0000-000000000000}"/>
          </ac:spMkLst>
        </pc:spChg>
        <pc:spChg chg="mod">
          <ac:chgData name="ralph kemp" userId="b9b5e5f6d19aaab0" providerId="LiveId" clId="{A29C7B4F-934B-4D14-826A-A7708455A20A}" dt="2020-06-01T04:18:11.365" v="4369" actId="20577"/>
          <ac:spMkLst>
            <pc:docMk/>
            <pc:sldMk cId="1936610978" sldId="355"/>
            <ac:spMk id="3" creationId="{00000000-0000-0000-0000-000000000000}"/>
          </ac:spMkLst>
        </pc:spChg>
      </pc:sldChg>
      <pc:sldChg chg="modSp del mod">
        <pc:chgData name="ralph kemp" userId="b9b5e5f6d19aaab0" providerId="LiveId" clId="{A29C7B4F-934B-4D14-826A-A7708455A20A}" dt="2020-06-01T04:18:18.751" v="4370" actId="2696"/>
        <pc:sldMkLst>
          <pc:docMk/>
          <pc:sldMk cId="3362567549" sldId="356"/>
        </pc:sldMkLst>
        <pc:spChg chg="mod">
          <ac:chgData name="ralph kemp" userId="b9b5e5f6d19aaab0" providerId="LiveId" clId="{A29C7B4F-934B-4D14-826A-A7708455A20A}" dt="2020-05-31T11:06:21.876" v="3397" actId="1076"/>
          <ac:spMkLst>
            <pc:docMk/>
            <pc:sldMk cId="3362567549" sldId="356"/>
            <ac:spMk id="2" creationId="{00000000-0000-0000-0000-000000000000}"/>
          </ac:spMkLst>
        </pc:spChg>
        <pc:spChg chg="mod">
          <ac:chgData name="ralph kemp" userId="b9b5e5f6d19aaab0" providerId="LiveId" clId="{A29C7B4F-934B-4D14-826A-A7708455A20A}" dt="2020-05-31T11:06:12.440" v="3396" actId="20577"/>
          <ac:spMkLst>
            <pc:docMk/>
            <pc:sldMk cId="3362567549" sldId="356"/>
            <ac:spMk id="3" creationId="{00000000-0000-0000-0000-000000000000}"/>
          </ac:spMkLst>
        </pc:spChg>
      </pc:sldChg>
      <pc:sldChg chg="delSp mod">
        <pc:chgData name="ralph kemp" userId="b9b5e5f6d19aaab0" providerId="LiveId" clId="{A29C7B4F-934B-4D14-826A-A7708455A20A}" dt="2020-05-31T11:02:30.311" v="3288" actId="478"/>
        <pc:sldMkLst>
          <pc:docMk/>
          <pc:sldMk cId="2483444541" sldId="357"/>
        </pc:sldMkLst>
        <pc:picChg chg="del">
          <ac:chgData name="ralph kemp" userId="b9b5e5f6d19aaab0" providerId="LiveId" clId="{A29C7B4F-934B-4D14-826A-A7708455A20A}" dt="2020-05-31T11:02:30.311" v="3288" actId="478"/>
          <ac:picMkLst>
            <pc:docMk/>
            <pc:sldMk cId="2483444541" sldId="357"/>
            <ac:picMk id="21" creationId="{00000000-0000-0000-0000-000000000000}"/>
          </ac:picMkLst>
        </pc:picChg>
      </pc:sldChg>
      <pc:sldChg chg="del">
        <pc:chgData name="ralph kemp" userId="b9b5e5f6d19aaab0" providerId="LiveId" clId="{A29C7B4F-934B-4D14-826A-A7708455A20A}" dt="2020-05-31T11:02:39.536" v="3289" actId="2696"/>
        <pc:sldMkLst>
          <pc:docMk/>
          <pc:sldMk cId="971748857" sldId="359"/>
        </pc:sldMkLst>
      </pc:sldChg>
      <pc:sldChg chg="del">
        <pc:chgData name="ralph kemp" userId="b9b5e5f6d19aaab0" providerId="LiveId" clId="{A29C7B4F-934B-4D14-826A-A7708455A20A}" dt="2020-05-31T11:02:15.117" v="3287" actId="2696"/>
        <pc:sldMkLst>
          <pc:docMk/>
          <pc:sldMk cId="2282852315" sldId="360"/>
        </pc:sldMkLst>
      </pc:sldChg>
      <pc:sldChg chg="modSp new mod ord">
        <pc:chgData name="ralph kemp" userId="b9b5e5f6d19aaab0" providerId="LiveId" clId="{A29C7B4F-934B-4D14-826A-A7708455A20A}" dt="2020-05-31T10:07:10.494" v="2180" actId="6559"/>
        <pc:sldMkLst>
          <pc:docMk/>
          <pc:sldMk cId="3567683259" sldId="361"/>
        </pc:sldMkLst>
        <pc:spChg chg="mod">
          <ac:chgData name="ralph kemp" userId="b9b5e5f6d19aaab0" providerId="LiveId" clId="{A29C7B4F-934B-4D14-826A-A7708455A20A}" dt="2020-05-31T10:02:08.113" v="2132" actId="14100"/>
          <ac:spMkLst>
            <pc:docMk/>
            <pc:sldMk cId="3567683259" sldId="361"/>
            <ac:spMk id="2" creationId="{68CDBF0D-96A8-41AB-A5B9-5E09640AB07B}"/>
          </ac:spMkLst>
        </pc:spChg>
        <pc:spChg chg="mod">
          <ac:chgData name="ralph kemp" userId="b9b5e5f6d19aaab0" providerId="LiveId" clId="{A29C7B4F-934B-4D14-826A-A7708455A20A}" dt="2020-05-31T10:07:10.494" v="2180" actId="6559"/>
          <ac:spMkLst>
            <pc:docMk/>
            <pc:sldMk cId="3567683259" sldId="361"/>
            <ac:spMk id="3" creationId="{D1B07D69-A409-49B8-91B9-8AE6AA720E1D}"/>
          </ac:spMkLst>
        </pc:spChg>
      </pc:sldChg>
      <pc:sldChg chg="modSp new mod ord">
        <pc:chgData name="ralph kemp" userId="b9b5e5f6d19aaab0" providerId="LiveId" clId="{A29C7B4F-934B-4D14-826A-A7708455A20A}" dt="2020-06-01T03:23:00.377" v="3409" actId="1076"/>
        <pc:sldMkLst>
          <pc:docMk/>
          <pc:sldMk cId="1703884431" sldId="362"/>
        </pc:sldMkLst>
        <pc:spChg chg="mod">
          <ac:chgData name="ralph kemp" userId="b9b5e5f6d19aaab0" providerId="LiveId" clId="{A29C7B4F-934B-4D14-826A-A7708455A20A}" dt="2020-06-01T03:23:00.377" v="3409" actId="1076"/>
          <ac:spMkLst>
            <pc:docMk/>
            <pc:sldMk cId="1703884431" sldId="362"/>
            <ac:spMk id="2" creationId="{0A9F76D6-60EE-4638-BAB4-7B8B1853584E}"/>
          </ac:spMkLst>
        </pc:spChg>
        <pc:spChg chg="mod">
          <ac:chgData name="ralph kemp" userId="b9b5e5f6d19aaab0" providerId="LiveId" clId="{A29C7B4F-934B-4D14-826A-A7708455A20A}" dt="2020-06-01T03:22:54.141" v="3407" actId="1076"/>
          <ac:spMkLst>
            <pc:docMk/>
            <pc:sldMk cId="1703884431" sldId="362"/>
            <ac:spMk id="3" creationId="{FA81C75E-AC89-4A80-98BA-ADC39E8FE47B}"/>
          </ac:spMkLst>
        </pc:spChg>
      </pc:sldChg>
      <pc:sldChg chg="addSp delSp modSp new mod setBg setClrOvrMap">
        <pc:chgData name="ralph kemp" userId="b9b5e5f6d19aaab0" providerId="LiveId" clId="{A29C7B4F-934B-4D14-826A-A7708455A20A}" dt="2020-06-01T03:22:40.674" v="3405" actId="1076"/>
        <pc:sldMkLst>
          <pc:docMk/>
          <pc:sldMk cId="4222241252" sldId="363"/>
        </pc:sldMkLst>
        <pc:spChg chg="mod">
          <ac:chgData name="ralph kemp" userId="b9b5e5f6d19aaab0" providerId="LiveId" clId="{A29C7B4F-934B-4D14-826A-A7708455A20A}" dt="2020-06-01T03:22:40.674" v="3405" actId="1076"/>
          <ac:spMkLst>
            <pc:docMk/>
            <pc:sldMk cId="4222241252" sldId="363"/>
            <ac:spMk id="2" creationId="{3C6C510E-FCA2-4165-A775-33A42995D7E0}"/>
          </ac:spMkLst>
        </pc:spChg>
        <pc:spChg chg="mod">
          <ac:chgData name="ralph kemp" userId="b9b5e5f6d19aaab0" providerId="LiveId" clId="{A29C7B4F-934B-4D14-826A-A7708455A20A}" dt="2020-06-01T03:22:34.888" v="3403" actId="1076"/>
          <ac:spMkLst>
            <pc:docMk/>
            <pc:sldMk cId="4222241252" sldId="363"/>
            <ac:spMk id="3" creationId="{67DB686A-AA89-408C-8278-EE80B61D75B7}"/>
          </ac:spMkLst>
        </pc:spChg>
        <pc:spChg chg="mod">
          <ac:chgData name="ralph kemp" userId="b9b5e5f6d19aaab0" providerId="LiveId" clId="{A29C7B4F-934B-4D14-826A-A7708455A20A}" dt="2020-05-30T09:01:13.005" v="945" actId="26606"/>
          <ac:spMkLst>
            <pc:docMk/>
            <pc:sldMk cId="4222241252" sldId="363"/>
            <ac:spMk id="4" creationId="{FD986513-CD2A-44C0-8496-37A7BA889E54}"/>
          </ac:spMkLst>
        </pc:spChg>
        <pc:spChg chg="add del">
          <ac:chgData name="ralph kemp" userId="b9b5e5f6d19aaab0" providerId="LiveId" clId="{A29C7B4F-934B-4D14-826A-A7708455A20A}" dt="2020-05-30T09:01:13.005" v="945" actId="26606"/>
          <ac:spMkLst>
            <pc:docMk/>
            <pc:sldMk cId="4222241252" sldId="363"/>
            <ac:spMk id="9" creationId="{2CB6C291-6CAF-46DF-ACFF-AADF0FD03F58}"/>
          </ac:spMkLst>
        </pc:spChg>
        <pc:spChg chg="add del">
          <ac:chgData name="ralph kemp" userId="b9b5e5f6d19aaab0" providerId="LiveId" clId="{A29C7B4F-934B-4D14-826A-A7708455A20A}" dt="2020-05-30T09:01:13.005" v="945" actId="26606"/>
          <ac:spMkLst>
            <pc:docMk/>
            <pc:sldMk cId="4222241252" sldId="363"/>
            <ac:spMk id="13" creationId="{4735DC46-5663-471D-AADB-81E00E65BCC6}"/>
          </ac:spMkLst>
        </pc:spChg>
        <pc:picChg chg="add del">
          <ac:chgData name="ralph kemp" userId="b9b5e5f6d19aaab0" providerId="LiveId" clId="{A29C7B4F-934B-4D14-826A-A7708455A20A}" dt="2020-05-30T09:01:13.005" v="945" actId="26606"/>
          <ac:picMkLst>
            <pc:docMk/>
            <pc:sldMk cId="4222241252" sldId="363"/>
            <ac:picMk id="11" creationId="{1EBADBCA-DA20-4279-93C6-011DEF18AA71}"/>
          </ac:picMkLst>
        </pc:picChg>
      </pc:sldChg>
      <pc:sldChg chg="modSp new mod">
        <pc:chgData name="ralph kemp" userId="b9b5e5f6d19aaab0" providerId="LiveId" clId="{A29C7B4F-934B-4D14-826A-A7708455A20A}" dt="2020-06-01T03:23:12.507" v="3411" actId="1076"/>
        <pc:sldMkLst>
          <pc:docMk/>
          <pc:sldMk cId="1001696727" sldId="364"/>
        </pc:sldMkLst>
        <pc:spChg chg="mod">
          <ac:chgData name="ralph kemp" userId="b9b5e5f6d19aaab0" providerId="LiveId" clId="{A29C7B4F-934B-4D14-826A-A7708455A20A}" dt="2020-06-01T03:23:12.507" v="3411" actId="1076"/>
          <ac:spMkLst>
            <pc:docMk/>
            <pc:sldMk cId="1001696727" sldId="364"/>
            <ac:spMk id="2" creationId="{16D47C65-2DFA-4DF6-8B83-300198BAA77B}"/>
          </ac:spMkLst>
        </pc:spChg>
        <pc:spChg chg="mod">
          <ac:chgData name="ralph kemp" userId="b9b5e5f6d19aaab0" providerId="LiveId" clId="{A29C7B4F-934B-4D14-826A-A7708455A20A}" dt="2020-06-01T03:23:08.566" v="3410" actId="1076"/>
          <ac:spMkLst>
            <pc:docMk/>
            <pc:sldMk cId="1001696727" sldId="364"/>
            <ac:spMk id="3" creationId="{C28C97F8-E42F-49B3-9162-89DA0FF31FDD}"/>
          </ac:spMkLst>
        </pc:spChg>
      </pc:sldChg>
      <pc:sldChg chg="addSp delSp modSp new mod setBg">
        <pc:chgData name="ralph kemp" userId="b9b5e5f6d19aaab0" providerId="LiveId" clId="{A29C7B4F-934B-4D14-826A-A7708455A20A}" dt="2020-05-31T10:08:26.319" v="2188" actId="1076"/>
        <pc:sldMkLst>
          <pc:docMk/>
          <pc:sldMk cId="1545210314" sldId="365"/>
        </pc:sldMkLst>
        <pc:spChg chg="mod">
          <ac:chgData name="ralph kemp" userId="b9b5e5f6d19aaab0" providerId="LiveId" clId="{A29C7B4F-934B-4D14-826A-A7708455A20A}" dt="2020-05-31T10:05:21.075" v="2164" actId="14100"/>
          <ac:spMkLst>
            <pc:docMk/>
            <pc:sldMk cId="1545210314" sldId="365"/>
            <ac:spMk id="2" creationId="{32B3D774-C43D-446E-9800-DF7EB43F5E3F}"/>
          </ac:spMkLst>
        </pc:spChg>
        <pc:spChg chg="mod">
          <ac:chgData name="ralph kemp" userId="b9b5e5f6d19aaab0" providerId="LiveId" clId="{A29C7B4F-934B-4D14-826A-A7708455A20A}" dt="2020-05-31T10:08:26.319" v="2188" actId="1076"/>
          <ac:spMkLst>
            <pc:docMk/>
            <pc:sldMk cId="1545210314" sldId="365"/>
            <ac:spMk id="3" creationId="{B18BE60D-E78B-4C56-8EF0-A98DC3C2372C}"/>
          </ac:spMkLst>
        </pc:spChg>
        <pc:spChg chg="mod">
          <ac:chgData name="ralph kemp" userId="b9b5e5f6d19aaab0" providerId="LiveId" clId="{A29C7B4F-934B-4D14-826A-A7708455A20A}" dt="2020-05-30T08:58:46.054" v="934" actId="26606"/>
          <ac:spMkLst>
            <pc:docMk/>
            <pc:sldMk cId="1545210314" sldId="365"/>
            <ac:spMk id="4" creationId="{ACE052EC-3BA6-4D22-9B78-4A87FC0738EE}"/>
          </ac:spMkLst>
        </pc:spChg>
        <pc:spChg chg="add del">
          <ac:chgData name="ralph kemp" userId="b9b5e5f6d19aaab0" providerId="LiveId" clId="{A29C7B4F-934B-4D14-826A-A7708455A20A}" dt="2020-05-30T08:58:21.036" v="932" actId="26606"/>
          <ac:spMkLst>
            <pc:docMk/>
            <pc:sldMk cId="1545210314" sldId="365"/>
            <ac:spMk id="9" creationId="{23962611-DFD5-4092-AAFD-559E3DFCE2C9}"/>
          </ac:spMkLst>
        </pc:spChg>
        <pc:spChg chg="add del">
          <ac:chgData name="ralph kemp" userId="b9b5e5f6d19aaab0" providerId="LiveId" clId="{A29C7B4F-934B-4D14-826A-A7708455A20A}" dt="2020-05-30T08:58:46.054" v="934" actId="26606"/>
          <ac:spMkLst>
            <pc:docMk/>
            <pc:sldMk cId="1545210314" sldId="365"/>
            <ac:spMk id="13" creationId="{92CA431A-BC84-45C3-8430-0459E54A220F}"/>
          </ac:spMkLst>
        </pc:spChg>
        <pc:spChg chg="add del">
          <ac:chgData name="ralph kemp" userId="b9b5e5f6d19aaab0" providerId="LiveId" clId="{A29C7B4F-934B-4D14-826A-A7708455A20A}" dt="2020-05-30T08:58:46.054" v="934" actId="26606"/>
          <ac:spMkLst>
            <pc:docMk/>
            <pc:sldMk cId="1545210314" sldId="365"/>
            <ac:spMk id="14" creationId="{86197D16-FE75-4A0E-A0C9-28C0F04A43DF}"/>
          </ac:spMkLst>
        </pc:spChg>
        <pc:picChg chg="add del">
          <ac:chgData name="ralph kemp" userId="b9b5e5f6d19aaab0" providerId="LiveId" clId="{A29C7B4F-934B-4D14-826A-A7708455A20A}" dt="2020-05-30T08:58:21.036" v="932" actId="26606"/>
          <ac:picMkLst>
            <pc:docMk/>
            <pc:sldMk cId="1545210314" sldId="365"/>
            <ac:picMk id="11" creationId="{2270F1FA-0425-408F-9861-80BF5AFB276D}"/>
          </ac:picMkLst>
        </pc:picChg>
        <pc:picChg chg="add del">
          <ac:chgData name="ralph kemp" userId="b9b5e5f6d19aaab0" providerId="LiveId" clId="{A29C7B4F-934B-4D14-826A-A7708455A20A}" dt="2020-05-30T08:58:46.054" v="934" actId="26606"/>
          <ac:picMkLst>
            <pc:docMk/>
            <pc:sldMk cId="1545210314" sldId="365"/>
            <ac:picMk id="15" creationId="{FA8FCEC6-4B30-4FF2-8B32-504BEAEA3A16}"/>
          </ac:picMkLst>
        </pc:picChg>
      </pc:sldChg>
      <pc:sldChg chg="addSp delSp modSp new mod setBg">
        <pc:chgData name="ralph kemp" userId="b9b5e5f6d19aaab0" providerId="LiveId" clId="{A29C7B4F-934B-4D14-826A-A7708455A20A}" dt="2020-05-31T10:05:50.323" v="2170" actId="14100"/>
        <pc:sldMkLst>
          <pc:docMk/>
          <pc:sldMk cId="207066477" sldId="366"/>
        </pc:sldMkLst>
        <pc:spChg chg="del mod">
          <ac:chgData name="ralph kemp" userId="b9b5e5f6d19aaab0" providerId="LiveId" clId="{A29C7B4F-934B-4D14-826A-A7708455A20A}" dt="2020-05-31T10:05:33.592" v="2166" actId="478"/>
          <ac:spMkLst>
            <pc:docMk/>
            <pc:sldMk cId="207066477" sldId="366"/>
            <ac:spMk id="2" creationId="{1065A531-8045-458C-993C-554EF85F52C4}"/>
          </ac:spMkLst>
        </pc:spChg>
        <pc:spChg chg="mod">
          <ac:chgData name="ralph kemp" userId="b9b5e5f6d19aaab0" providerId="LiveId" clId="{A29C7B4F-934B-4D14-826A-A7708455A20A}" dt="2020-05-31T10:05:50.323" v="2170" actId="14100"/>
          <ac:spMkLst>
            <pc:docMk/>
            <pc:sldMk cId="207066477" sldId="366"/>
            <ac:spMk id="3" creationId="{DD952AB3-76DF-460E-A143-10E0543EF4B7}"/>
          </ac:spMkLst>
        </pc:spChg>
        <pc:spChg chg="mod">
          <ac:chgData name="ralph kemp" userId="b9b5e5f6d19aaab0" providerId="LiveId" clId="{A29C7B4F-934B-4D14-826A-A7708455A20A}" dt="2020-05-30T08:58:49.721" v="935" actId="26606"/>
          <ac:spMkLst>
            <pc:docMk/>
            <pc:sldMk cId="207066477" sldId="366"/>
            <ac:spMk id="4" creationId="{7F402C34-A815-49CB-AD69-DA3B55325A68}"/>
          </ac:spMkLst>
        </pc:spChg>
        <pc:spChg chg="add del">
          <ac:chgData name="ralph kemp" userId="b9b5e5f6d19aaab0" providerId="LiveId" clId="{A29C7B4F-934B-4D14-826A-A7708455A20A}" dt="2020-05-30T08:58:49.721" v="935" actId="26606"/>
          <ac:spMkLst>
            <pc:docMk/>
            <pc:sldMk cId="207066477" sldId="366"/>
            <ac:spMk id="11" creationId="{7D8E67F2-F753-4E06-8229-4970A6725835}"/>
          </ac:spMkLst>
        </pc:spChg>
        <pc:spChg chg="add del">
          <ac:chgData name="ralph kemp" userId="b9b5e5f6d19aaab0" providerId="LiveId" clId="{A29C7B4F-934B-4D14-826A-A7708455A20A}" dt="2020-05-30T08:58:49.721" v="935" actId="26606"/>
          <ac:spMkLst>
            <pc:docMk/>
            <pc:sldMk cId="207066477" sldId="366"/>
            <ac:spMk id="15" creationId="{007B8288-68CC-4847-8419-CF535B6B7EEA}"/>
          </ac:spMkLst>
        </pc:spChg>
        <pc:spChg chg="add del">
          <ac:chgData name="ralph kemp" userId="b9b5e5f6d19aaab0" providerId="LiveId" clId="{A29C7B4F-934B-4D14-826A-A7708455A20A}" dt="2020-05-30T08:58:49.721" v="935" actId="26606"/>
          <ac:spMkLst>
            <pc:docMk/>
            <pc:sldMk cId="207066477" sldId="366"/>
            <ac:spMk id="17" creationId="{32BA8EA8-C1B6-4309-B674-F9F399B96288}"/>
          </ac:spMkLst>
        </pc:spChg>
        <pc:picChg chg="add mod ord">
          <ac:chgData name="ralph kemp" userId="b9b5e5f6d19aaab0" providerId="LiveId" clId="{A29C7B4F-934B-4D14-826A-A7708455A20A}" dt="2020-05-30T08:58:49.721" v="935" actId="26606"/>
          <ac:picMkLst>
            <pc:docMk/>
            <pc:sldMk cId="207066477" sldId="366"/>
            <ac:picMk id="5" creationId="{21EEE5EA-F5C4-443C-9487-7F7321ADDFD1}"/>
          </ac:picMkLst>
        </pc:picChg>
        <pc:picChg chg="add mod ord">
          <ac:chgData name="ralph kemp" userId="b9b5e5f6d19aaab0" providerId="LiveId" clId="{A29C7B4F-934B-4D14-826A-A7708455A20A}" dt="2020-05-30T08:59:10.826" v="938" actId="1076"/>
          <ac:picMkLst>
            <pc:docMk/>
            <pc:sldMk cId="207066477" sldId="366"/>
            <ac:picMk id="6" creationId="{A4D02CDA-4875-4CE8-835A-0265E45A0F6F}"/>
          </ac:picMkLst>
        </pc:picChg>
        <pc:picChg chg="add del">
          <ac:chgData name="ralph kemp" userId="b9b5e5f6d19aaab0" providerId="LiveId" clId="{A29C7B4F-934B-4D14-826A-A7708455A20A}" dt="2020-05-30T08:58:49.721" v="935" actId="26606"/>
          <ac:picMkLst>
            <pc:docMk/>
            <pc:sldMk cId="207066477" sldId="366"/>
            <ac:picMk id="13" creationId="{2EE1BDFD-564B-44A4-841A-50D6A8E75CB4}"/>
          </ac:picMkLst>
        </pc:picChg>
      </pc:sldChg>
      <pc:sldChg chg="modSp add mod">
        <pc:chgData name="ralph kemp" userId="b9b5e5f6d19aaab0" providerId="LiveId" clId="{A29C7B4F-934B-4D14-826A-A7708455A20A}" dt="2020-06-01T03:46:41.340" v="3816" actId="1076"/>
        <pc:sldMkLst>
          <pc:docMk/>
          <pc:sldMk cId="1416648217" sldId="367"/>
        </pc:sldMkLst>
        <pc:spChg chg="mod">
          <ac:chgData name="ralph kemp" userId="b9b5e5f6d19aaab0" providerId="LiveId" clId="{A29C7B4F-934B-4D14-826A-A7708455A20A}" dt="2020-06-01T03:44:15.877" v="3747" actId="1076"/>
          <ac:spMkLst>
            <pc:docMk/>
            <pc:sldMk cId="1416648217" sldId="367"/>
            <ac:spMk id="2" creationId="{00000000-0000-0000-0000-000000000000}"/>
          </ac:spMkLst>
        </pc:spChg>
        <pc:spChg chg="mod">
          <ac:chgData name="ralph kemp" userId="b9b5e5f6d19aaab0" providerId="LiveId" clId="{A29C7B4F-934B-4D14-826A-A7708455A20A}" dt="2020-06-01T03:46:41.340" v="3816" actId="1076"/>
          <ac:spMkLst>
            <pc:docMk/>
            <pc:sldMk cId="1416648217" sldId="367"/>
            <ac:spMk id="3" creationId="{00000000-0000-0000-0000-000000000000}"/>
          </ac:spMkLst>
        </pc:spChg>
      </pc:sldChg>
      <pc:sldChg chg="modSp new mod ord">
        <pc:chgData name="ralph kemp" userId="b9b5e5f6d19aaab0" providerId="LiveId" clId="{A29C7B4F-934B-4D14-826A-A7708455A20A}" dt="2020-06-01T03:37:32.418" v="3612" actId="20577"/>
        <pc:sldMkLst>
          <pc:docMk/>
          <pc:sldMk cId="601660888" sldId="368"/>
        </pc:sldMkLst>
        <pc:spChg chg="mod">
          <ac:chgData name="ralph kemp" userId="b9b5e5f6d19aaab0" providerId="LiveId" clId="{A29C7B4F-934B-4D14-826A-A7708455A20A}" dt="2020-06-01T03:28:20.891" v="3482" actId="14100"/>
          <ac:spMkLst>
            <pc:docMk/>
            <pc:sldMk cId="601660888" sldId="368"/>
            <ac:spMk id="2" creationId="{07908575-1C45-4BFB-B116-0EDC023034AB}"/>
          </ac:spMkLst>
        </pc:spChg>
        <pc:spChg chg="mod">
          <ac:chgData name="ralph kemp" userId="b9b5e5f6d19aaab0" providerId="LiveId" clId="{A29C7B4F-934B-4D14-826A-A7708455A20A}" dt="2020-06-01T03:37:32.418" v="3612" actId="20577"/>
          <ac:spMkLst>
            <pc:docMk/>
            <pc:sldMk cId="601660888" sldId="368"/>
            <ac:spMk id="3" creationId="{4A2BC565-F9F0-41CE-A4F0-7355B520FAA5}"/>
          </ac:spMkLst>
        </pc:spChg>
      </pc:sldChg>
      <pc:sldChg chg="modSp new mod">
        <pc:chgData name="ralph kemp" userId="b9b5e5f6d19aaab0" providerId="LiveId" clId="{A29C7B4F-934B-4D14-826A-A7708455A20A}" dt="2020-06-01T05:09:36.299" v="5281" actId="20577"/>
        <pc:sldMkLst>
          <pc:docMk/>
          <pc:sldMk cId="3361327146" sldId="369"/>
        </pc:sldMkLst>
        <pc:spChg chg="mod">
          <ac:chgData name="ralph kemp" userId="b9b5e5f6d19aaab0" providerId="LiveId" clId="{A29C7B4F-934B-4D14-826A-A7708455A20A}" dt="2020-06-01T05:08:49.596" v="5228" actId="20577"/>
          <ac:spMkLst>
            <pc:docMk/>
            <pc:sldMk cId="3361327146" sldId="369"/>
            <ac:spMk id="2" creationId="{EE7BAE19-4CE6-44A7-8705-011C91E90A2F}"/>
          </ac:spMkLst>
        </pc:spChg>
        <pc:spChg chg="mod">
          <ac:chgData name="ralph kemp" userId="b9b5e5f6d19aaab0" providerId="LiveId" clId="{A29C7B4F-934B-4D14-826A-A7708455A20A}" dt="2020-06-01T05:09:36.299" v="5281" actId="20577"/>
          <ac:spMkLst>
            <pc:docMk/>
            <pc:sldMk cId="3361327146" sldId="369"/>
            <ac:spMk id="3" creationId="{B7A97206-E581-4085-AC1F-3EA999283367}"/>
          </ac:spMkLst>
        </pc:spChg>
      </pc:sldChg>
      <pc:sldChg chg="modSp new mod">
        <pc:chgData name="ralph kemp" userId="b9b5e5f6d19aaab0" providerId="LiveId" clId="{A29C7B4F-934B-4D14-826A-A7708455A20A}" dt="2020-06-01T04:05:36.530" v="4302" actId="20577"/>
        <pc:sldMkLst>
          <pc:docMk/>
          <pc:sldMk cId="1757389547" sldId="370"/>
        </pc:sldMkLst>
        <pc:spChg chg="mod">
          <ac:chgData name="ralph kemp" userId="b9b5e5f6d19aaab0" providerId="LiveId" clId="{A29C7B4F-934B-4D14-826A-A7708455A20A}" dt="2020-06-01T04:05:03.597" v="4292" actId="1076"/>
          <ac:spMkLst>
            <pc:docMk/>
            <pc:sldMk cId="1757389547" sldId="370"/>
            <ac:spMk id="2" creationId="{17EFC0B3-C85E-4B13-8391-BE937DA46827}"/>
          </ac:spMkLst>
        </pc:spChg>
        <pc:spChg chg="mod">
          <ac:chgData name="ralph kemp" userId="b9b5e5f6d19aaab0" providerId="LiveId" clId="{A29C7B4F-934B-4D14-826A-A7708455A20A}" dt="2020-06-01T04:05:36.530" v="4302" actId="20577"/>
          <ac:spMkLst>
            <pc:docMk/>
            <pc:sldMk cId="1757389547" sldId="370"/>
            <ac:spMk id="3" creationId="{90B9F332-F6E6-4173-8F1B-E86EA7B0089E}"/>
          </ac:spMkLst>
        </pc:spChg>
      </pc:sldChg>
      <pc:sldChg chg="modSp new mod">
        <pc:chgData name="ralph kemp" userId="b9b5e5f6d19aaab0" providerId="LiveId" clId="{A29C7B4F-934B-4D14-826A-A7708455A20A}" dt="2020-06-01T04:11:05.860" v="4358" actId="1076"/>
        <pc:sldMkLst>
          <pc:docMk/>
          <pc:sldMk cId="3587715963" sldId="371"/>
        </pc:sldMkLst>
        <pc:spChg chg="mod">
          <ac:chgData name="ralph kemp" userId="b9b5e5f6d19aaab0" providerId="LiveId" clId="{A29C7B4F-934B-4D14-826A-A7708455A20A}" dt="2020-06-01T04:10:37.599" v="4351" actId="242"/>
          <ac:spMkLst>
            <pc:docMk/>
            <pc:sldMk cId="3587715963" sldId="371"/>
            <ac:spMk id="2" creationId="{9B8402EB-46F7-43DF-B19F-535E1A578482}"/>
          </ac:spMkLst>
        </pc:spChg>
        <pc:spChg chg="mod">
          <ac:chgData name="ralph kemp" userId="b9b5e5f6d19aaab0" providerId="LiveId" clId="{A29C7B4F-934B-4D14-826A-A7708455A20A}" dt="2020-06-01T04:11:05.860" v="4358" actId="1076"/>
          <ac:spMkLst>
            <pc:docMk/>
            <pc:sldMk cId="3587715963" sldId="371"/>
            <ac:spMk id="3" creationId="{3375DA01-26A3-4286-B00E-6677D7B9A8D4}"/>
          </ac:spMkLst>
        </pc:spChg>
      </pc:sldChg>
      <pc:sldChg chg="modSp new mod">
        <pc:chgData name="ralph kemp" userId="b9b5e5f6d19aaab0" providerId="LiveId" clId="{A29C7B4F-934B-4D14-826A-A7708455A20A}" dt="2020-06-01T04:24:12.816" v="4469" actId="1076"/>
        <pc:sldMkLst>
          <pc:docMk/>
          <pc:sldMk cId="3274128297" sldId="372"/>
        </pc:sldMkLst>
        <pc:spChg chg="mod">
          <ac:chgData name="ralph kemp" userId="b9b5e5f6d19aaab0" providerId="LiveId" clId="{A29C7B4F-934B-4D14-826A-A7708455A20A}" dt="2020-06-01T04:24:12.816" v="4469" actId="1076"/>
          <ac:spMkLst>
            <pc:docMk/>
            <pc:sldMk cId="3274128297" sldId="372"/>
            <ac:spMk id="2" creationId="{2922A12A-DD96-4167-9DF6-340B49A3F59F}"/>
          </ac:spMkLst>
        </pc:spChg>
        <pc:spChg chg="mod">
          <ac:chgData name="ralph kemp" userId="b9b5e5f6d19aaab0" providerId="LiveId" clId="{A29C7B4F-934B-4D14-826A-A7708455A20A}" dt="2020-06-01T04:24:07.724" v="4468" actId="1076"/>
          <ac:spMkLst>
            <pc:docMk/>
            <pc:sldMk cId="3274128297" sldId="372"/>
            <ac:spMk id="3" creationId="{2F71A59D-9ACE-4937-8835-CB55D70A2FC7}"/>
          </ac:spMkLst>
        </pc:spChg>
      </pc:sldChg>
      <pc:sldChg chg="modSp new mod">
        <pc:chgData name="ralph kemp" userId="b9b5e5f6d19aaab0" providerId="LiveId" clId="{A29C7B4F-934B-4D14-826A-A7708455A20A}" dt="2020-06-01T04:35:09.668" v="4556" actId="1076"/>
        <pc:sldMkLst>
          <pc:docMk/>
          <pc:sldMk cId="496615968" sldId="373"/>
        </pc:sldMkLst>
        <pc:spChg chg="mod">
          <ac:chgData name="ralph kemp" userId="b9b5e5f6d19aaab0" providerId="LiveId" clId="{A29C7B4F-934B-4D14-826A-A7708455A20A}" dt="2020-06-01T04:35:09.668" v="4556" actId="1076"/>
          <ac:spMkLst>
            <pc:docMk/>
            <pc:sldMk cId="496615968" sldId="373"/>
            <ac:spMk id="2" creationId="{7BE82CEB-7BFC-4BA5-A222-7AFE87257DB3}"/>
          </ac:spMkLst>
        </pc:spChg>
        <pc:spChg chg="mod">
          <ac:chgData name="ralph kemp" userId="b9b5e5f6d19aaab0" providerId="LiveId" clId="{A29C7B4F-934B-4D14-826A-A7708455A20A}" dt="2020-06-01T04:31:12.680" v="4538" actId="20577"/>
          <ac:spMkLst>
            <pc:docMk/>
            <pc:sldMk cId="496615968" sldId="373"/>
            <ac:spMk id="3" creationId="{8F70A449-5265-4453-838D-72D90D5514BA}"/>
          </ac:spMkLst>
        </pc:spChg>
      </pc:sldChg>
      <pc:sldChg chg="modSp add mod">
        <pc:chgData name="ralph kemp" userId="b9b5e5f6d19aaab0" providerId="LiveId" clId="{A29C7B4F-934B-4D14-826A-A7708455A20A}" dt="2020-06-01T04:52:14.326" v="5102" actId="123"/>
        <pc:sldMkLst>
          <pc:docMk/>
          <pc:sldMk cId="71382832" sldId="374"/>
        </pc:sldMkLst>
        <pc:spChg chg="mod">
          <ac:chgData name="ralph kemp" userId="b9b5e5f6d19aaab0" providerId="LiveId" clId="{A29C7B4F-934B-4D14-826A-A7708455A20A}" dt="2020-06-01T04:35:15.019" v="4557" actId="1076"/>
          <ac:spMkLst>
            <pc:docMk/>
            <pc:sldMk cId="71382832" sldId="374"/>
            <ac:spMk id="2" creationId="{7BE82CEB-7BFC-4BA5-A222-7AFE87257DB3}"/>
          </ac:spMkLst>
        </pc:spChg>
        <pc:spChg chg="mod">
          <ac:chgData name="ralph kemp" userId="b9b5e5f6d19aaab0" providerId="LiveId" clId="{A29C7B4F-934B-4D14-826A-A7708455A20A}" dt="2020-06-01T04:52:14.326" v="5102" actId="123"/>
          <ac:spMkLst>
            <pc:docMk/>
            <pc:sldMk cId="71382832" sldId="374"/>
            <ac:spMk id="3" creationId="{8F70A449-5265-4453-838D-72D90D5514BA}"/>
          </ac:spMkLst>
        </pc:spChg>
      </pc:sldChg>
      <pc:sldChg chg="modSp new mod">
        <pc:chgData name="ralph kemp" userId="b9b5e5f6d19aaab0" providerId="LiveId" clId="{A29C7B4F-934B-4D14-826A-A7708455A20A}" dt="2020-06-01T05:05:47.291" v="5143" actId="115"/>
        <pc:sldMkLst>
          <pc:docMk/>
          <pc:sldMk cId="1692836413" sldId="375"/>
        </pc:sldMkLst>
        <pc:spChg chg="mod">
          <ac:chgData name="ralph kemp" userId="b9b5e5f6d19aaab0" providerId="LiveId" clId="{A29C7B4F-934B-4D14-826A-A7708455A20A}" dt="2020-06-01T04:48:56.617" v="5007" actId="1076"/>
          <ac:spMkLst>
            <pc:docMk/>
            <pc:sldMk cId="1692836413" sldId="375"/>
            <ac:spMk id="2" creationId="{6CE0038B-4DD7-4B9E-ABB0-4C653B1DDE02}"/>
          </ac:spMkLst>
        </pc:spChg>
        <pc:spChg chg="mod">
          <ac:chgData name="ralph kemp" userId="b9b5e5f6d19aaab0" providerId="LiveId" clId="{A29C7B4F-934B-4D14-826A-A7708455A20A}" dt="2020-06-01T05:05:47.291" v="5143" actId="115"/>
          <ac:spMkLst>
            <pc:docMk/>
            <pc:sldMk cId="1692836413" sldId="375"/>
            <ac:spMk id="3" creationId="{7495A271-2B79-42CD-A9B3-0FDBC0387218}"/>
          </ac:spMkLst>
        </pc:spChg>
      </pc:sldChg>
      <pc:sldChg chg="modSp add mod ord">
        <pc:chgData name="ralph kemp" userId="b9b5e5f6d19aaab0" providerId="LiveId" clId="{A29C7B4F-934B-4D14-826A-A7708455A20A}" dt="2020-06-01T04:43:45.804" v="4904" actId="20577"/>
        <pc:sldMkLst>
          <pc:docMk/>
          <pc:sldMk cId="2064718107" sldId="376"/>
        </pc:sldMkLst>
        <pc:spChg chg="mod">
          <ac:chgData name="ralph kemp" userId="b9b5e5f6d19aaab0" providerId="LiveId" clId="{A29C7B4F-934B-4D14-826A-A7708455A20A}" dt="2020-06-01T04:43:20.916" v="4831" actId="20577"/>
          <ac:spMkLst>
            <pc:docMk/>
            <pc:sldMk cId="2064718107" sldId="376"/>
            <ac:spMk id="2" creationId="{9B8402EB-46F7-43DF-B19F-535E1A578482}"/>
          </ac:spMkLst>
        </pc:spChg>
        <pc:spChg chg="mod">
          <ac:chgData name="ralph kemp" userId="b9b5e5f6d19aaab0" providerId="LiveId" clId="{A29C7B4F-934B-4D14-826A-A7708455A20A}" dt="2020-06-01T04:43:45.804" v="4904" actId="20577"/>
          <ac:spMkLst>
            <pc:docMk/>
            <pc:sldMk cId="2064718107" sldId="376"/>
            <ac:spMk id="3" creationId="{3375DA01-26A3-4286-B00E-6677D7B9A8D4}"/>
          </ac:spMkLst>
        </pc:spChg>
      </pc:sldChg>
      <pc:sldChg chg="modSp add mod">
        <pc:chgData name="ralph kemp" userId="b9b5e5f6d19aaab0" providerId="LiveId" clId="{A29C7B4F-934B-4D14-826A-A7708455A20A}" dt="2020-06-01T04:53:43.791" v="5122" actId="1076"/>
        <pc:sldMkLst>
          <pc:docMk/>
          <pc:sldMk cId="942535379" sldId="377"/>
        </pc:sldMkLst>
        <pc:spChg chg="mod">
          <ac:chgData name="ralph kemp" userId="b9b5e5f6d19aaab0" providerId="LiveId" clId="{A29C7B4F-934B-4D14-826A-A7708455A20A}" dt="2020-06-01T04:53:43.791" v="5122" actId="1076"/>
          <ac:spMkLst>
            <pc:docMk/>
            <pc:sldMk cId="942535379" sldId="377"/>
            <ac:spMk id="2" creationId="{6CE0038B-4DD7-4B9E-ABB0-4C653B1DDE02}"/>
          </ac:spMkLst>
        </pc:spChg>
        <pc:spChg chg="mod">
          <ac:chgData name="ralph kemp" userId="b9b5e5f6d19aaab0" providerId="LiveId" clId="{A29C7B4F-934B-4D14-826A-A7708455A20A}" dt="2020-06-01T04:53:37.561" v="5121" actId="5793"/>
          <ac:spMkLst>
            <pc:docMk/>
            <pc:sldMk cId="942535379" sldId="377"/>
            <ac:spMk id="3" creationId="{7495A271-2B79-42CD-A9B3-0FDBC0387218}"/>
          </ac:spMkLst>
        </pc:spChg>
      </pc:sldChg>
      <pc:sldChg chg="modSp add mod">
        <pc:chgData name="ralph kemp" userId="b9b5e5f6d19aaab0" providerId="LiveId" clId="{A29C7B4F-934B-4D14-826A-A7708455A20A}" dt="2020-06-01T05:16:09.801" v="5420" actId="114"/>
        <pc:sldMkLst>
          <pc:docMk/>
          <pc:sldMk cId="344518562" sldId="378"/>
        </pc:sldMkLst>
        <pc:spChg chg="mod">
          <ac:chgData name="ralph kemp" userId="b9b5e5f6d19aaab0" providerId="LiveId" clId="{A29C7B4F-934B-4D14-826A-A7708455A20A}" dt="2020-06-01T05:12:16.016" v="5385" actId="1076"/>
          <ac:spMkLst>
            <pc:docMk/>
            <pc:sldMk cId="344518562" sldId="378"/>
            <ac:spMk id="2" creationId="{6CE0038B-4DD7-4B9E-ABB0-4C653B1DDE02}"/>
          </ac:spMkLst>
        </pc:spChg>
        <pc:spChg chg="mod">
          <ac:chgData name="ralph kemp" userId="b9b5e5f6d19aaab0" providerId="LiveId" clId="{A29C7B4F-934B-4D14-826A-A7708455A20A}" dt="2020-06-01T05:16:09.801" v="5420" actId="114"/>
          <ac:spMkLst>
            <pc:docMk/>
            <pc:sldMk cId="344518562" sldId="378"/>
            <ac:spMk id="3" creationId="{7495A271-2B79-42CD-A9B3-0FDBC0387218}"/>
          </ac:spMkLst>
        </pc:spChg>
      </pc:sldChg>
      <pc:sldChg chg="modSp add mod">
        <pc:chgData name="ralph kemp" userId="b9b5e5f6d19aaab0" providerId="LiveId" clId="{A29C7B4F-934B-4D14-826A-A7708455A20A}" dt="2020-06-01T05:19:00.438" v="5468" actId="115"/>
        <pc:sldMkLst>
          <pc:docMk/>
          <pc:sldMk cId="4288113910" sldId="379"/>
        </pc:sldMkLst>
        <pc:spChg chg="mod">
          <ac:chgData name="ralph kemp" userId="b9b5e5f6d19aaab0" providerId="LiveId" clId="{A29C7B4F-934B-4D14-826A-A7708455A20A}" dt="2020-06-01T05:15:12.008" v="5414" actId="20577"/>
          <ac:spMkLst>
            <pc:docMk/>
            <pc:sldMk cId="4288113910" sldId="379"/>
            <ac:spMk id="2" creationId="{6CE0038B-4DD7-4B9E-ABB0-4C653B1DDE02}"/>
          </ac:spMkLst>
        </pc:spChg>
        <pc:spChg chg="mod">
          <ac:chgData name="ralph kemp" userId="b9b5e5f6d19aaab0" providerId="LiveId" clId="{A29C7B4F-934B-4D14-826A-A7708455A20A}" dt="2020-06-01T05:19:00.438" v="5468" actId="115"/>
          <ac:spMkLst>
            <pc:docMk/>
            <pc:sldMk cId="4288113910" sldId="379"/>
            <ac:spMk id="3" creationId="{7495A271-2B79-42CD-A9B3-0FDBC0387218}"/>
          </ac:spMkLst>
        </pc:spChg>
      </pc:sldChg>
      <pc:sldChg chg="modSp add mod ord">
        <pc:chgData name="ralph kemp" userId="b9b5e5f6d19aaab0" providerId="LiveId" clId="{A29C7B4F-934B-4D14-826A-A7708455A20A}" dt="2020-06-01T05:30:22.971" v="5831" actId="255"/>
        <pc:sldMkLst>
          <pc:docMk/>
          <pc:sldMk cId="2973172349" sldId="380"/>
        </pc:sldMkLst>
        <pc:spChg chg="mod">
          <ac:chgData name="ralph kemp" userId="b9b5e5f6d19aaab0" providerId="LiveId" clId="{A29C7B4F-934B-4D14-826A-A7708455A20A}" dt="2020-06-01T05:20:19.390" v="5507" actId="20577"/>
          <ac:spMkLst>
            <pc:docMk/>
            <pc:sldMk cId="2973172349" sldId="380"/>
            <ac:spMk id="2" creationId="{9B8402EB-46F7-43DF-B19F-535E1A578482}"/>
          </ac:spMkLst>
        </pc:spChg>
        <pc:spChg chg="mod">
          <ac:chgData name="ralph kemp" userId="b9b5e5f6d19aaab0" providerId="LiveId" clId="{A29C7B4F-934B-4D14-826A-A7708455A20A}" dt="2020-06-01T05:30:22.971" v="5831" actId="255"/>
          <ac:spMkLst>
            <pc:docMk/>
            <pc:sldMk cId="2973172349" sldId="380"/>
            <ac:spMk id="3" creationId="{3375DA01-26A3-4286-B00E-6677D7B9A8D4}"/>
          </ac:spMkLst>
        </pc:spChg>
      </pc:sldChg>
      <pc:sldChg chg="modSp add mod ord">
        <pc:chgData name="ralph kemp" userId="b9b5e5f6d19aaab0" providerId="LiveId" clId="{A29C7B4F-934B-4D14-826A-A7708455A20A}" dt="2020-06-01T05:32:59.598" v="5850" actId="20577"/>
        <pc:sldMkLst>
          <pc:docMk/>
          <pc:sldMk cId="2443015215" sldId="381"/>
        </pc:sldMkLst>
        <pc:spChg chg="mod">
          <ac:chgData name="ralph kemp" userId="b9b5e5f6d19aaab0" providerId="LiveId" clId="{A29C7B4F-934B-4D14-826A-A7708455A20A}" dt="2020-06-01T05:22:31.416" v="5647" actId="20577"/>
          <ac:spMkLst>
            <pc:docMk/>
            <pc:sldMk cId="2443015215" sldId="381"/>
            <ac:spMk id="2" creationId="{6CE0038B-4DD7-4B9E-ABB0-4C653B1DDE02}"/>
          </ac:spMkLst>
        </pc:spChg>
        <pc:spChg chg="mod">
          <ac:chgData name="ralph kemp" userId="b9b5e5f6d19aaab0" providerId="LiveId" clId="{A29C7B4F-934B-4D14-826A-A7708455A20A}" dt="2020-06-01T05:32:59.598" v="5850" actId="20577"/>
          <ac:spMkLst>
            <pc:docMk/>
            <pc:sldMk cId="2443015215" sldId="381"/>
            <ac:spMk id="3" creationId="{7495A271-2B79-42CD-A9B3-0FDBC0387218}"/>
          </ac:spMkLst>
        </pc:spChg>
      </pc:sldChg>
      <pc:sldChg chg="modSp new mod">
        <pc:chgData name="ralph kemp" userId="b9b5e5f6d19aaab0" providerId="LiveId" clId="{A29C7B4F-934B-4D14-826A-A7708455A20A}" dt="2020-06-01T06:00:16.191" v="5950" actId="14100"/>
        <pc:sldMkLst>
          <pc:docMk/>
          <pc:sldMk cId="826154884" sldId="382"/>
        </pc:sldMkLst>
        <pc:spChg chg="mod">
          <ac:chgData name="ralph kemp" userId="b9b5e5f6d19aaab0" providerId="LiveId" clId="{A29C7B4F-934B-4D14-826A-A7708455A20A}" dt="2020-06-01T06:00:16.191" v="5950" actId="14100"/>
          <ac:spMkLst>
            <pc:docMk/>
            <pc:sldMk cId="826154884" sldId="382"/>
            <ac:spMk id="2" creationId="{DC75DCB0-0E87-4C8D-814B-7C79AFC7C4F3}"/>
          </ac:spMkLst>
        </pc:spChg>
        <pc:spChg chg="mod">
          <ac:chgData name="ralph kemp" userId="b9b5e5f6d19aaab0" providerId="LiveId" clId="{A29C7B4F-934B-4D14-826A-A7708455A20A}" dt="2020-06-01T05:58:04.017" v="5912" actId="20577"/>
          <ac:spMkLst>
            <pc:docMk/>
            <pc:sldMk cId="826154884" sldId="382"/>
            <ac:spMk id="3" creationId="{64ED7A10-D128-47DF-BCD4-618A41DE3F8D}"/>
          </ac:spMkLst>
        </pc:spChg>
      </pc:sldChg>
      <pc:sldChg chg="modSp add del mod ord">
        <pc:chgData name="ralph kemp" userId="b9b5e5f6d19aaab0" providerId="LiveId" clId="{A29C7B4F-934B-4D14-826A-A7708455A20A}" dt="2020-06-01T05:55:57.148" v="5858" actId="2696"/>
        <pc:sldMkLst>
          <pc:docMk/>
          <pc:sldMk cId="1561934001" sldId="382"/>
        </pc:sldMkLst>
        <pc:spChg chg="mod">
          <ac:chgData name="ralph kemp" userId="b9b5e5f6d19aaab0" providerId="LiveId" clId="{A29C7B4F-934B-4D14-826A-A7708455A20A}" dt="2020-06-01T05:32:26.805" v="5837" actId="21"/>
          <ac:spMkLst>
            <pc:docMk/>
            <pc:sldMk cId="1561934001" sldId="382"/>
            <ac:spMk id="3" creationId="{7495A271-2B79-42CD-A9B3-0FDBC0387218}"/>
          </ac:spMkLst>
        </pc:spChg>
      </pc:sldChg>
    </pc:docChg>
  </pc:docChgLst>
  <pc:docChgLst>
    <pc:chgData name="ralph kemp" userId="b9b5e5f6d19aaab0" providerId="LiveId" clId="{E76598A3-A913-4822-A8F1-CB075C0F86B7}"/>
    <pc:docChg chg="undo custSel modSld">
      <pc:chgData name="ralph kemp" userId="b9b5e5f6d19aaab0" providerId="LiveId" clId="{E76598A3-A913-4822-A8F1-CB075C0F86B7}" dt="2020-06-01T12:48:45.842" v="293" actId="14100"/>
      <pc:docMkLst>
        <pc:docMk/>
      </pc:docMkLst>
      <pc:sldChg chg="modTransition">
        <pc:chgData name="ralph kemp" userId="b9b5e5f6d19aaab0" providerId="LiveId" clId="{E76598A3-A913-4822-A8F1-CB075C0F86B7}" dt="2020-06-01T12:13:28.752" v="0"/>
        <pc:sldMkLst>
          <pc:docMk/>
          <pc:sldMk cId="2363639681" sldId="259"/>
        </pc:sldMkLst>
      </pc:sldChg>
      <pc:sldChg chg="modTransition">
        <pc:chgData name="ralph kemp" userId="b9b5e5f6d19aaab0" providerId="LiveId" clId="{E76598A3-A913-4822-A8F1-CB075C0F86B7}" dt="2020-06-01T12:13:28.752" v="0"/>
        <pc:sldMkLst>
          <pc:docMk/>
          <pc:sldMk cId="2701221404" sldId="261"/>
        </pc:sldMkLst>
      </pc:sldChg>
      <pc:sldChg chg="modTransition">
        <pc:chgData name="ralph kemp" userId="b9b5e5f6d19aaab0" providerId="LiveId" clId="{E76598A3-A913-4822-A8F1-CB075C0F86B7}" dt="2020-06-01T12:13:28.752" v="0"/>
        <pc:sldMkLst>
          <pc:docMk/>
          <pc:sldMk cId="2547356398" sldId="263"/>
        </pc:sldMkLst>
      </pc:sldChg>
      <pc:sldChg chg="modTransition">
        <pc:chgData name="ralph kemp" userId="b9b5e5f6d19aaab0" providerId="LiveId" clId="{E76598A3-A913-4822-A8F1-CB075C0F86B7}" dt="2020-06-01T12:13:28.752" v="0"/>
        <pc:sldMkLst>
          <pc:docMk/>
          <pc:sldMk cId="862864849" sldId="264"/>
        </pc:sldMkLst>
      </pc:sldChg>
      <pc:sldChg chg="modTransition">
        <pc:chgData name="ralph kemp" userId="b9b5e5f6d19aaab0" providerId="LiveId" clId="{E76598A3-A913-4822-A8F1-CB075C0F86B7}" dt="2020-06-01T12:13:28.752" v="0"/>
        <pc:sldMkLst>
          <pc:docMk/>
          <pc:sldMk cId="1073301653" sldId="265"/>
        </pc:sldMkLst>
      </pc:sldChg>
      <pc:sldChg chg="modTransition">
        <pc:chgData name="ralph kemp" userId="b9b5e5f6d19aaab0" providerId="LiveId" clId="{E76598A3-A913-4822-A8F1-CB075C0F86B7}" dt="2020-06-01T12:13:28.752" v="0"/>
        <pc:sldMkLst>
          <pc:docMk/>
          <pc:sldMk cId="4241626609" sldId="266"/>
        </pc:sldMkLst>
      </pc:sldChg>
      <pc:sldChg chg="modTransition">
        <pc:chgData name="ralph kemp" userId="b9b5e5f6d19aaab0" providerId="LiveId" clId="{E76598A3-A913-4822-A8F1-CB075C0F86B7}" dt="2020-06-01T12:13:28.752" v="0"/>
        <pc:sldMkLst>
          <pc:docMk/>
          <pc:sldMk cId="408362590" sldId="267"/>
        </pc:sldMkLst>
      </pc:sldChg>
      <pc:sldChg chg="modTransition">
        <pc:chgData name="ralph kemp" userId="b9b5e5f6d19aaab0" providerId="LiveId" clId="{E76598A3-A913-4822-A8F1-CB075C0F86B7}" dt="2020-06-01T12:13:28.752" v="0"/>
        <pc:sldMkLst>
          <pc:docMk/>
          <pc:sldMk cId="346588168" sldId="271"/>
        </pc:sldMkLst>
      </pc:sldChg>
      <pc:sldChg chg="modTransition">
        <pc:chgData name="ralph kemp" userId="b9b5e5f6d19aaab0" providerId="LiveId" clId="{E76598A3-A913-4822-A8F1-CB075C0F86B7}" dt="2020-06-01T12:13:28.752" v="0"/>
        <pc:sldMkLst>
          <pc:docMk/>
          <pc:sldMk cId="1755588568" sldId="272"/>
        </pc:sldMkLst>
      </pc:sldChg>
      <pc:sldChg chg="modTransition">
        <pc:chgData name="ralph kemp" userId="b9b5e5f6d19aaab0" providerId="LiveId" clId="{E76598A3-A913-4822-A8F1-CB075C0F86B7}" dt="2020-06-01T12:13:28.752" v="0"/>
        <pc:sldMkLst>
          <pc:docMk/>
          <pc:sldMk cId="3918976556" sldId="273"/>
        </pc:sldMkLst>
      </pc:sldChg>
      <pc:sldChg chg="modTransition">
        <pc:chgData name="ralph kemp" userId="b9b5e5f6d19aaab0" providerId="LiveId" clId="{E76598A3-A913-4822-A8F1-CB075C0F86B7}" dt="2020-06-01T12:13:28.752" v="0"/>
        <pc:sldMkLst>
          <pc:docMk/>
          <pc:sldMk cId="1875805434" sldId="274"/>
        </pc:sldMkLst>
      </pc:sldChg>
      <pc:sldChg chg="modTransition">
        <pc:chgData name="ralph kemp" userId="b9b5e5f6d19aaab0" providerId="LiveId" clId="{E76598A3-A913-4822-A8F1-CB075C0F86B7}" dt="2020-06-01T12:13:28.752" v="0"/>
        <pc:sldMkLst>
          <pc:docMk/>
          <pc:sldMk cId="515912946" sldId="276"/>
        </pc:sldMkLst>
      </pc:sldChg>
      <pc:sldChg chg="modTransition">
        <pc:chgData name="ralph kemp" userId="b9b5e5f6d19aaab0" providerId="LiveId" clId="{E76598A3-A913-4822-A8F1-CB075C0F86B7}" dt="2020-06-01T12:13:28.752" v="0"/>
        <pc:sldMkLst>
          <pc:docMk/>
          <pc:sldMk cId="1072159602" sldId="277"/>
        </pc:sldMkLst>
      </pc:sldChg>
      <pc:sldChg chg="modTransition">
        <pc:chgData name="ralph kemp" userId="b9b5e5f6d19aaab0" providerId="LiveId" clId="{E76598A3-A913-4822-A8F1-CB075C0F86B7}" dt="2020-06-01T12:13:28.752" v="0"/>
        <pc:sldMkLst>
          <pc:docMk/>
          <pc:sldMk cId="3241968902" sldId="278"/>
        </pc:sldMkLst>
      </pc:sldChg>
      <pc:sldChg chg="modTransition">
        <pc:chgData name="ralph kemp" userId="b9b5e5f6d19aaab0" providerId="LiveId" clId="{E76598A3-A913-4822-A8F1-CB075C0F86B7}" dt="2020-06-01T12:13:28.752" v="0"/>
        <pc:sldMkLst>
          <pc:docMk/>
          <pc:sldMk cId="3582666542" sldId="280"/>
        </pc:sldMkLst>
      </pc:sldChg>
      <pc:sldChg chg="modTransition">
        <pc:chgData name="ralph kemp" userId="b9b5e5f6d19aaab0" providerId="LiveId" clId="{E76598A3-A913-4822-A8F1-CB075C0F86B7}" dt="2020-06-01T12:13:28.752" v="0"/>
        <pc:sldMkLst>
          <pc:docMk/>
          <pc:sldMk cId="2948794998" sldId="283"/>
        </pc:sldMkLst>
      </pc:sldChg>
      <pc:sldChg chg="modTransition">
        <pc:chgData name="ralph kemp" userId="b9b5e5f6d19aaab0" providerId="LiveId" clId="{E76598A3-A913-4822-A8F1-CB075C0F86B7}" dt="2020-06-01T12:13:28.752" v="0"/>
        <pc:sldMkLst>
          <pc:docMk/>
          <pc:sldMk cId="1035910379" sldId="284"/>
        </pc:sldMkLst>
      </pc:sldChg>
      <pc:sldChg chg="modTransition">
        <pc:chgData name="ralph kemp" userId="b9b5e5f6d19aaab0" providerId="LiveId" clId="{E76598A3-A913-4822-A8F1-CB075C0F86B7}" dt="2020-06-01T12:13:28.752" v="0"/>
        <pc:sldMkLst>
          <pc:docMk/>
          <pc:sldMk cId="1596027900" sldId="288"/>
        </pc:sldMkLst>
      </pc:sldChg>
      <pc:sldChg chg="modTransition">
        <pc:chgData name="ralph kemp" userId="b9b5e5f6d19aaab0" providerId="LiveId" clId="{E76598A3-A913-4822-A8F1-CB075C0F86B7}" dt="2020-06-01T12:13:28.752" v="0"/>
        <pc:sldMkLst>
          <pc:docMk/>
          <pc:sldMk cId="1944636126" sldId="289"/>
        </pc:sldMkLst>
      </pc:sldChg>
      <pc:sldChg chg="modTransition">
        <pc:chgData name="ralph kemp" userId="b9b5e5f6d19aaab0" providerId="LiveId" clId="{E76598A3-A913-4822-A8F1-CB075C0F86B7}" dt="2020-06-01T12:13:28.752" v="0"/>
        <pc:sldMkLst>
          <pc:docMk/>
          <pc:sldMk cId="578906670" sldId="292"/>
        </pc:sldMkLst>
      </pc:sldChg>
      <pc:sldChg chg="modTransition">
        <pc:chgData name="ralph kemp" userId="b9b5e5f6d19aaab0" providerId="LiveId" clId="{E76598A3-A913-4822-A8F1-CB075C0F86B7}" dt="2020-06-01T12:13:28.752" v="0"/>
        <pc:sldMkLst>
          <pc:docMk/>
          <pc:sldMk cId="2018706929" sldId="298"/>
        </pc:sldMkLst>
      </pc:sldChg>
      <pc:sldChg chg="modTransition">
        <pc:chgData name="ralph kemp" userId="b9b5e5f6d19aaab0" providerId="LiveId" clId="{E76598A3-A913-4822-A8F1-CB075C0F86B7}" dt="2020-06-01T12:13:28.752" v="0"/>
        <pc:sldMkLst>
          <pc:docMk/>
          <pc:sldMk cId="3412516943" sldId="301"/>
        </pc:sldMkLst>
      </pc:sldChg>
      <pc:sldChg chg="modSp mod modTransition">
        <pc:chgData name="ralph kemp" userId="b9b5e5f6d19aaab0" providerId="LiveId" clId="{E76598A3-A913-4822-A8F1-CB075C0F86B7}" dt="2020-06-01T12:39:43.215" v="186" actId="14100"/>
        <pc:sldMkLst>
          <pc:docMk/>
          <pc:sldMk cId="2398991298" sldId="302"/>
        </pc:sldMkLst>
        <pc:spChg chg="mod">
          <ac:chgData name="ralph kemp" userId="b9b5e5f6d19aaab0" providerId="LiveId" clId="{E76598A3-A913-4822-A8F1-CB075C0F86B7}" dt="2020-06-01T12:37:29.902" v="163" actId="1076"/>
          <ac:spMkLst>
            <pc:docMk/>
            <pc:sldMk cId="2398991298" sldId="302"/>
            <ac:spMk id="2" creationId="{00000000-0000-0000-0000-000000000000}"/>
          </ac:spMkLst>
        </pc:spChg>
        <pc:spChg chg="mod">
          <ac:chgData name="ralph kemp" userId="b9b5e5f6d19aaab0" providerId="LiveId" clId="{E76598A3-A913-4822-A8F1-CB075C0F86B7}" dt="2020-06-01T12:39:43.215" v="186" actId="14100"/>
          <ac:spMkLst>
            <pc:docMk/>
            <pc:sldMk cId="2398991298" sldId="302"/>
            <ac:spMk id="3" creationId="{00000000-0000-0000-0000-000000000000}"/>
          </ac:spMkLst>
        </pc:spChg>
      </pc:sldChg>
      <pc:sldChg chg="modSp mod modTransition">
        <pc:chgData name="ralph kemp" userId="b9b5e5f6d19aaab0" providerId="LiveId" clId="{E76598A3-A913-4822-A8F1-CB075C0F86B7}" dt="2020-06-01T12:38:54.565" v="178" actId="1076"/>
        <pc:sldMkLst>
          <pc:docMk/>
          <pc:sldMk cId="222315872" sldId="303"/>
        </pc:sldMkLst>
        <pc:spChg chg="mod">
          <ac:chgData name="ralph kemp" userId="b9b5e5f6d19aaab0" providerId="LiveId" clId="{E76598A3-A913-4822-A8F1-CB075C0F86B7}" dt="2020-06-01T12:38:49.814" v="177" actId="1076"/>
          <ac:spMkLst>
            <pc:docMk/>
            <pc:sldMk cId="222315872" sldId="303"/>
            <ac:spMk id="2" creationId="{00000000-0000-0000-0000-000000000000}"/>
          </ac:spMkLst>
        </pc:spChg>
        <pc:spChg chg="mod">
          <ac:chgData name="ralph kemp" userId="b9b5e5f6d19aaab0" providerId="LiveId" clId="{E76598A3-A913-4822-A8F1-CB075C0F86B7}" dt="2020-06-01T12:38:54.565" v="178" actId="1076"/>
          <ac:spMkLst>
            <pc:docMk/>
            <pc:sldMk cId="222315872" sldId="303"/>
            <ac:spMk id="3" creationId="{00000000-0000-0000-0000-000000000000}"/>
          </ac:spMkLst>
        </pc:spChg>
      </pc:sldChg>
      <pc:sldChg chg="modSp mod modTransition">
        <pc:chgData name="ralph kemp" userId="b9b5e5f6d19aaab0" providerId="LiveId" clId="{E76598A3-A913-4822-A8F1-CB075C0F86B7}" dt="2020-06-01T12:34:11.423" v="146" actId="1076"/>
        <pc:sldMkLst>
          <pc:docMk/>
          <pc:sldMk cId="694610766" sldId="304"/>
        </pc:sldMkLst>
        <pc:spChg chg="mod">
          <ac:chgData name="ralph kemp" userId="b9b5e5f6d19aaab0" providerId="LiveId" clId="{E76598A3-A913-4822-A8F1-CB075C0F86B7}" dt="2020-06-01T12:34:08.069" v="145" actId="1076"/>
          <ac:spMkLst>
            <pc:docMk/>
            <pc:sldMk cId="694610766" sldId="304"/>
            <ac:spMk id="2" creationId="{00000000-0000-0000-0000-000000000000}"/>
          </ac:spMkLst>
        </pc:spChg>
        <pc:picChg chg="mod modCrop">
          <ac:chgData name="ralph kemp" userId="b9b5e5f6d19aaab0" providerId="LiveId" clId="{E76598A3-A913-4822-A8F1-CB075C0F86B7}" dt="2020-06-01T12:34:11.423" v="146" actId="1076"/>
          <ac:picMkLst>
            <pc:docMk/>
            <pc:sldMk cId="694610766" sldId="304"/>
            <ac:picMk id="5" creationId="{00000000-0000-0000-0000-000000000000}"/>
          </ac:picMkLst>
        </pc:picChg>
      </pc:sldChg>
      <pc:sldChg chg="modTransition">
        <pc:chgData name="ralph kemp" userId="b9b5e5f6d19aaab0" providerId="LiveId" clId="{E76598A3-A913-4822-A8F1-CB075C0F86B7}" dt="2020-06-01T12:13:28.752" v="0"/>
        <pc:sldMkLst>
          <pc:docMk/>
          <pc:sldMk cId="4112560276" sldId="305"/>
        </pc:sldMkLst>
      </pc:sldChg>
      <pc:sldChg chg="modSp mod modTransition">
        <pc:chgData name="ralph kemp" userId="b9b5e5f6d19aaab0" providerId="LiveId" clId="{E76598A3-A913-4822-A8F1-CB075C0F86B7}" dt="2020-06-01T12:40:34.110" v="194" actId="1076"/>
        <pc:sldMkLst>
          <pc:docMk/>
          <pc:sldMk cId="2742209578" sldId="306"/>
        </pc:sldMkLst>
        <pc:spChg chg="mod">
          <ac:chgData name="ralph kemp" userId="b9b5e5f6d19aaab0" providerId="LiveId" clId="{E76598A3-A913-4822-A8F1-CB075C0F86B7}" dt="2020-06-01T12:40:18.769" v="191" actId="1076"/>
          <ac:spMkLst>
            <pc:docMk/>
            <pc:sldMk cId="2742209578" sldId="306"/>
            <ac:spMk id="2" creationId="{00000000-0000-0000-0000-000000000000}"/>
          </ac:spMkLst>
        </pc:spChg>
        <pc:spChg chg="mod">
          <ac:chgData name="ralph kemp" userId="b9b5e5f6d19aaab0" providerId="LiveId" clId="{E76598A3-A913-4822-A8F1-CB075C0F86B7}" dt="2020-06-01T12:40:34.110" v="194" actId="1076"/>
          <ac:spMkLst>
            <pc:docMk/>
            <pc:sldMk cId="2742209578" sldId="306"/>
            <ac:spMk id="3" creationId="{00000000-0000-0000-0000-000000000000}"/>
          </ac:spMkLst>
        </pc:spChg>
      </pc:sldChg>
      <pc:sldChg chg="modTransition">
        <pc:chgData name="ralph kemp" userId="b9b5e5f6d19aaab0" providerId="LiveId" clId="{E76598A3-A913-4822-A8F1-CB075C0F86B7}" dt="2020-06-01T12:13:28.752" v="0"/>
        <pc:sldMkLst>
          <pc:docMk/>
          <pc:sldMk cId="2434945104" sldId="308"/>
        </pc:sldMkLst>
      </pc:sldChg>
      <pc:sldChg chg="modTransition">
        <pc:chgData name="ralph kemp" userId="b9b5e5f6d19aaab0" providerId="LiveId" clId="{E76598A3-A913-4822-A8F1-CB075C0F86B7}" dt="2020-06-01T12:13:28.752" v="0"/>
        <pc:sldMkLst>
          <pc:docMk/>
          <pc:sldMk cId="1674193263" sldId="309"/>
        </pc:sldMkLst>
      </pc:sldChg>
      <pc:sldChg chg="modSp mod modTransition">
        <pc:chgData name="ralph kemp" userId="b9b5e5f6d19aaab0" providerId="LiveId" clId="{E76598A3-A913-4822-A8F1-CB075C0F86B7}" dt="2020-06-01T12:41:03.151" v="200" actId="14100"/>
        <pc:sldMkLst>
          <pc:docMk/>
          <pc:sldMk cId="1290577488" sldId="310"/>
        </pc:sldMkLst>
        <pc:spChg chg="mod">
          <ac:chgData name="ralph kemp" userId="b9b5e5f6d19aaab0" providerId="LiveId" clId="{E76598A3-A913-4822-A8F1-CB075C0F86B7}" dt="2020-06-01T12:40:55.917" v="198" actId="1076"/>
          <ac:spMkLst>
            <pc:docMk/>
            <pc:sldMk cId="1290577488" sldId="310"/>
            <ac:spMk id="2" creationId="{00000000-0000-0000-0000-000000000000}"/>
          </ac:spMkLst>
        </pc:spChg>
        <pc:spChg chg="mod">
          <ac:chgData name="ralph kemp" userId="b9b5e5f6d19aaab0" providerId="LiveId" clId="{E76598A3-A913-4822-A8F1-CB075C0F86B7}" dt="2020-06-01T12:41:03.151" v="200" actId="14100"/>
          <ac:spMkLst>
            <pc:docMk/>
            <pc:sldMk cId="1290577488" sldId="310"/>
            <ac:spMk id="3" creationId="{00000000-0000-0000-0000-000000000000}"/>
          </ac:spMkLst>
        </pc:spChg>
      </pc:sldChg>
      <pc:sldChg chg="modTransition">
        <pc:chgData name="ralph kemp" userId="b9b5e5f6d19aaab0" providerId="LiveId" clId="{E76598A3-A913-4822-A8F1-CB075C0F86B7}" dt="2020-06-01T12:13:28.752" v="0"/>
        <pc:sldMkLst>
          <pc:docMk/>
          <pc:sldMk cId="3001452231" sldId="311"/>
        </pc:sldMkLst>
      </pc:sldChg>
      <pc:sldChg chg="modSp mod modTransition">
        <pc:chgData name="ralph kemp" userId="b9b5e5f6d19aaab0" providerId="LiveId" clId="{E76598A3-A913-4822-A8F1-CB075C0F86B7}" dt="2020-06-01T12:22:19.595" v="50" actId="1076"/>
        <pc:sldMkLst>
          <pc:docMk/>
          <pc:sldMk cId="2176367710" sldId="312"/>
        </pc:sldMkLst>
        <pc:spChg chg="mod">
          <ac:chgData name="ralph kemp" userId="b9b5e5f6d19aaab0" providerId="LiveId" clId="{E76598A3-A913-4822-A8F1-CB075C0F86B7}" dt="2020-06-01T12:22:19.595" v="50" actId="1076"/>
          <ac:spMkLst>
            <pc:docMk/>
            <pc:sldMk cId="2176367710" sldId="312"/>
            <ac:spMk id="2" creationId="{00000000-0000-0000-0000-000000000000}"/>
          </ac:spMkLst>
        </pc:spChg>
        <pc:spChg chg="mod">
          <ac:chgData name="ralph kemp" userId="b9b5e5f6d19aaab0" providerId="LiveId" clId="{E76598A3-A913-4822-A8F1-CB075C0F86B7}" dt="2020-06-01T12:22:14.133" v="48" actId="1076"/>
          <ac:spMkLst>
            <pc:docMk/>
            <pc:sldMk cId="2176367710" sldId="312"/>
            <ac:spMk id="3" creationId="{00000000-0000-0000-0000-000000000000}"/>
          </ac:spMkLst>
        </pc:spChg>
      </pc:sldChg>
      <pc:sldChg chg="modTransition">
        <pc:chgData name="ralph kemp" userId="b9b5e5f6d19aaab0" providerId="LiveId" clId="{E76598A3-A913-4822-A8F1-CB075C0F86B7}" dt="2020-06-01T12:13:28.752" v="0"/>
        <pc:sldMkLst>
          <pc:docMk/>
          <pc:sldMk cId="3918392554" sldId="313"/>
        </pc:sldMkLst>
      </pc:sldChg>
      <pc:sldChg chg="modTransition">
        <pc:chgData name="ralph kemp" userId="b9b5e5f6d19aaab0" providerId="LiveId" clId="{E76598A3-A913-4822-A8F1-CB075C0F86B7}" dt="2020-06-01T12:13:28.752" v="0"/>
        <pc:sldMkLst>
          <pc:docMk/>
          <pc:sldMk cId="2550916923" sldId="315"/>
        </pc:sldMkLst>
      </pc:sldChg>
      <pc:sldChg chg="modSp mod modTransition">
        <pc:chgData name="ralph kemp" userId="b9b5e5f6d19aaab0" providerId="LiveId" clId="{E76598A3-A913-4822-A8F1-CB075C0F86B7}" dt="2020-06-01T12:42:46.365" v="223" actId="1076"/>
        <pc:sldMkLst>
          <pc:docMk/>
          <pc:sldMk cId="1425193999" sldId="317"/>
        </pc:sldMkLst>
        <pc:spChg chg="mod">
          <ac:chgData name="ralph kemp" userId="b9b5e5f6d19aaab0" providerId="LiveId" clId="{E76598A3-A913-4822-A8F1-CB075C0F86B7}" dt="2020-06-01T12:42:38.008" v="220" actId="1076"/>
          <ac:spMkLst>
            <pc:docMk/>
            <pc:sldMk cId="1425193999" sldId="317"/>
            <ac:spMk id="2" creationId="{00000000-0000-0000-0000-000000000000}"/>
          </ac:spMkLst>
        </pc:spChg>
        <pc:spChg chg="mod">
          <ac:chgData name="ralph kemp" userId="b9b5e5f6d19aaab0" providerId="LiveId" clId="{E76598A3-A913-4822-A8F1-CB075C0F86B7}" dt="2020-06-01T12:42:46.365" v="223" actId="1076"/>
          <ac:spMkLst>
            <pc:docMk/>
            <pc:sldMk cId="1425193999" sldId="317"/>
            <ac:spMk id="3" creationId="{00000000-0000-0000-0000-000000000000}"/>
          </ac:spMkLst>
        </pc:spChg>
      </pc:sldChg>
      <pc:sldChg chg="modTransition">
        <pc:chgData name="ralph kemp" userId="b9b5e5f6d19aaab0" providerId="LiveId" clId="{E76598A3-A913-4822-A8F1-CB075C0F86B7}" dt="2020-06-01T12:13:28.752" v="0"/>
        <pc:sldMkLst>
          <pc:docMk/>
          <pc:sldMk cId="264504982" sldId="318"/>
        </pc:sldMkLst>
      </pc:sldChg>
      <pc:sldChg chg="modSp mod modTransition">
        <pc:chgData name="ralph kemp" userId="b9b5e5f6d19aaab0" providerId="LiveId" clId="{E76598A3-A913-4822-A8F1-CB075C0F86B7}" dt="2020-06-01T12:43:21.503" v="230" actId="14100"/>
        <pc:sldMkLst>
          <pc:docMk/>
          <pc:sldMk cId="2287186540" sldId="319"/>
        </pc:sldMkLst>
        <pc:spChg chg="mod">
          <ac:chgData name="ralph kemp" userId="b9b5e5f6d19aaab0" providerId="LiveId" clId="{E76598A3-A913-4822-A8F1-CB075C0F86B7}" dt="2020-06-01T12:43:14.236" v="228" actId="1076"/>
          <ac:spMkLst>
            <pc:docMk/>
            <pc:sldMk cId="2287186540" sldId="319"/>
            <ac:spMk id="2" creationId="{00000000-0000-0000-0000-000000000000}"/>
          </ac:spMkLst>
        </pc:spChg>
        <pc:spChg chg="mod">
          <ac:chgData name="ralph kemp" userId="b9b5e5f6d19aaab0" providerId="LiveId" clId="{E76598A3-A913-4822-A8F1-CB075C0F86B7}" dt="2020-06-01T12:43:21.503" v="230" actId="14100"/>
          <ac:spMkLst>
            <pc:docMk/>
            <pc:sldMk cId="2287186540" sldId="319"/>
            <ac:spMk id="3" creationId="{00000000-0000-0000-0000-000000000000}"/>
          </ac:spMkLst>
        </pc:spChg>
      </pc:sldChg>
      <pc:sldChg chg="modSp mod modTransition">
        <pc:chgData name="ralph kemp" userId="b9b5e5f6d19aaab0" providerId="LiveId" clId="{E76598A3-A913-4822-A8F1-CB075C0F86B7}" dt="2020-06-01T12:43:52.261" v="236" actId="14100"/>
        <pc:sldMkLst>
          <pc:docMk/>
          <pc:sldMk cId="2398188027" sldId="320"/>
        </pc:sldMkLst>
        <pc:spChg chg="mod">
          <ac:chgData name="ralph kemp" userId="b9b5e5f6d19aaab0" providerId="LiveId" clId="{E76598A3-A913-4822-A8F1-CB075C0F86B7}" dt="2020-06-01T12:43:45.400" v="234" actId="1076"/>
          <ac:spMkLst>
            <pc:docMk/>
            <pc:sldMk cId="2398188027" sldId="320"/>
            <ac:spMk id="2" creationId="{00000000-0000-0000-0000-000000000000}"/>
          </ac:spMkLst>
        </pc:spChg>
        <pc:spChg chg="mod">
          <ac:chgData name="ralph kemp" userId="b9b5e5f6d19aaab0" providerId="LiveId" clId="{E76598A3-A913-4822-A8F1-CB075C0F86B7}" dt="2020-06-01T12:43:52.261" v="236" actId="14100"/>
          <ac:spMkLst>
            <pc:docMk/>
            <pc:sldMk cId="2398188027" sldId="320"/>
            <ac:spMk id="3" creationId="{00000000-0000-0000-0000-000000000000}"/>
          </ac:spMkLst>
        </pc:spChg>
      </pc:sldChg>
      <pc:sldChg chg="modSp mod modTransition">
        <pc:chgData name="ralph kemp" userId="b9b5e5f6d19aaab0" providerId="LiveId" clId="{E76598A3-A913-4822-A8F1-CB075C0F86B7}" dt="2020-06-01T12:41:42.326" v="207" actId="14100"/>
        <pc:sldMkLst>
          <pc:docMk/>
          <pc:sldMk cId="1232176280" sldId="321"/>
        </pc:sldMkLst>
        <pc:spChg chg="mod">
          <ac:chgData name="ralph kemp" userId="b9b5e5f6d19aaab0" providerId="LiveId" clId="{E76598A3-A913-4822-A8F1-CB075C0F86B7}" dt="2020-06-01T12:41:35.199" v="205" actId="1076"/>
          <ac:spMkLst>
            <pc:docMk/>
            <pc:sldMk cId="1232176280" sldId="321"/>
            <ac:spMk id="2" creationId="{00000000-0000-0000-0000-000000000000}"/>
          </ac:spMkLst>
        </pc:spChg>
        <pc:spChg chg="mod">
          <ac:chgData name="ralph kemp" userId="b9b5e5f6d19aaab0" providerId="LiveId" clId="{E76598A3-A913-4822-A8F1-CB075C0F86B7}" dt="2020-06-01T12:41:42.326" v="207" actId="14100"/>
          <ac:spMkLst>
            <pc:docMk/>
            <pc:sldMk cId="1232176280" sldId="321"/>
            <ac:spMk id="3" creationId="{00000000-0000-0000-0000-000000000000}"/>
          </ac:spMkLst>
        </pc:spChg>
      </pc:sldChg>
      <pc:sldChg chg="modTransition">
        <pc:chgData name="ralph kemp" userId="b9b5e5f6d19aaab0" providerId="LiveId" clId="{E76598A3-A913-4822-A8F1-CB075C0F86B7}" dt="2020-06-01T12:13:28.752" v="0"/>
        <pc:sldMkLst>
          <pc:docMk/>
          <pc:sldMk cId="3929557409" sldId="322"/>
        </pc:sldMkLst>
      </pc:sldChg>
      <pc:sldChg chg="modTransition">
        <pc:chgData name="ralph kemp" userId="b9b5e5f6d19aaab0" providerId="LiveId" clId="{E76598A3-A913-4822-A8F1-CB075C0F86B7}" dt="2020-06-01T12:13:28.752" v="0"/>
        <pc:sldMkLst>
          <pc:docMk/>
          <pc:sldMk cId="4134885952" sldId="323"/>
        </pc:sldMkLst>
      </pc:sldChg>
      <pc:sldChg chg="modSp mod modTransition">
        <pc:chgData name="ralph kemp" userId="b9b5e5f6d19aaab0" providerId="LiveId" clId="{E76598A3-A913-4822-A8F1-CB075C0F86B7}" dt="2020-06-01T12:42:17.996" v="215" actId="1076"/>
        <pc:sldMkLst>
          <pc:docMk/>
          <pc:sldMk cId="4136516791" sldId="324"/>
        </pc:sldMkLst>
        <pc:spChg chg="mod">
          <ac:chgData name="ralph kemp" userId="b9b5e5f6d19aaab0" providerId="LiveId" clId="{E76598A3-A913-4822-A8F1-CB075C0F86B7}" dt="2020-06-01T12:42:09.599" v="212" actId="1076"/>
          <ac:spMkLst>
            <pc:docMk/>
            <pc:sldMk cId="4136516791" sldId="324"/>
            <ac:spMk id="2" creationId="{00000000-0000-0000-0000-000000000000}"/>
          </ac:spMkLst>
        </pc:spChg>
        <pc:spChg chg="mod">
          <ac:chgData name="ralph kemp" userId="b9b5e5f6d19aaab0" providerId="LiveId" clId="{E76598A3-A913-4822-A8F1-CB075C0F86B7}" dt="2020-06-01T12:42:17.996" v="215" actId="1076"/>
          <ac:spMkLst>
            <pc:docMk/>
            <pc:sldMk cId="4136516791" sldId="324"/>
            <ac:spMk id="3" creationId="{00000000-0000-0000-0000-000000000000}"/>
          </ac:spMkLst>
        </pc:spChg>
      </pc:sldChg>
      <pc:sldChg chg="modSp mod modTransition">
        <pc:chgData name="ralph kemp" userId="b9b5e5f6d19aaab0" providerId="LiveId" clId="{E76598A3-A913-4822-A8F1-CB075C0F86B7}" dt="2020-06-01T12:44:33.906" v="243" actId="14100"/>
        <pc:sldMkLst>
          <pc:docMk/>
          <pc:sldMk cId="1160497468" sldId="326"/>
        </pc:sldMkLst>
        <pc:spChg chg="mod">
          <ac:chgData name="ralph kemp" userId="b9b5e5f6d19aaab0" providerId="LiveId" clId="{E76598A3-A913-4822-A8F1-CB075C0F86B7}" dt="2020-06-01T12:44:26.597" v="241" actId="1076"/>
          <ac:spMkLst>
            <pc:docMk/>
            <pc:sldMk cId="1160497468" sldId="326"/>
            <ac:spMk id="2" creationId="{00000000-0000-0000-0000-000000000000}"/>
          </ac:spMkLst>
        </pc:spChg>
        <pc:spChg chg="mod">
          <ac:chgData name="ralph kemp" userId="b9b5e5f6d19aaab0" providerId="LiveId" clId="{E76598A3-A913-4822-A8F1-CB075C0F86B7}" dt="2020-06-01T12:44:33.906" v="243" actId="14100"/>
          <ac:spMkLst>
            <pc:docMk/>
            <pc:sldMk cId="1160497468" sldId="326"/>
            <ac:spMk id="3" creationId="{00000000-0000-0000-0000-000000000000}"/>
          </ac:spMkLst>
        </pc:spChg>
      </pc:sldChg>
      <pc:sldChg chg="modTransition">
        <pc:chgData name="ralph kemp" userId="b9b5e5f6d19aaab0" providerId="LiveId" clId="{E76598A3-A913-4822-A8F1-CB075C0F86B7}" dt="2020-06-01T12:13:28.752" v="0"/>
        <pc:sldMkLst>
          <pc:docMk/>
          <pc:sldMk cId="3151281634" sldId="327"/>
        </pc:sldMkLst>
      </pc:sldChg>
      <pc:sldChg chg="modTransition">
        <pc:chgData name="ralph kemp" userId="b9b5e5f6d19aaab0" providerId="LiveId" clId="{E76598A3-A913-4822-A8F1-CB075C0F86B7}" dt="2020-06-01T12:13:28.752" v="0"/>
        <pc:sldMkLst>
          <pc:docMk/>
          <pc:sldMk cId="971539953" sldId="328"/>
        </pc:sldMkLst>
      </pc:sldChg>
      <pc:sldChg chg="modTransition">
        <pc:chgData name="ralph kemp" userId="b9b5e5f6d19aaab0" providerId="LiveId" clId="{E76598A3-A913-4822-A8F1-CB075C0F86B7}" dt="2020-06-01T12:13:28.752" v="0"/>
        <pc:sldMkLst>
          <pc:docMk/>
          <pc:sldMk cId="2557532438" sldId="329"/>
        </pc:sldMkLst>
      </pc:sldChg>
      <pc:sldChg chg="modTransition">
        <pc:chgData name="ralph kemp" userId="b9b5e5f6d19aaab0" providerId="LiveId" clId="{E76598A3-A913-4822-A8F1-CB075C0F86B7}" dt="2020-06-01T12:13:28.752" v="0"/>
        <pc:sldMkLst>
          <pc:docMk/>
          <pc:sldMk cId="1863611705" sldId="331"/>
        </pc:sldMkLst>
      </pc:sldChg>
      <pc:sldChg chg="modTransition">
        <pc:chgData name="ralph kemp" userId="b9b5e5f6d19aaab0" providerId="LiveId" clId="{E76598A3-A913-4822-A8F1-CB075C0F86B7}" dt="2020-06-01T12:13:28.752" v="0"/>
        <pc:sldMkLst>
          <pc:docMk/>
          <pc:sldMk cId="4227298669" sldId="332"/>
        </pc:sldMkLst>
      </pc:sldChg>
      <pc:sldChg chg="modTransition">
        <pc:chgData name="ralph kemp" userId="b9b5e5f6d19aaab0" providerId="LiveId" clId="{E76598A3-A913-4822-A8F1-CB075C0F86B7}" dt="2020-06-01T12:13:28.752" v="0"/>
        <pc:sldMkLst>
          <pc:docMk/>
          <pc:sldMk cId="2475952560" sldId="333"/>
        </pc:sldMkLst>
      </pc:sldChg>
      <pc:sldChg chg="modTransition">
        <pc:chgData name="ralph kemp" userId="b9b5e5f6d19aaab0" providerId="LiveId" clId="{E76598A3-A913-4822-A8F1-CB075C0F86B7}" dt="2020-06-01T12:13:28.752" v="0"/>
        <pc:sldMkLst>
          <pc:docMk/>
          <pc:sldMk cId="264528751" sldId="335"/>
        </pc:sldMkLst>
      </pc:sldChg>
      <pc:sldChg chg="modSp mod modTransition">
        <pc:chgData name="ralph kemp" userId="b9b5e5f6d19aaab0" providerId="LiveId" clId="{E76598A3-A913-4822-A8F1-CB075C0F86B7}" dt="2020-06-01T12:45:06.321" v="249" actId="14100"/>
        <pc:sldMkLst>
          <pc:docMk/>
          <pc:sldMk cId="3839753162" sldId="337"/>
        </pc:sldMkLst>
        <pc:spChg chg="mod">
          <ac:chgData name="ralph kemp" userId="b9b5e5f6d19aaab0" providerId="LiveId" clId="{E76598A3-A913-4822-A8F1-CB075C0F86B7}" dt="2020-06-01T12:45:00.045" v="247" actId="1076"/>
          <ac:spMkLst>
            <pc:docMk/>
            <pc:sldMk cId="3839753162" sldId="337"/>
            <ac:spMk id="2" creationId="{00000000-0000-0000-0000-000000000000}"/>
          </ac:spMkLst>
        </pc:spChg>
        <pc:spChg chg="mod">
          <ac:chgData name="ralph kemp" userId="b9b5e5f6d19aaab0" providerId="LiveId" clId="{E76598A3-A913-4822-A8F1-CB075C0F86B7}" dt="2020-06-01T12:45:06.321" v="249" actId="14100"/>
          <ac:spMkLst>
            <pc:docMk/>
            <pc:sldMk cId="3839753162" sldId="337"/>
            <ac:spMk id="3" creationId="{00000000-0000-0000-0000-000000000000}"/>
          </ac:spMkLst>
        </pc:spChg>
      </pc:sldChg>
      <pc:sldChg chg="modTransition">
        <pc:chgData name="ralph kemp" userId="b9b5e5f6d19aaab0" providerId="LiveId" clId="{E76598A3-A913-4822-A8F1-CB075C0F86B7}" dt="2020-06-01T12:13:28.752" v="0"/>
        <pc:sldMkLst>
          <pc:docMk/>
          <pc:sldMk cId="2972049134" sldId="338"/>
        </pc:sldMkLst>
      </pc:sldChg>
      <pc:sldChg chg="modTransition">
        <pc:chgData name="ralph kemp" userId="b9b5e5f6d19aaab0" providerId="LiveId" clId="{E76598A3-A913-4822-A8F1-CB075C0F86B7}" dt="2020-06-01T12:13:28.752" v="0"/>
        <pc:sldMkLst>
          <pc:docMk/>
          <pc:sldMk cId="3284780536" sldId="341"/>
        </pc:sldMkLst>
      </pc:sldChg>
      <pc:sldChg chg="modTransition">
        <pc:chgData name="ralph kemp" userId="b9b5e5f6d19aaab0" providerId="LiveId" clId="{E76598A3-A913-4822-A8F1-CB075C0F86B7}" dt="2020-06-01T12:13:28.752" v="0"/>
        <pc:sldMkLst>
          <pc:docMk/>
          <pc:sldMk cId="328619256" sldId="342"/>
        </pc:sldMkLst>
      </pc:sldChg>
      <pc:sldChg chg="modTransition">
        <pc:chgData name="ralph kemp" userId="b9b5e5f6d19aaab0" providerId="LiveId" clId="{E76598A3-A913-4822-A8F1-CB075C0F86B7}" dt="2020-06-01T12:13:28.752" v="0"/>
        <pc:sldMkLst>
          <pc:docMk/>
          <pc:sldMk cId="1643734443" sldId="343"/>
        </pc:sldMkLst>
      </pc:sldChg>
      <pc:sldChg chg="modTransition">
        <pc:chgData name="ralph kemp" userId="b9b5e5f6d19aaab0" providerId="LiveId" clId="{E76598A3-A913-4822-A8F1-CB075C0F86B7}" dt="2020-06-01T12:13:28.752" v="0"/>
        <pc:sldMkLst>
          <pc:docMk/>
          <pc:sldMk cId="1599361600" sldId="344"/>
        </pc:sldMkLst>
      </pc:sldChg>
      <pc:sldChg chg="modSp mod modTransition">
        <pc:chgData name="ralph kemp" userId="b9b5e5f6d19aaab0" providerId="LiveId" clId="{E76598A3-A913-4822-A8F1-CB075C0F86B7}" dt="2020-06-01T12:45:38.832" v="257" actId="14100"/>
        <pc:sldMkLst>
          <pc:docMk/>
          <pc:sldMk cId="645575516" sldId="345"/>
        </pc:sldMkLst>
        <pc:spChg chg="mod">
          <ac:chgData name="ralph kemp" userId="b9b5e5f6d19aaab0" providerId="LiveId" clId="{E76598A3-A913-4822-A8F1-CB075C0F86B7}" dt="2020-06-01T12:45:31.614" v="255" actId="1076"/>
          <ac:spMkLst>
            <pc:docMk/>
            <pc:sldMk cId="645575516" sldId="345"/>
            <ac:spMk id="2" creationId="{00000000-0000-0000-0000-000000000000}"/>
          </ac:spMkLst>
        </pc:spChg>
        <pc:spChg chg="mod">
          <ac:chgData name="ralph kemp" userId="b9b5e5f6d19aaab0" providerId="LiveId" clId="{E76598A3-A913-4822-A8F1-CB075C0F86B7}" dt="2020-06-01T12:45:38.832" v="257" actId="14100"/>
          <ac:spMkLst>
            <pc:docMk/>
            <pc:sldMk cId="645575516" sldId="345"/>
            <ac:spMk id="3" creationId="{00000000-0000-0000-0000-000000000000}"/>
          </ac:spMkLst>
        </pc:spChg>
      </pc:sldChg>
      <pc:sldChg chg="modTransition">
        <pc:chgData name="ralph kemp" userId="b9b5e5f6d19aaab0" providerId="LiveId" clId="{E76598A3-A913-4822-A8F1-CB075C0F86B7}" dt="2020-06-01T12:13:28.752" v="0"/>
        <pc:sldMkLst>
          <pc:docMk/>
          <pc:sldMk cId="1331112328" sldId="346"/>
        </pc:sldMkLst>
      </pc:sldChg>
      <pc:sldChg chg="modSp mod modTransition">
        <pc:chgData name="ralph kemp" userId="b9b5e5f6d19aaab0" providerId="LiveId" clId="{E76598A3-A913-4822-A8F1-CB075C0F86B7}" dt="2020-06-01T12:46:42.448" v="270" actId="14100"/>
        <pc:sldMkLst>
          <pc:docMk/>
          <pc:sldMk cId="1507173055" sldId="347"/>
        </pc:sldMkLst>
        <pc:spChg chg="mod">
          <ac:chgData name="ralph kemp" userId="b9b5e5f6d19aaab0" providerId="LiveId" clId="{E76598A3-A913-4822-A8F1-CB075C0F86B7}" dt="2020-06-01T12:45:59.684" v="261" actId="1076"/>
          <ac:spMkLst>
            <pc:docMk/>
            <pc:sldMk cId="1507173055" sldId="347"/>
            <ac:spMk id="2" creationId="{00000000-0000-0000-0000-000000000000}"/>
          </ac:spMkLst>
        </pc:spChg>
        <pc:spChg chg="mod">
          <ac:chgData name="ralph kemp" userId="b9b5e5f6d19aaab0" providerId="LiveId" clId="{E76598A3-A913-4822-A8F1-CB075C0F86B7}" dt="2020-06-01T12:46:42.448" v="270" actId="14100"/>
          <ac:spMkLst>
            <pc:docMk/>
            <pc:sldMk cId="1507173055" sldId="347"/>
            <ac:spMk id="3" creationId="{00000000-0000-0000-0000-000000000000}"/>
          </ac:spMkLst>
        </pc:spChg>
      </pc:sldChg>
      <pc:sldChg chg="modTransition">
        <pc:chgData name="ralph kemp" userId="b9b5e5f6d19aaab0" providerId="LiveId" clId="{E76598A3-A913-4822-A8F1-CB075C0F86B7}" dt="2020-06-01T12:13:28.752" v="0"/>
        <pc:sldMkLst>
          <pc:docMk/>
          <pc:sldMk cId="2304467881" sldId="348"/>
        </pc:sldMkLst>
      </pc:sldChg>
      <pc:sldChg chg="modTransition">
        <pc:chgData name="ralph kemp" userId="b9b5e5f6d19aaab0" providerId="LiveId" clId="{E76598A3-A913-4822-A8F1-CB075C0F86B7}" dt="2020-06-01T12:13:28.752" v="0"/>
        <pc:sldMkLst>
          <pc:docMk/>
          <pc:sldMk cId="3850330184" sldId="350"/>
        </pc:sldMkLst>
      </pc:sldChg>
      <pc:sldChg chg="modTransition">
        <pc:chgData name="ralph kemp" userId="b9b5e5f6d19aaab0" providerId="LiveId" clId="{E76598A3-A913-4822-A8F1-CB075C0F86B7}" dt="2020-06-01T12:13:28.752" v="0"/>
        <pc:sldMkLst>
          <pc:docMk/>
          <pc:sldMk cId="1934171882" sldId="351"/>
        </pc:sldMkLst>
      </pc:sldChg>
      <pc:sldChg chg="modSp mod modTransition">
        <pc:chgData name="ralph kemp" userId="b9b5e5f6d19aaab0" providerId="LiveId" clId="{E76598A3-A913-4822-A8F1-CB075C0F86B7}" dt="2020-06-01T12:46:34.445" v="269" actId="14100"/>
        <pc:sldMkLst>
          <pc:docMk/>
          <pc:sldMk cId="4205939445" sldId="352"/>
        </pc:sldMkLst>
        <pc:spChg chg="mod">
          <ac:chgData name="ralph kemp" userId="b9b5e5f6d19aaab0" providerId="LiveId" clId="{E76598A3-A913-4822-A8F1-CB075C0F86B7}" dt="2020-06-01T12:46:27.286" v="267" actId="1076"/>
          <ac:spMkLst>
            <pc:docMk/>
            <pc:sldMk cId="4205939445" sldId="352"/>
            <ac:spMk id="2" creationId="{00000000-0000-0000-0000-000000000000}"/>
          </ac:spMkLst>
        </pc:spChg>
        <pc:spChg chg="mod">
          <ac:chgData name="ralph kemp" userId="b9b5e5f6d19aaab0" providerId="LiveId" clId="{E76598A3-A913-4822-A8F1-CB075C0F86B7}" dt="2020-06-01T12:46:34.445" v="269" actId="14100"/>
          <ac:spMkLst>
            <pc:docMk/>
            <pc:sldMk cId="4205939445" sldId="352"/>
            <ac:spMk id="3" creationId="{00000000-0000-0000-0000-000000000000}"/>
          </ac:spMkLst>
        </pc:spChg>
      </pc:sldChg>
      <pc:sldChg chg="modTransition">
        <pc:chgData name="ralph kemp" userId="b9b5e5f6d19aaab0" providerId="LiveId" clId="{E76598A3-A913-4822-A8F1-CB075C0F86B7}" dt="2020-06-01T12:13:28.752" v="0"/>
        <pc:sldMkLst>
          <pc:docMk/>
          <pc:sldMk cId="2567278368" sldId="353"/>
        </pc:sldMkLst>
      </pc:sldChg>
      <pc:sldChg chg="modTransition">
        <pc:chgData name="ralph kemp" userId="b9b5e5f6d19aaab0" providerId="LiveId" clId="{E76598A3-A913-4822-A8F1-CB075C0F86B7}" dt="2020-06-01T12:13:28.752" v="0"/>
        <pc:sldMkLst>
          <pc:docMk/>
          <pc:sldMk cId="766531159" sldId="354"/>
        </pc:sldMkLst>
      </pc:sldChg>
      <pc:sldChg chg="modTransition">
        <pc:chgData name="ralph kemp" userId="b9b5e5f6d19aaab0" providerId="LiveId" clId="{E76598A3-A913-4822-A8F1-CB075C0F86B7}" dt="2020-06-01T12:13:28.752" v="0"/>
        <pc:sldMkLst>
          <pc:docMk/>
          <pc:sldMk cId="1936610978" sldId="355"/>
        </pc:sldMkLst>
      </pc:sldChg>
      <pc:sldChg chg="modTransition">
        <pc:chgData name="ralph kemp" userId="b9b5e5f6d19aaab0" providerId="LiveId" clId="{E76598A3-A913-4822-A8F1-CB075C0F86B7}" dt="2020-06-01T12:13:28.752" v="0"/>
        <pc:sldMkLst>
          <pc:docMk/>
          <pc:sldMk cId="2483444541" sldId="357"/>
        </pc:sldMkLst>
      </pc:sldChg>
      <pc:sldChg chg="modTransition">
        <pc:chgData name="ralph kemp" userId="b9b5e5f6d19aaab0" providerId="LiveId" clId="{E76598A3-A913-4822-A8F1-CB075C0F86B7}" dt="2020-06-01T12:13:28.752" v="0"/>
        <pc:sldMkLst>
          <pc:docMk/>
          <pc:sldMk cId="3732397597" sldId="358"/>
        </pc:sldMkLst>
      </pc:sldChg>
      <pc:sldChg chg="modSp mod modTransition">
        <pc:chgData name="ralph kemp" userId="b9b5e5f6d19aaab0" providerId="LiveId" clId="{E76598A3-A913-4822-A8F1-CB075C0F86B7}" dt="2020-06-01T12:34:30.686" v="148" actId="1076"/>
        <pc:sldMkLst>
          <pc:docMk/>
          <pc:sldMk cId="3567683259" sldId="361"/>
        </pc:sldMkLst>
        <pc:spChg chg="mod">
          <ac:chgData name="ralph kemp" userId="b9b5e5f6d19aaab0" providerId="LiveId" clId="{E76598A3-A913-4822-A8F1-CB075C0F86B7}" dt="2020-06-01T12:34:23.796" v="147" actId="1076"/>
          <ac:spMkLst>
            <pc:docMk/>
            <pc:sldMk cId="3567683259" sldId="361"/>
            <ac:spMk id="2" creationId="{68CDBF0D-96A8-41AB-A5B9-5E09640AB07B}"/>
          </ac:spMkLst>
        </pc:spChg>
        <pc:spChg chg="mod">
          <ac:chgData name="ralph kemp" userId="b9b5e5f6d19aaab0" providerId="LiveId" clId="{E76598A3-A913-4822-A8F1-CB075C0F86B7}" dt="2020-06-01T12:34:30.686" v="148" actId="1076"/>
          <ac:spMkLst>
            <pc:docMk/>
            <pc:sldMk cId="3567683259" sldId="361"/>
            <ac:spMk id="3" creationId="{D1B07D69-A409-49B8-91B9-8AE6AA720E1D}"/>
          </ac:spMkLst>
        </pc:spChg>
      </pc:sldChg>
      <pc:sldChg chg="modTransition">
        <pc:chgData name="ralph kemp" userId="b9b5e5f6d19aaab0" providerId="LiveId" clId="{E76598A3-A913-4822-A8F1-CB075C0F86B7}" dt="2020-06-01T12:13:28.752" v="0"/>
        <pc:sldMkLst>
          <pc:docMk/>
          <pc:sldMk cId="1703884431" sldId="362"/>
        </pc:sldMkLst>
      </pc:sldChg>
      <pc:sldChg chg="modTransition">
        <pc:chgData name="ralph kemp" userId="b9b5e5f6d19aaab0" providerId="LiveId" clId="{E76598A3-A913-4822-A8F1-CB075C0F86B7}" dt="2020-06-01T12:13:28.752" v="0"/>
        <pc:sldMkLst>
          <pc:docMk/>
          <pc:sldMk cId="4222241252" sldId="363"/>
        </pc:sldMkLst>
      </pc:sldChg>
      <pc:sldChg chg="modTransition">
        <pc:chgData name="ralph kemp" userId="b9b5e5f6d19aaab0" providerId="LiveId" clId="{E76598A3-A913-4822-A8F1-CB075C0F86B7}" dt="2020-06-01T12:13:28.752" v="0"/>
        <pc:sldMkLst>
          <pc:docMk/>
          <pc:sldMk cId="1001696727" sldId="364"/>
        </pc:sldMkLst>
      </pc:sldChg>
      <pc:sldChg chg="modSp mod modTransition">
        <pc:chgData name="ralph kemp" userId="b9b5e5f6d19aaab0" providerId="LiveId" clId="{E76598A3-A913-4822-A8F1-CB075C0F86B7}" dt="2020-06-01T12:37:16.078" v="161" actId="1076"/>
        <pc:sldMkLst>
          <pc:docMk/>
          <pc:sldMk cId="1545210314" sldId="365"/>
        </pc:sldMkLst>
        <pc:spChg chg="mod">
          <ac:chgData name="ralph kemp" userId="b9b5e5f6d19aaab0" providerId="LiveId" clId="{E76598A3-A913-4822-A8F1-CB075C0F86B7}" dt="2020-06-01T12:37:07.855" v="160" actId="1076"/>
          <ac:spMkLst>
            <pc:docMk/>
            <pc:sldMk cId="1545210314" sldId="365"/>
            <ac:spMk id="2" creationId="{32B3D774-C43D-446E-9800-DF7EB43F5E3F}"/>
          </ac:spMkLst>
        </pc:spChg>
        <pc:spChg chg="mod">
          <ac:chgData name="ralph kemp" userId="b9b5e5f6d19aaab0" providerId="LiveId" clId="{E76598A3-A913-4822-A8F1-CB075C0F86B7}" dt="2020-06-01T12:37:16.078" v="161" actId="1076"/>
          <ac:spMkLst>
            <pc:docMk/>
            <pc:sldMk cId="1545210314" sldId="365"/>
            <ac:spMk id="3" creationId="{B18BE60D-E78B-4C56-8EF0-A98DC3C2372C}"/>
          </ac:spMkLst>
        </pc:spChg>
      </pc:sldChg>
      <pc:sldChg chg="modTransition">
        <pc:chgData name="ralph kemp" userId="b9b5e5f6d19aaab0" providerId="LiveId" clId="{E76598A3-A913-4822-A8F1-CB075C0F86B7}" dt="2020-06-01T12:13:28.752" v="0"/>
        <pc:sldMkLst>
          <pc:docMk/>
          <pc:sldMk cId="207066477" sldId="366"/>
        </pc:sldMkLst>
      </pc:sldChg>
      <pc:sldChg chg="modTransition">
        <pc:chgData name="ralph kemp" userId="b9b5e5f6d19aaab0" providerId="LiveId" clId="{E76598A3-A913-4822-A8F1-CB075C0F86B7}" dt="2020-06-01T12:13:28.752" v="0"/>
        <pc:sldMkLst>
          <pc:docMk/>
          <pc:sldMk cId="1416648217" sldId="367"/>
        </pc:sldMkLst>
      </pc:sldChg>
      <pc:sldChg chg="modSp mod modTransition">
        <pc:chgData name="ralph kemp" userId="b9b5e5f6d19aaab0" providerId="LiveId" clId="{E76598A3-A913-4822-A8F1-CB075C0F86B7}" dt="2020-06-01T12:39:29.549" v="184" actId="14100"/>
        <pc:sldMkLst>
          <pc:docMk/>
          <pc:sldMk cId="601660888" sldId="368"/>
        </pc:sldMkLst>
        <pc:spChg chg="mod">
          <ac:chgData name="ralph kemp" userId="b9b5e5f6d19aaab0" providerId="LiveId" clId="{E76598A3-A913-4822-A8F1-CB075C0F86B7}" dt="2020-06-01T12:39:23.610" v="182" actId="1076"/>
          <ac:spMkLst>
            <pc:docMk/>
            <pc:sldMk cId="601660888" sldId="368"/>
            <ac:spMk id="2" creationId="{07908575-1C45-4BFB-B116-0EDC023034AB}"/>
          </ac:spMkLst>
        </pc:spChg>
        <pc:spChg chg="mod">
          <ac:chgData name="ralph kemp" userId="b9b5e5f6d19aaab0" providerId="LiveId" clId="{E76598A3-A913-4822-A8F1-CB075C0F86B7}" dt="2020-06-01T12:39:29.549" v="184" actId="14100"/>
          <ac:spMkLst>
            <pc:docMk/>
            <pc:sldMk cId="601660888" sldId="368"/>
            <ac:spMk id="3" creationId="{4A2BC565-F9F0-41CE-A4F0-7355B520FAA5}"/>
          </ac:spMkLst>
        </pc:spChg>
      </pc:sldChg>
      <pc:sldChg chg="modTransition">
        <pc:chgData name="ralph kemp" userId="b9b5e5f6d19aaab0" providerId="LiveId" clId="{E76598A3-A913-4822-A8F1-CB075C0F86B7}" dt="2020-06-01T12:13:28.752" v="0"/>
        <pc:sldMkLst>
          <pc:docMk/>
          <pc:sldMk cId="3361327146" sldId="369"/>
        </pc:sldMkLst>
      </pc:sldChg>
      <pc:sldChg chg="modTransition">
        <pc:chgData name="ralph kemp" userId="b9b5e5f6d19aaab0" providerId="LiveId" clId="{E76598A3-A913-4822-A8F1-CB075C0F86B7}" dt="2020-06-01T12:13:28.752" v="0"/>
        <pc:sldMkLst>
          <pc:docMk/>
          <pc:sldMk cId="1757389547" sldId="370"/>
        </pc:sldMkLst>
      </pc:sldChg>
      <pc:sldChg chg="modSp mod modTransition">
        <pc:chgData name="ralph kemp" userId="b9b5e5f6d19aaab0" providerId="LiveId" clId="{E76598A3-A913-4822-A8F1-CB075C0F86B7}" dt="2020-06-01T12:47:15.886" v="276" actId="14100"/>
        <pc:sldMkLst>
          <pc:docMk/>
          <pc:sldMk cId="3587715963" sldId="371"/>
        </pc:sldMkLst>
        <pc:spChg chg="mod">
          <ac:chgData name="ralph kemp" userId="b9b5e5f6d19aaab0" providerId="LiveId" clId="{E76598A3-A913-4822-A8F1-CB075C0F86B7}" dt="2020-06-01T12:47:09.494" v="274" actId="1076"/>
          <ac:spMkLst>
            <pc:docMk/>
            <pc:sldMk cId="3587715963" sldId="371"/>
            <ac:spMk id="2" creationId="{9B8402EB-46F7-43DF-B19F-535E1A578482}"/>
          </ac:spMkLst>
        </pc:spChg>
        <pc:spChg chg="mod">
          <ac:chgData name="ralph kemp" userId="b9b5e5f6d19aaab0" providerId="LiveId" clId="{E76598A3-A913-4822-A8F1-CB075C0F86B7}" dt="2020-06-01T12:47:15.886" v="276" actId="14100"/>
          <ac:spMkLst>
            <pc:docMk/>
            <pc:sldMk cId="3587715963" sldId="371"/>
            <ac:spMk id="3" creationId="{3375DA01-26A3-4286-B00E-6677D7B9A8D4}"/>
          </ac:spMkLst>
        </pc:spChg>
      </pc:sldChg>
      <pc:sldChg chg="modTransition">
        <pc:chgData name="ralph kemp" userId="b9b5e5f6d19aaab0" providerId="LiveId" clId="{E76598A3-A913-4822-A8F1-CB075C0F86B7}" dt="2020-06-01T12:13:28.752" v="0"/>
        <pc:sldMkLst>
          <pc:docMk/>
          <pc:sldMk cId="3274128297" sldId="372"/>
        </pc:sldMkLst>
      </pc:sldChg>
      <pc:sldChg chg="modTransition">
        <pc:chgData name="ralph kemp" userId="b9b5e5f6d19aaab0" providerId="LiveId" clId="{E76598A3-A913-4822-A8F1-CB075C0F86B7}" dt="2020-06-01T12:13:28.752" v="0"/>
        <pc:sldMkLst>
          <pc:docMk/>
          <pc:sldMk cId="496615968" sldId="373"/>
        </pc:sldMkLst>
      </pc:sldChg>
      <pc:sldChg chg="modTransition">
        <pc:chgData name="ralph kemp" userId="b9b5e5f6d19aaab0" providerId="LiveId" clId="{E76598A3-A913-4822-A8F1-CB075C0F86B7}" dt="2020-06-01T12:13:28.752" v="0"/>
        <pc:sldMkLst>
          <pc:docMk/>
          <pc:sldMk cId="71382832" sldId="374"/>
        </pc:sldMkLst>
      </pc:sldChg>
      <pc:sldChg chg="modTransition">
        <pc:chgData name="ralph kemp" userId="b9b5e5f6d19aaab0" providerId="LiveId" clId="{E76598A3-A913-4822-A8F1-CB075C0F86B7}" dt="2020-06-01T12:13:28.752" v="0"/>
        <pc:sldMkLst>
          <pc:docMk/>
          <pc:sldMk cId="1692836413" sldId="375"/>
        </pc:sldMkLst>
      </pc:sldChg>
      <pc:sldChg chg="modSp mod modTransition">
        <pc:chgData name="ralph kemp" userId="b9b5e5f6d19aaab0" providerId="LiveId" clId="{E76598A3-A913-4822-A8F1-CB075C0F86B7}" dt="2020-06-01T12:47:47.660" v="282" actId="14100"/>
        <pc:sldMkLst>
          <pc:docMk/>
          <pc:sldMk cId="2064718107" sldId="376"/>
        </pc:sldMkLst>
        <pc:spChg chg="mod">
          <ac:chgData name="ralph kemp" userId="b9b5e5f6d19aaab0" providerId="LiveId" clId="{E76598A3-A913-4822-A8F1-CB075C0F86B7}" dt="2020-06-01T12:47:39.718" v="280" actId="1076"/>
          <ac:spMkLst>
            <pc:docMk/>
            <pc:sldMk cId="2064718107" sldId="376"/>
            <ac:spMk id="2" creationId="{9B8402EB-46F7-43DF-B19F-535E1A578482}"/>
          </ac:spMkLst>
        </pc:spChg>
        <pc:spChg chg="mod">
          <ac:chgData name="ralph kemp" userId="b9b5e5f6d19aaab0" providerId="LiveId" clId="{E76598A3-A913-4822-A8F1-CB075C0F86B7}" dt="2020-06-01T12:47:47.660" v="282" actId="14100"/>
          <ac:spMkLst>
            <pc:docMk/>
            <pc:sldMk cId="2064718107" sldId="376"/>
            <ac:spMk id="3" creationId="{3375DA01-26A3-4286-B00E-6677D7B9A8D4}"/>
          </ac:spMkLst>
        </pc:spChg>
      </pc:sldChg>
      <pc:sldChg chg="modTransition">
        <pc:chgData name="ralph kemp" userId="b9b5e5f6d19aaab0" providerId="LiveId" clId="{E76598A3-A913-4822-A8F1-CB075C0F86B7}" dt="2020-06-01T12:13:28.752" v="0"/>
        <pc:sldMkLst>
          <pc:docMk/>
          <pc:sldMk cId="942535379" sldId="377"/>
        </pc:sldMkLst>
      </pc:sldChg>
      <pc:sldChg chg="modTransition">
        <pc:chgData name="ralph kemp" userId="b9b5e5f6d19aaab0" providerId="LiveId" clId="{E76598A3-A913-4822-A8F1-CB075C0F86B7}" dt="2020-06-01T12:13:28.752" v="0"/>
        <pc:sldMkLst>
          <pc:docMk/>
          <pc:sldMk cId="344518562" sldId="378"/>
        </pc:sldMkLst>
      </pc:sldChg>
      <pc:sldChg chg="modTransition">
        <pc:chgData name="ralph kemp" userId="b9b5e5f6d19aaab0" providerId="LiveId" clId="{E76598A3-A913-4822-A8F1-CB075C0F86B7}" dt="2020-06-01T12:13:28.752" v="0"/>
        <pc:sldMkLst>
          <pc:docMk/>
          <pc:sldMk cId="4288113910" sldId="379"/>
        </pc:sldMkLst>
      </pc:sldChg>
      <pc:sldChg chg="modSp mod modTransition">
        <pc:chgData name="ralph kemp" userId="b9b5e5f6d19aaab0" providerId="LiveId" clId="{E76598A3-A913-4822-A8F1-CB075C0F86B7}" dt="2020-06-01T12:48:18.584" v="287" actId="1076"/>
        <pc:sldMkLst>
          <pc:docMk/>
          <pc:sldMk cId="2973172349" sldId="380"/>
        </pc:sldMkLst>
        <pc:spChg chg="mod">
          <ac:chgData name="ralph kemp" userId="b9b5e5f6d19aaab0" providerId="LiveId" clId="{E76598A3-A913-4822-A8F1-CB075C0F86B7}" dt="2020-06-01T12:48:08.075" v="284" actId="1076"/>
          <ac:spMkLst>
            <pc:docMk/>
            <pc:sldMk cId="2973172349" sldId="380"/>
            <ac:spMk id="2" creationId="{9B8402EB-46F7-43DF-B19F-535E1A578482}"/>
          </ac:spMkLst>
        </pc:spChg>
        <pc:spChg chg="mod">
          <ac:chgData name="ralph kemp" userId="b9b5e5f6d19aaab0" providerId="LiveId" clId="{E76598A3-A913-4822-A8F1-CB075C0F86B7}" dt="2020-06-01T12:48:18.584" v="287" actId="1076"/>
          <ac:spMkLst>
            <pc:docMk/>
            <pc:sldMk cId="2973172349" sldId="380"/>
            <ac:spMk id="3" creationId="{3375DA01-26A3-4286-B00E-6677D7B9A8D4}"/>
          </ac:spMkLst>
        </pc:spChg>
      </pc:sldChg>
      <pc:sldChg chg="modTransition">
        <pc:chgData name="ralph kemp" userId="b9b5e5f6d19aaab0" providerId="LiveId" clId="{E76598A3-A913-4822-A8F1-CB075C0F86B7}" dt="2020-06-01T12:13:28.752" v="0"/>
        <pc:sldMkLst>
          <pc:docMk/>
          <pc:sldMk cId="2443015215" sldId="381"/>
        </pc:sldMkLst>
      </pc:sldChg>
      <pc:sldChg chg="modSp mod modTransition">
        <pc:chgData name="ralph kemp" userId="b9b5e5f6d19aaab0" providerId="LiveId" clId="{E76598A3-A913-4822-A8F1-CB075C0F86B7}" dt="2020-06-01T12:48:45.842" v="293" actId="14100"/>
        <pc:sldMkLst>
          <pc:docMk/>
          <pc:sldMk cId="826154884" sldId="382"/>
        </pc:sldMkLst>
        <pc:spChg chg="mod">
          <ac:chgData name="ralph kemp" userId="b9b5e5f6d19aaab0" providerId="LiveId" clId="{E76598A3-A913-4822-A8F1-CB075C0F86B7}" dt="2020-06-01T12:48:39.569" v="291" actId="1076"/>
          <ac:spMkLst>
            <pc:docMk/>
            <pc:sldMk cId="826154884" sldId="382"/>
            <ac:spMk id="2" creationId="{DC75DCB0-0E87-4C8D-814B-7C79AFC7C4F3}"/>
          </ac:spMkLst>
        </pc:spChg>
        <pc:spChg chg="mod">
          <ac:chgData name="ralph kemp" userId="b9b5e5f6d19aaab0" providerId="LiveId" clId="{E76598A3-A913-4822-A8F1-CB075C0F86B7}" dt="2020-06-01T12:48:45.842" v="293" actId="14100"/>
          <ac:spMkLst>
            <pc:docMk/>
            <pc:sldMk cId="826154884" sldId="382"/>
            <ac:spMk id="3" creationId="{64ED7A10-D128-47DF-BCD4-618A41DE3F8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b-LU"/>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F1B515-D64E-4A6D-86DE-D44065EC59AD}" type="datetimeFigureOut">
              <a:rPr lang="lb-LU" smtClean="0"/>
              <a:t>04.10.24</a:t>
            </a:fld>
            <a:endParaRPr lang="lb-LU"/>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b-LU"/>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b-LU"/>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5962E4-1040-4138-BC49-5558BF59E7C5}" type="slidenum">
              <a:rPr lang="lb-LU" smtClean="0"/>
              <a:t>‹#›</a:t>
            </a:fld>
            <a:endParaRPr lang="lb-LU"/>
          </a:p>
        </p:txBody>
      </p:sp>
    </p:spTree>
    <p:extLst>
      <p:ext uri="{BB962C8B-B14F-4D97-AF65-F5344CB8AC3E}">
        <p14:creationId xmlns:p14="http://schemas.microsoft.com/office/powerpoint/2010/main" val="902354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lb-LU"/>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19553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05E49347-3AF1-433D-A682-80E91A771D46}"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507588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lb-LU"/>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72073C46-185D-4256-90CD-D943250C7625}"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048763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3E70FD8A-EB44-4576-A5EB-59CF14C2E478}"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678963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lb-LU"/>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7" name="Espace réservé de la date 6"/>
          <p:cNvSpPr>
            <a:spLocks noGrp="1"/>
          </p:cNvSpPr>
          <p:nvPr>
            <p:ph type="dt" sz="half" idx="10"/>
          </p:nvPr>
        </p:nvSpPr>
        <p:spPr>
          <a:xfrm>
            <a:off x="838200" y="6356350"/>
            <a:ext cx="2743200" cy="365125"/>
          </a:xfrm>
          <a:prstGeom prst="rect">
            <a:avLst/>
          </a:prstGeom>
        </p:spPr>
        <p:txBody>
          <a:bodyPr/>
          <a:lstStyle/>
          <a:p>
            <a:fld id="{B9B4AD55-9D76-419E-82AD-D8F8B1803E1E}" type="datetime1">
              <a:rPr lang="lb-LU" smtClean="0"/>
              <a:t>04.10.24</a:t>
            </a:fld>
            <a:endParaRPr lang="lb-LU"/>
          </a:p>
        </p:txBody>
      </p:sp>
      <p:sp>
        <p:nvSpPr>
          <p:cNvPr id="8" name="Espace réservé du pied de page 7"/>
          <p:cNvSpPr>
            <a:spLocks noGrp="1"/>
          </p:cNvSpPr>
          <p:nvPr>
            <p:ph type="ftr" sz="quarter" idx="11"/>
          </p:nvPr>
        </p:nvSpPr>
        <p:spPr>
          <a:xfrm>
            <a:off x="4038600" y="6356350"/>
            <a:ext cx="4114800" cy="365125"/>
          </a:xfrm>
          <a:prstGeom prst="rect">
            <a:avLst/>
          </a:prstGeom>
        </p:spPr>
        <p:txBody>
          <a:bodyPr/>
          <a:lstStyle/>
          <a:p>
            <a:endParaRPr lang="lb-LU"/>
          </a:p>
        </p:txBody>
      </p:sp>
      <p:sp>
        <p:nvSpPr>
          <p:cNvPr id="9" name="Espace réservé du numéro de diapositive 8"/>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327699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e la date 2"/>
          <p:cNvSpPr>
            <a:spLocks noGrp="1"/>
          </p:cNvSpPr>
          <p:nvPr>
            <p:ph type="dt" sz="half" idx="10"/>
          </p:nvPr>
        </p:nvSpPr>
        <p:spPr>
          <a:xfrm>
            <a:off x="838200" y="6356350"/>
            <a:ext cx="2743200" cy="365125"/>
          </a:xfrm>
          <a:prstGeom prst="rect">
            <a:avLst/>
          </a:prstGeom>
        </p:spPr>
        <p:txBody>
          <a:bodyPr/>
          <a:lstStyle/>
          <a:p>
            <a:fld id="{353E7AE7-6380-4DBB-8393-DA4B838F9DF2}" type="datetime1">
              <a:rPr lang="lb-LU" smtClean="0"/>
              <a:t>04.10.24</a:t>
            </a:fld>
            <a:endParaRPr lang="lb-LU"/>
          </a:p>
        </p:txBody>
      </p:sp>
      <p:sp>
        <p:nvSpPr>
          <p:cNvPr id="4" name="Espace réservé du pied de page 3"/>
          <p:cNvSpPr>
            <a:spLocks noGrp="1"/>
          </p:cNvSpPr>
          <p:nvPr>
            <p:ph type="ftr" sz="quarter" idx="11"/>
          </p:nvPr>
        </p:nvSpPr>
        <p:spPr>
          <a:xfrm>
            <a:off x="4038600" y="6356350"/>
            <a:ext cx="4114800" cy="365125"/>
          </a:xfrm>
          <a:prstGeom prst="rect">
            <a:avLst/>
          </a:prstGeom>
        </p:spPr>
        <p:txBody>
          <a:bodyPr/>
          <a:lstStyle/>
          <a:p>
            <a:endParaRPr lang="lb-LU"/>
          </a:p>
        </p:txBody>
      </p:sp>
      <p:sp>
        <p:nvSpPr>
          <p:cNvPr id="5" name="Espace réservé du numéro de diapositive 4"/>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999345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838200" y="6356350"/>
            <a:ext cx="2743200" cy="365125"/>
          </a:xfrm>
          <a:prstGeom prst="rect">
            <a:avLst/>
          </a:prstGeom>
        </p:spPr>
        <p:txBody>
          <a:bodyPr/>
          <a:lstStyle/>
          <a:p>
            <a:fld id="{8C3A6886-80EF-4C3D-B97B-EB4BA09BA0D9}" type="datetime1">
              <a:rPr lang="lb-LU" smtClean="0"/>
              <a:t>04.10.24</a:t>
            </a:fld>
            <a:endParaRPr lang="lb-LU"/>
          </a:p>
        </p:txBody>
      </p:sp>
      <p:sp>
        <p:nvSpPr>
          <p:cNvPr id="3" name="Espace réservé du pied de page 2"/>
          <p:cNvSpPr>
            <a:spLocks noGrp="1"/>
          </p:cNvSpPr>
          <p:nvPr>
            <p:ph type="ftr" sz="quarter" idx="11"/>
          </p:nvPr>
        </p:nvSpPr>
        <p:spPr>
          <a:xfrm>
            <a:off x="4038600" y="6356350"/>
            <a:ext cx="4114800" cy="365125"/>
          </a:xfrm>
          <a:prstGeom prst="rect">
            <a:avLst/>
          </a:prstGeom>
        </p:spPr>
        <p:txBody>
          <a:bodyPr/>
          <a:lstStyle/>
          <a:p>
            <a:endParaRPr lang="lb-LU"/>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36144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lb-LU"/>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6B07343E-EECC-477D-ADB1-BE348E75B209}"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56458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lb-LU"/>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FF41995F-23F3-4ACB-B0E6-81B3B11AF4D1}"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965934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D9AF1255-0305-47BF-B8FF-F11D3278E29F}"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665576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lb-LU"/>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BAA19295-06D0-4606-8969-0296AE3C0540}"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956616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Image 10"/>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29625" y="1294065"/>
            <a:ext cx="3744806" cy="5563935"/>
          </a:xfrm>
          <a:prstGeom prst="rect">
            <a:avLst/>
          </a:prstGeom>
        </p:spPr>
      </p:pic>
      <p:sp>
        <p:nvSpPr>
          <p:cNvPr id="2" name="Espace réservé du titre 1"/>
          <p:cNvSpPr>
            <a:spLocks noGrp="1"/>
          </p:cNvSpPr>
          <p:nvPr>
            <p:ph type="title"/>
          </p:nvPr>
        </p:nvSpPr>
        <p:spPr>
          <a:xfrm>
            <a:off x="838200" y="1060450"/>
            <a:ext cx="10515600" cy="662187"/>
          </a:xfrm>
          <a:prstGeom prst="rect">
            <a:avLst/>
          </a:prstGeom>
        </p:spPr>
        <p:txBody>
          <a:bodyPr vert="horz" lIns="91440" tIns="45720" rIns="91440" bIns="45720" rtlCol="0" anchor="ctr">
            <a:normAutofit/>
          </a:bodyPr>
          <a:lstStyle/>
          <a:p>
            <a:r>
              <a:rPr lang="fr-FR"/>
              <a:t>Modifiez le style du titre</a:t>
            </a:r>
            <a:endParaRPr lang="lb-LU"/>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lb-LU" dirty="0"/>
          </a:p>
        </p:txBody>
      </p:sp>
      <p:pic>
        <p:nvPicPr>
          <p:cNvPr id="7"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5976851"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0"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5331229" y="102988"/>
            <a:ext cx="3347258" cy="815640"/>
          </a:xfrm>
          <a:prstGeom prst="rect">
            <a:avLst/>
          </a:prstGeom>
        </p:spPr>
      </p:pic>
      <p:sp>
        <p:nvSpPr>
          <p:cNvPr id="6" name="Espace réservé du numéro de diapositive 5"/>
          <p:cNvSpPr>
            <a:spLocks noGrp="1"/>
          </p:cNvSpPr>
          <p:nvPr>
            <p:ph type="sldNum" sz="quarter" idx="4"/>
          </p:nvPr>
        </p:nvSpPr>
        <p:spPr>
          <a:xfrm>
            <a:off x="9324108" y="328245"/>
            <a:ext cx="2743200" cy="365125"/>
          </a:xfrm>
          <a:prstGeom prst="rect">
            <a:avLst/>
          </a:prstGeom>
        </p:spPr>
        <p:txBody>
          <a:bodyPr vert="horz" lIns="91440" tIns="45720" rIns="91440" bIns="45720" rtlCol="0" anchor="ctr"/>
          <a:lstStyle>
            <a:lvl1pPr algn="r">
              <a:defRPr sz="1400">
                <a:solidFill>
                  <a:schemeClr val="bg1"/>
                </a:solidFill>
              </a:defRPr>
            </a:lvl1pPr>
          </a:lstStyle>
          <a:p>
            <a:fld id="{C58F520E-0D3C-4C73-96DF-B271C0F692B0}" type="slidenum">
              <a:rPr lang="lb-LU" smtClean="0"/>
              <a:pPr/>
              <a:t>‹#›</a:t>
            </a:fld>
            <a:endParaRPr lang="lb-LU"/>
          </a:p>
        </p:txBody>
      </p:sp>
      <p:pic>
        <p:nvPicPr>
          <p:cNvPr id="10" name="Image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0" y="2442"/>
            <a:ext cx="1389210" cy="1019174"/>
          </a:xfrm>
          <a:prstGeom prst="rect">
            <a:avLst/>
          </a:prstGeom>
        </p:spPr>
      </p:pic>
    </p:spTree>
    <p:extLst>
      <p:ext uri="{BB962C8B-B14F-4D97-AF65-F5344CB8AC3E}">
        <p14:creationId xmlns:p14="http://schemas.microsoft.com/office/powerpoint/2010/main" val="3962272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ucdm.softdev.eu.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eucdm.softdev.eu.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eucdm.softdev.eu.co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fr-CH" dirty="0"/>
              <a:t>La déclaration simplifiée</a:t>
            </a:r>
            <a:endParaRPr lang="en-US" dirty="0"/>
          </a:p>
        </p:txBody>
      </p:sp>
      <p:sp>
        <p:nvSpPr>
          <p:cNvPr id="3" name="Untertitel 2"/>
          <p:cNvSpPr>
            <a:spLocks noGrp="1"/>
          </p:cNvSpPr>
          <p:nvPr>
            <p:ph type="subTitle" idx="1"/>
          </p:nvPr>
        </p:nvSpPr>
        <p:spPr/>
        <p:txBody>
          <a:bodyPr/>
          <a:lstStyle/>
          <a:p>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1</a:t>
            </a:fld>
            <a:endParaRPr lang="lb-LU"/>
          </a:p>
        </p:txBody>
      </p:sp>
    </p:spTree>
    <p:extLst>
      <p:ext uri="{BB962C8B-B14F-4D97-AF65-F5344CB8AC3E}">
        <p14:creationId xmlns:p14="http://schemas.microsoft.com/office/powerpoint/2010/main" val="2019749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CH" dirty="0"/>
              <a:t>La déclaration simplifiée 1/2</a:t>
            </a:r>
            <a:endParaRPr lang="en-US" dirty="0"/>
          </a:p>
        </p:txBody>
      </p:sp>
      <p:sp>
        <p:nvSpPr>
          <p:cNvPr id="3" name="Inhaltsplatzhalter 2"/>
          <p:cNvSpPr>
            <a:spLocks noGrp="1"/>
          </p:cNvSpPr>
          <p:nvPr>
            <p:ph idx="1"/>
          </p:nvPr>
        </p:nvSpPr>
        <p:spPr/>
        <p:txBody>
          <a:bodyPr>
            <a:normAutofit lnSpcReduction="10000"/>
          </a:bodyPr>
          <a:lstStyle/>
          <a:p>
            <a:r>
              <a:rPr lang="en-US" dirty="0"/>
              <a:t>La </a:t>
            </a:r>
            <a:r>
              <a:rPr lang="en-US" dirty="0" err="1"/>
              <a:t>déclaration</a:t>
            </a:r>
            <a:r>
              <a:rPr lang="en-US"/>
              <a:t> </a:t>
            </a:r>
            <a:r>
              <a:rPr lang="en-US" err="1"/>
              <a:t>simplifiée</a:t>
            </a:r>
            <a:r>
              <a:rPr lang="en-US"/>
              <a:t> </a:t>
            </a:r>
            <a:r>
              <a:rPr lang="en-US" err="1"/>
              <a:t>permet</a:t>
            </a:r>
            <a:r>
              <a:rPr lang="en-US"/>
              <a:t> de </a:t>
            </a:r>
            <a:r>
              <a:rPr lang="en-US" err="1"/>
              <a:t>déclarer</a:t>
            </a:r>
            <a:r>
              <a:rPr lang="en-US"/>
              <a:t> </a:t>
            </a:r>
            <a:r>
              <a:rPr lang="en-US" err="1"/>
              <a:t>une</a:t>
            </a:r>
            <a:r>
              <a:rPr lang="en-US"/>
              <a:t> </a:t>
            </a:r>
            <a:r>
              <a:rPr lang="en-US" err="1"/>
              <a:t>marchandise</a:t>
            </a:r>
            <a:r>
              <a:rPr lang="en-US"/>
              <a:t> sous un régime sans que </a:t>
            </a:r>
            <a:r>
              <a:rPr lang="en-US" err="1"/>
              <a:t>toutes</a:t>
            </a:r>
            <a:r>
              <a:rPr lang="en-US"/>
              <a:t> les </a:t>
            </a:r>
            <a:r>
              <a:rPr lang="en-US" err="1"/>
              <a:t>données</a:t>
            </a:r>
            <a:r>
              <a:rPr lang="en-US"/>
              <a:t> </a:t>
            </a:r>
            <a:r>
              <a:rPr lang="en-US" err="1"/>
              <a:t>prévues</a:t>
            </a:r>
            <a:r>
              <a:rPr lang="en-US"/>
              <a:t> pour faire </a:t>
            </a:r>
            <a:r>
              <a:rPr lang="en-US" err="1"/>
              <a:t>une</a:t>
            </a:r>
            <a:r>
              <a:rPr lang="en-US"/>
              <a:t> </a:t>
            </a:r>
            <a:r>
              <a:rPr lang="en-US" err="1"/>
              <a:t>déclaration</a:t>
            </a:r>
            <a:r>
              <a:rPr lang="en-US"/>
              <a:t> </a:t>
            </a:r>
            <a:r>
              <a:rPr lang="en-US" err="1"/>
              <a:t>normale</a:t>
            </a:r>
            <a:r>
              <a:rPr lang="en-US"/>
              <a:t> </a:t>
            </a:r>
            <a:r>
              <a:rPr lang="en-US" err="1"/>
              <a:t>sont</a:t>
            </a:r>
            <a:r>
              <a:rPr lang="en-US"/>
              <a:t> </a:t>
            </a:r>
            <a:r>
              <a:rPr lang="en-US" err="1"/>
              <a:t>disponibles</a:t>
            </a:r>
            <a:r>
              <a:rPr lang="en-US"/>
              <a:t>.</a:t>
            </a:r>
          </a:p>
          <a:p>
            <a:r>
              <a:rPr lang="en-US"/>
              <a:t>La </a:t>
            </a:r>
            <a:r>
              <a:rPr lang="en-US" err="1"/>
              <a:t>mainlevée</a:t>
            </a:r>
            <a:r>
              <a:rPr lang="en-US"/>
              <a:t> des </a:t>
            </a:r>
            <a:r>
              <a:rPr lang="en-US" err="1"/>
              <a:t>marchandises</a:t>
            </a:r>
            <a:r>
              <a:rPr lang="en-US"/>
              <a:t> </a:t>
            </a:r>
            <a:r>
              <a:rPr lang="en-US" err="1"/>
              <a:t>est</a:t>
            </a:r>
            <a:r>
              <a:rPr lang="en-US"/>
              <a:t> </a:t>
            </a:r>
            <a:r>
              <a:rPr lang="en-US" err="1"/>
              <a:t>accordée</a:t>
            </a:r>
            <a:r>
              <a:rPr lang="en-US"/>
              <a:t> sur base de la </a:t>
            </a:r>
            <a:r>
              <a:rPr lang="en-US" err="1"/>
              <a:t>déclaration</a:t>
            </a:r>
            <a:r>
              <a:rPr lang="en-US"/>
              <a:t> </a:t>
            </a:r>
            <a:r>
              <a:rPr lang="en-US" err="1"/>
              <a:t>simplifiée</a:t>
            </a:r>
            <a:r>
              <a:rPr lang="en-US"/>
              <a:t>. L’OE </a:t>
            </a:r>
            <a:r>
              <a:rPr lang="en-US" err="1"/>
              <a:t>n’a</a:t>
            </a:r>
            <a:r>
              <a:rPr lang="en-US"/>
              <a:t> </a:t>
            </a:r>
            <a:r>
              <a:rPr lang="en-US" err="1"/>
              <a:t>donc</a:t>
            </a:r>
            <a:r>
              <a:rPr lang="en-US"/>
              <a:t> pas </a:t>
            </a:r>
            <a:r>
              <a:rPr lang="en-US" err="1"/>
              <a:t>besoin</a:t>
            </a:r>
            <a:r>
              <a:rPr lang="en-US"/>
              <a:t> </a:t>
            </a:r>
            <a:r>
              <a:rPr lang="en-US" err="1"/>
              <a:t>d’attendre</a:t>
            </a:r>
            <a:r>
              <a:rPr lang="en-US"/>
              <a:t> la </a:t>
            </a:r>
            <a:r>
              <a:rPr lang="en-US" err="1"/>
              <a:t>soumission</a:t>
            </a:r>
            <a:r>
              <a:rPr lang="en-US"/>
              <a:t> de la </a:t>
            </a:r>
            <a:r>
              <a:rPr lang="en-US" err="1"/>
              <a:t>déclaration</a:t>
            </a:r>
            <a:r>
              <a:rPr lang="en-US"/>
              <a:t> </a:t>
            </a:r>
            <a:r>
              <a:rPr lang="en-US" err="1"/>
              <a:t>complémentaire</a:t>
            </a:r>
            <a:r>
              <a:rPr lang="en-US"/>
              <a:t> pour </a:t>
            </a:r>
            <a:r>
              <a:rPr lang="en-US" err="1"/>
              <a:t>pouvoir</a:t>
            </a:r>
            <a:r>
              <a:rPr lang="en-US"/>
              <a:t> disposer des </a:t>
            </a:r>
            <a:r>
              <a:rPr lang="en-US" err="1"/>
              <a:t>marchandises</a:t>
            </a:r>
            <a:r>
              <a:rPr lang="en-US"/>
              <a:t>.</a:t>
            </a:r>
          </a:p>
          <a:p>
            <a:r>
              <a:rPr lang="en-US"/>
              <a:t>Pour </a:t>
            </a:r>
            <a:r>
              <a:rPr lang="en-US" err="1"/>
              <a:t>pouvoir</a:t>
            </a:r>
            <a:r>
              <a:rPr lang="en-US"/>
              <a:t> </a:t>
            </a:r>
            <a:r>
              <a:rPr lang="en-US" err="1"/>
              <a:t>recourir</a:t>
            </a:r>
            <a:r>
              <a:rPr lang="en-US"/>
              <a:t> </a:t>
            </a:r>
            <a:r>
              <a:rPr lang="en-US" err="1"/>
              <a:t>régulièrement</a:t>
            </a:r>
            <a:r>
              <a:rPr lang="en-US"/>
              <a:t> à la </a:t>
            </a:r>
            <a:r>
              <a:rPr lang="en-US" err="1"/>
              <a:t>déclaration</a:t>
            </a:r>
            <a:r>
              <a:rPr lang="en-US"/>
              <a:t> </a:t>
            </a:r>
            <a:r>
              <a:rPr lang="en-US" err="1"/>
              <a:t>simplifiée</a:t>
            </a:r>
            <a:r>
              <a:rPr lang="en-US"/>
              <a:t>, </a:t>
            </a:r>
            <a:r>
              <a:rPr lang="en-US" err="1"/>
              <a:t>une</a:t>
            </a:r>
            <a:r>
              <a:rPr lang="en-US"/>
              <a:t> </a:t>
            </a:r>
            <a:r>
              <a:rPr lang="en-US" err="1"/>
              <a:t>autorisation</a:t>
            </a:r>
            <a:r>
              <a:rPr lang="en-US"/>
              <a:t> </a:t>
            </a:r>
            <a:r>
              <a:rPr lang="en-US" err="1"/>
              <a:t>doit</a:t>
            </a:r>
            <a:r>
              <a:rPr lang="en-US"/>
              <a:t> </a:t>
            </a:r>
            <a:r>
              <a:rPr lang="en-US" err="1"/>
              <a:t>être</a:t>
            </a:r>
            <a:r>
              <a:rPr lang="en-US"/>
              <a:t> </a:t>
            </a:r>
            <a:r>
              <a:rPr lang="en-US" err="1"/>
              <a:t>demandée</a:t>
            </a:r>
            <a:r>
              <a:rPr lang="en-US"/>
              <a:t> </a:t>
            </a:r>
            <a:r>
              <a:rPr lang="en-US" err="1"/>
              <a:t>auprès</a:t>
            </a:r>
            <a:r>
              <a:rPr lang="en-US"/>
              <a:t> des </a:t>
            </a:r>
            <a:r>
              <a:rPr lang="en-US" err="1"/>
              <a:t>autorités</a:t>
            </a:r>
            <a:r>
              <a:rPr lang="en-US"/>
              <a:t> </a:t>
            </a:r>
            <a:r>
              <a:rPr lang="en-US" err="1"/>
              <a:t>douanières</a:t>
            </a:r>
            <a:r>
              <a:rPr lang="en-US"/>
              <a:t>.</a:t>
            </a:r>
          </a:p>
          <a:p>
            <a:r>
              <a:rPr lang="en-US" err="1"/>
              <a:t>En</a:t>
            </a:r>
            <a:r>
              <a:rPr lang="en-US"/>
              <a:t> </a:t>
            </a:r>
            <a:r>
              <a:rPr lang="en-US" err="1"/>
              <a:t>cas</a:t>
            </a:r>
            <a:r>
              <a:rPr lang="en-US"/>
              <a:t> </a:t>
            </a:r>
            <a:r>
              <a:rPr lang="en-US" err="1"/>
              <a:t>d’utilisation</a:t>
            </a:r>
            <a:r>
              <a:rPr lang="en-US"/>
              <a:t> non </a:t>
            </a:r>
            <a:r>
              <a:rPr lang="en-US" err="1"/>
              <a:t>régulière</a:t>
            </a:r>
            <a:r>
              <a:rPr lang="en-US"/>
              <a:t>, les </a:t>
            </a:r>
            <a:r>
              <a:rPr lang="en-US" err="1"/>
              <a:t>autorités</a:t>
            </a:r>
            <a:r>
              <a:rPr lang="en-US"/>
              <a:t> </a:t>
            </a:r>
            <a:r>
              <a:rPr lang="en-US" err="1"/>
              <a:t>douanières</a:t>
            </a:r>
            <a:r>
              <a:rPr lang="en-US"/>
              <a:t> </a:t>
            </a:r>
            <a:r>
              <a:rPr lang="en-US" err="1"/>
              <a:t>peuvent</a:t>
            </a:r>
            <a:r>
              <a:rPr lang="en-US"/>
              <a:t> </a:t>
            </a:r>
            <a:r>
              <a:rPr lang="en-US" err="1"/>
              <a:t>décider</a:t>
            </a:r>
            <a:r>
              <a:rPr lang="en-US"/>
              <a:t> de ne pas </a:t>
            </a:r>
            <a:r>
              <a:rPr lang="en-US" err="1"/>
              <a:t>exiger</a:t>
            </a:r>
            <a:r>
              <a:rPr lang="en-US"/>
              <a:t> </a:t>
            </a:r>
            <a:r>
              <a:rPr lang="en-US" err="1"/>
              <a:t>cette</a:t>
            </a:r>
            <a:r>
              <a:rPr lang="en-US"/>
              <a:t> autorisation. </a:t>
            </a:r>
          </a:p>
        </p:txBody>
      </p:sp>
      <p:sp>
        <p:nvSpPr>
          <p:cNvPr id="4" name="Foliennummernplatzhalter 3"/>
          <p:cNvSpPr>
            <a:spLocks noGrp="1"/>
          </p:cNvSpPr>
          <p:nvPr>
            <p:ph type="sldNum" sz="quarter" idx="12"/>
          </p:nvPr>
        </p:nvSpPr>
        <p:spPr/>
        <p:txBody>
          <a:bodyPr/>
          <a:lstStyle/>
          <a:p>
            <a:fld id="{C58F520E-0D3C-4C73-96DF-B271C0F692B0}" type="slidenum">
              <a:rPr lang="lb-LU" smtClean="0"/>
              <a:t>2</a:t>
            </a:fld>
            <a:endParaRPr lang="lb-LU"/>
          </a:p>
        </p:txBody>
      </p:sp>
    </p:spTree>
    <p:extLst>
      <p:ext uri="{BB962C8B-B14F-4D97-AF65-F5344CB8AC3E}">
        <p14:creationId xmlns:p14="http://schemas.microsoft.com/office/powerpoint/2010/main" val="3683547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dirty="0"/>
              <a:t>La </a:t>
            </a:r>
            <a:r>
              <a:rPr lang="en-US" smtClean="0"/>
              <a:t>déclaration</a:t>
            </a:r>
            <a:r>
              <a:rPr lang="en-US" dirty="0" smtClean="0"/>
              <a:t> </a:t>
            </a:r>
            <a:r>
              <a:rPr lang="en-US" dirty="0" err="1"/>
              <a:t>simplifiée</a:t>
            </a:r>
            <a:r>
              <a:rPr lang="en-US" dirty="0"/>
              <a:t> 2/2</a:t>
            </a:r>
          </a:p>
        </p:txBody>
      </p:sp>
      <p:sp>
        <p:nvSpPr>
          <p:cNvPr id="3" name="Inhaltsplatzhalter 2"/>
          <p:cNvSpPr>
            <a:spLocks noGrp="1"/>
          </p:cNvSpPr>
          <p:nvPr>
            <p:ph idx="1"/>
          </p:nvPr>
        </p:nvSpPr>
        <p:spPr/>
        <p:txBody>
          <a:bodyPr/>
          <a:lstStyle/>
          <a:p>
            <a:r>
              <a:rPr lang="en-US"/>
              <a:t>La </a:t>
            </a:r>
            <a:r>
              <a:rPr lang="en-US" err="1"/>
              <a:t>déclaration</a:t>
            </a:r>
            <a:r>
              <a:rPr lang="en-US"/>
              <a:t> </a:t>
            </a:r>
            <a:r>
              <a:rPr lang="en-US" err="1"/>
              <a:t>simplifiée</a:t>
            </a:r>
            <a:r>
              <a:rPr lang="en-US"/>
              <a:t> </a:t>
            </a:r>
            <a:r>
              <a:rPr lang="en-US" err="1"/>
              <a:t>doit</a:t>
            </a:r>
            <a:r>
              <a:rPr lang="en-US"/>
              <a:t> </a:t>
            </a:r>
            <a:r>
              <a:rPr lang="en-US" err="1"/>
              <a:t>fournir</a:t>
            </a:r>
            <a:r>
              <a:rPr lang="en-US"/>
              <a:t> des </a:t>
            </a:r>
            <a:r>
              <a:rPr lang="en-US" err="1"/>
              <a:t>informations</a:t>
            </a:r>
            <a:r>
              <a:rPr lang="en-US"/>
              <a:t> </a:t>
            </a:r>
            <a:r>
              <a:rPr lang="en-US" err="1"/>
              <a:t>suffisantes</a:t>
            </a:r>
            <a:r>
              <a:rPr lang="en-US"/>
              <a:t> pour que des </a:t>
            </a:r>
            <a:r>
              <a:rPr lang="en-US" err="1"/>
              <a:t>marchandises</a:t>
            </a:r>
            <a:r>
              <a:rPr lang="en-US"/>
              <a:t> </a:t>
            </a:r>
            <a:r>
              <a:rPr lang="en-US" err="1"/>
              <a:t>interdites</a:t>
            </a:r>
            <a:r>
              <a:rPr lang="en-US"/>
              <a:t>/</a:t>
            </a:r>
            <a:r>
              <a:rPr lang="en-US" err="1"/>
              <a:t>restreintes</a:t>
            </a:r>
            <a:r>
              <a:rPr lang="en-US"/>
              <a:t> </a:t>
            </a:r>
            <a:r>
              <a:rPr lang="en-US" err="1"/>
              <a:t>peuvent</a:t>
            </a:r>
            <a:r>
              <a:rPr lang="en-US"/>
              <a:t> </a:t>
            </a:r>
            <a:r>
              <a:rPr lang="en-US" err="1"/>
              <a:t>être</a:t>
            </a:r>
            <a:r>
              <a:rPr lang="en-US"/>
              <a:t> identifiées.</a:t>
            </a:r>
          </a:p>
          <a:p>
            <a:r>
              <a:rPr lang="en-US"/>
              <a:t>Les </a:t>
            </a:r>
            <a:r>
              <a:rPr lang="en-US" err="1"/>
              <a:t>éléments</a:t>
            </a:r>
            <a:r>
              <a:rPr lang="en-US"/>
              <a:t> </a:t>
            </a:r>
            <a:r>
              <a:rPr lang="en-US" err="1"/>
              <a:t>constitutifs</a:t>
            </a:r>
            <a:r>
              <a:rPr lang="en-US"/>
              <a:t> de la </a:t>
            </a:r>
            <a:r>
              <a:rPr lang="en-US" err="1"/>
              <a:t>valeur</a:t>
            </a:r>
            <a:r>
              <a:rPr lang="en-US"/>
              <a:t> </a:t>
            </a:r>
            <a:r>
              <a:rPr lang="en-US" err="1"/>
              <a:t>en</a:t>
            </a:r>
            <a:r>
              <a:rPr lang="en-US"/>
              <a:t> </a:t>
            </a:r>
            <a:r>
              <a:rPr lang="en-US" err="1"/>
              <a:t>douane</a:t>
            </a:r>
            <a:r>
              <a:rPr lang="en-US"/>
              <a:t> </a:t>
            </a:r>
            <a:r>
              <a:rPr lang="en-US" err="1"/>
              <a:t>n’ont</a:t>
            </a:r>
            <a:r>
              <a:rPr lang="en-US"/>
              <a:t> pas </a:t>
            </a:r>
            <a:r>
              <a:rPr lang="en-US" err="1"/>
              <a:t>besoin</a:t>
            </a:r>
            <a:r>
              <a:rPr lang="en-US"/>
              <a:t> d’être indiqués.</a:t>
            </a:r>
          </a:p>
          <a:p>
            <a:r>
              <a:rPr lang="en-US"/>
              <a:t>Les informations </a:t>
            </a:r>
            <a:r>
              <a:rPr lang="en-US" u="sng"/>
              <a:t>minimales</a:t>
            </a:r>
            <a:r>
              <a:rPr lang="en-US"/>
              <a:t> à fournir dans la déclaration simplifiée sont répertoriées dans la colonne I1 (Import) resp. C1 (Export) de l’</a:t>
            </a:r>
            <a:r>
              <a:rPr lang="en-US">
                <a:hlinkClick r:id="rId2"/>
              </a:rPr>
              <a:t>annexe B du règlement délégué</a:t>
            </a:r>
            <a:r>
              <a:rPr lang="en-US"/>
              <a:t>.</a:t>
            </a:r>
          </a:p>
          <a:p>
            <a:pPr marL="0" indent="0">
              <a:buNone/>
            </a:pPr>
            <a:endParaRPr lang="en-US"/>
          </a:p>
          <a:p>
            <a:endParaRPr lang="en-US"/>
          </a:p>
        </p:txBody>
      </p:sp>
      <p:sp>
        <p:nvSpPr>
          <p:cNvPr id="4" name="Foliennummernplatzhalter 3"/>
          <p:cNvSpPr>
            <a:spLocks noGrp="1"/>
          </p:cNvSpPr>
          <p:nvPr>
            <p:ph type="sldNum" sz="quarter" idx="12"/>
          </p:nvPr>
        </p:nvSpPr>
        <p:spPr/>
        <p:txBody>
          <a:bodyPr/>
          <a:lstStyle/>
          <a:p>
            <a:fld id="{C58F520E-0D3C-4C73-96DF-B271C0F692B0}" type="slidenum">
              <a:rPr lang="lb-LU" smtClean="0"/>
              <a:t>3</a:t>
            </a:fld>
            <a:endParaRPr lang="lb-LU"/>
          </a:p>
        </p:txBody>
      </p:sp>
    </p:spTree>
    <p:extLst>
      <p:ext uri="{BB962C8B-B14F-4D97-AF65-F5344CB8AC3E}">
        <p14:creationId xmlns:p14="http://schemas.microsoft.com/office/powerpoint/2010/main" val="660134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a:t>La déclaration simplifiée préalable</a:t>
            </a:r>
          </a:p>
        </p:txBody>
      </p:sp>
      <p:sp>
        <p:nvSpPr>
          <p:cNvPr id="3" name="Inhaltsplatzhalter 2"/>
          <p:cNvSpPr>
            <a:spLocks noGrp="1"/>
          </p:cNvSpPr>
          <p:nvPr>
            <p:ph idx="1"/>
          </p:nvPr>
        </p:nvSpPr>
        <p:spPr/>
        <p:txBody>
          <a:bodyPr>
            <a:normAutofit lnSpcReduction="10000"/>
          </a:bodyPr>
          <a:lstStyle/>
          <a:p>
            <a:r>
              <a:rPr lang="fr-FR"/>
              <a:t>La déclaration simplifiée peut être déposée avant la présentation en douane des marchandises.</a:t>
            </a:r>
          </a:p>
          <a:p>
            <a:r>
              <a:rPr lang="fr-FR"/>
              <a:t>Le jour de l’arrivée des marchandises couvertes par la déclaration simplifiée, une notification de présentation doit être envoyée à la douane.</a:t>
            </a:r>
          </a:p>
          <a:p>
            <a:r>
              <a:rPr lang="fr-FR"/>
              <a:t>Dans le cas où les marchandises ne sont pas présentées dans un délai de 30 jours après le dépôt de la déclaration simplifiée, la déclaration simplifiée est réputée ne pas avoir été déposée.</a:t>
            </a:r>
          </a:p>
          <a:p>
            <a:r>
              <a:rPr lang="en-US"/>
              <a:t>Les informations à fournir dans la notification de présentation sont répertoriées dans la colonne I2 (Import) resp. C2 (Export) de l’</a:t>
            </a:r>
            <a:r>
              <a:rPr lang="en-US">
                <a:hlinkClick r:id="rId2"/>
              </a:rPr>
              <a:t>annexe B du règlement délégué</a:t>
            </a:r>
            <a:r>
              <a:rPr lang="en-US"/>
              <a:t>.</a:t>
            </a:r>
          </a:p>
          <a:p>
            <a:endParaRPr lang="fr-FR"/>
          </a:p>
          <a:p>
            <a:endParaRPr lang="fr-FR"/>
          </a:p>
          <a:p>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4</a:t>
            </a:fld>
            <a:endParaRPr lang="lb-LU"/>
          </a:p>
        </p:txBody>
      </p:sp>
    </p:spTree>
    <p:extLst>
      <p:ext uri="{BB962C8B-B14F-4D97-AF65-F5344CB8AC3E}">
        <p14:creationId xmlns:p14="http://schemas.microsoft.com/office/powerpoint/2010/main" val="2215361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Régimes pour </a:t>
            </a:r>
            <a:r>
              <a:rPr lang="en-US" err="1"/>
              <a:t>lesquels</a:t>
            </a:r>
            <a:r>
              <a:rPr lang="en-US"/>
              <a:t> la </a:t>
            </a:r>
            <a:r>
              <a:rPr lang="en-US" err="1"/>
              <a:t>déclaration</a:t>
            </a:r>
            <a:r>
              <a:rPr lang="en-US"/>
              <a:t> </a:t>
            </a:r>
            <a:r>
              <a:rPr lang="en-US" err="1"/>
              <a:t>simplifiée</a:t>
            </a:r>
            <a:r>
              <a:rPr lang="en-US"/>
              <a:t> </a:t>
            </a:r>
            <a:r>
              <a:rPr lang="en-US" err="1"/>
              <a:t>peut</a:t>
            </a:r>
            <a:r>
              <a:rPr lang="en-US"/>
              <a:t> </a:t>
            </a:r>
            <a:r>
              <a:rPr lang="en-US" err="1"/>
              <a:t>être</a:t>
            </a:r>
            <a:r>
              <a:rPr lang="en-US"/>
              <a:t> </a:t>
            </a:r>
            <a:r>
              <a:rPr lang="en-US" err="1"/>
              <a:t>utilisée</a:t>
            </a:r>
            <a:r>
              <a:rPr lang="en-US"/>
              <a:t> </a:t>
            </a:r>
          </a:p>
        </p:txBody>
      </p:sp>
      <p:sp>
        <p:nvSpPr>
          <p:cNvPr id="3" name="Inhaltsplatzhalter 2"/>
          <p:cNvSpPr>
            <a:spLocks noGrp="1"/>
          </p:cNvSpPr>
          <p:nvPr>
            <p:ph idx="1"/>
          </p:nvPr>
        </p:nvSpPr>
        <p:spPr/>
        <p:txBody>
          <a:bodyPr>
            <a:normAutofit lnSpcReduction="10000"/>
          </a:bodyPr>
          <a:lstStyle/>
          <a:p>
            <a:r>
              <a:rPr lang="en-US"/>
              <a:t>La </a:t>
            </a:r>
            <a:r>
              <a:rPr lang="en-US" err="1"/>
              <a:t>déclaration</a:t>
            </a:r>
            <a:r>
              <a:rPr lang="en-US"/>
              <a:t> </a:t>
            </a:r>
            <a:r>
              <a:rPr lang="en-US" err="1"/>
              <a:t>simplifiée</a:t>
            </a:r>
            <a:r>
              <a:rPr lang="en-US"/>
              <a:t> </a:t>
            </a:r>
            <a:r>
              <a:rPr lang="en-US" err="1"/>
              <a:t>peut</a:t>
            </a:r>
            <a:r>
              <a:rPr lang="en-US"/>
              <a:t> </a:t>
            </a:r>
            <a:r>
              <a:rPr lang="en-US" err="1"/>
              <a:t>être</a:t>
            </a:r>
            <a:r>
              <a:rPr lang="en-US"/>
              <a:t> </a:t>
            </a:r>
            <a:r>
              <a:rPr lang="en-US" err="1"/>
              <a:t>utilisée</a:t>
            </a:r>
            <a:r>
              <a:rPr lang="en-US"/>
              <a:t> pour les </a:t>
            </a:r>
            <a:r>
              <a:rPr lang="en-US" err="1"/>
              <a:t>déclarations</a:t>
            </a:r>
            <a:r>
              <a:rPr lang="en-US"/>
              <a:t> sous les régimes </a:t>
            </a:r>
            <a:r>
              <a:rPr lang="en-US" err="1"/>
              <a:t>douaniers</a:t>
            </a:r>
            <a:r>
              <a:rPr lang="en-US"/>
              <a:t> </a:t>
            </a:r>
            <a:r>
              <a:rPr lang="en-US" err="1"/>
              <a:t>suivants</a:t>
            </a:r>
            <a:r>
              <a:rPr lang="en-US"/>
              <a:t>:</a:t>
            </a:r>
          </a:p>
          <a:p>
            <a:pPr marL="0" indent="0">
              <a:buNone/>
            </a:pPr>
            <a:r>
              <a:rPr lang="en-US"/>
              <a:t>	- </a:t>
            </a:r>
            <a:r>
              <a:rPr lang="en-US" err="1"/>
              <a:t>mise</a:t>
            </a:r>
            <a:r>
              <a:rPr lang="en-US"/>
              <a:t> </a:t>
            </a:r>
            <a:r>
              <a:rPr lang="en-US" err="1"/>
              <a:t>en</a:t>
            </a:r>
            <a:r>
              <a:rPr lang="en-US"/>
              <a:t> </a:t>
            </a:r>
            <a:r>
              <a:rPr lang="en-US" err="1"/>
              <a:t>libre</a:t>
            </a:r>
            <a:r>
              <a:rPr lang="en-US"/>
              <a:t> </a:t>
            </a:r>
            <a:r>
              <a:rPr lang="en-US" err="1"/>
              <a:t>pratique</a:t>
            </a:r>
            <a:endParaRPr lang="en-US"/>
          </a:p>
          <a:p>
            <a:pPr marL="0" indent="0">
              <a:buNone/>
            </a:pPr>
            <a:r>
              <a:rPr lang="en-US"/>
              <a:t>	- </a:t>
            </a:r>
            <a:r>
              <a:rPr lang="en-US" err="1"/>
              <a:t>entrepôt</a:t>
            </a:r>
            <a:r>
              <a:rPr lang="en-US"/>
              <a:t> </a:t>
            </a:r>
            <a:r>
              <a:rPr lang="en-US" err="1"/>
              <a:t>douanier</a:t>
            </a:r>
            <a:endParaRPr lang="en-US"/>
          </a:p>
          <a:p>
            <a:pPr marL="0" indent="0">
              <a:buNone/>
            </a:pPr>
            <a:r>
              <a:rPr lang="en-US"/>
              <a:t>	- admission </a:t>
            </a:r>
            <a:r>
              <a:rPr lang="en-US" err="1"/>
              <a:t>temporaire</a:t>
            </a:r>
            <a:endParaRPr lang="en-US"/>
          </a:p>
          <a:p>
            <a:pPr marL="0" indent="0">
              <a:buNone/>
            </a:pPr>
            <a:r>
              <a:rPr lang="en-US"/>
              <a:t>	- destination </a:t>
            </a:r>
            <a:r>
              <a:rPr lang="en-US" err="1"/>
              <a:t>particulière</a:t>
            </a:r>
            <a:endParaRPr lang="en-US"/>
          </a:p>
          <a:p>
            <a:pPr marL="0" indent="0">
              <a:buNone/>
            </a:pPr>
            <a:r>
              <a:rPr lang="en-US"/>
              <a:t>	- </a:t>
            </a:r>
            <a:r>
              <a:rPr lang="en-US" err="1"/>
              <a:t>perfectionnement</a:t>
            </a:r>
            <a:r>
              <a:rPr lang="en-US"/>
              <a:t> </a:t>
            </a:r>
            <a:r>
              <a:rPr lang="en-US" err="1"/>
              <a:t>actif</a:t>
            </a:r>
            <a:endParaRPr lang="en-US"/>
          </a:p>
          <a:p>
            <a:pPr marL="0" indent="0">
              <a:buNone/>
            </a:pPr>
            <a:r>
              <a:rPr lang="en-US"/>
              <a:t>	- </a:t>
            </a:r>
            <a:r>
              <a:rPr lang="en-US" err="1"/>
              <a:t>perfectionnement</a:t>
            </a:r>
            <a:r>
              <a:rPr lang="en-US"/>
              <a:t> </a:t>
            </a:r>
            <a:r>
              <a:rPr lang="en-US" err="1"/>
              <a:t>passif</a:t>
            </a:r>
            <a:endParaRPr lang="en-US"/>
          </a:p>
          <a:p>
            <a:pPr marL="0" indent="0">
              <a:buNone/>
            </a:pPr>
            <a:r>
              <a:rPr lang="en-US"/>
              <a:t>	- exportation et </a:t>
            </a:r>
            <a:r>
              <a:rPr lang="en-US" err="1"/>
              <a:t>réexportation</a:t>
            </a:r>
            <a:endParaRPr lang="en-US"/>
          </a:p>
          <a:p>
            <a:pPr lvl="1"/>
            <a:endParaRPr lang="en-US"/>
          </a:p>
          <a:p>
            <a:endParaRPr lang="en-US"/>
          </a:p>
        </p:txBody>
      </p:sp>
      <p:sp>
        <p:nvSpPr>
          <p:cNvPr id="4" name="Foliennummernplatzhalter 3"/>
          <p:cNvSpPr>
            <a:spLocks noGrp="1"/>
          </p:cNvSpPr>
          <p:nvPr>
            <p:ph type="sldNum" sz="quarter" idx="12"/>
          </p:nvPr>
        </p:nvSpPr>
        <p:spPr/>
        <p:txBody>
          <a:bodyPr/>
          <a:lstStyle/>
          <a:p>
            <a:fld id="{C58F520E-0D3C-4C73-96DF-B271C0F692B0}" type="slidenum">
              <a:rPr lang="lb-LU" smtClean="0"/>
              <a:t>5</a:t>
            </a:fld>
            <a:endParaRPr lang="lb-LU"/>
          </a:p>
        </p:txBody>
      </p:sp>
    </p:spTree>
    <p:extLst>
      <p:ext uri="{BB962C8B-B14F-4D97-AF65-F5344CB8AC3E}">
        <p14:creationId xmlns:p14="http://schemas.microsoft.com/office/powerpoint/2010/main" val="3631005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err="1"/>
              <a:t>L’autorisation</a:t>
            </a:r>
            <a:r>
              <a:rPr lang="en-US"/>
              <a:t> “</a:t>
            </a:r>
            <a:r>
              <a:rPr lang="en-US" err="1"/>
              <a:t>Déclaration</a:t>
            </a:r>
            <a:r>
              <a:rPr lang="en-US"/>
              <a:t> </a:t>
            </a:r>
            <a:r>
              <a:rPr lang="en-US" err="1"/>
              <a:t>simplifiée</a:t>
            </a:r>
            <a:r>
              <a:rPr lang="en-US"/>
              <a:t>” 1/2</a:t>
            </a:r>
          </a:p>
        </p:txBody>
      </p:sp>
      <p:sp>
        <p:nvSpPr>
          <p:cNvPr id="3" name="Inhaltsplatzhalter 2"/>
          <p:cNvSpPr>
            <a:spLocks noGrp="1"/>
          </p:cNvSpPr>
          <p:nvPr>
            <p:ph idx="1"/>
          </p:nvPr>
        </p:nvSpPr>
        <p:spPr/>
        <p:txBody>
          <a:bodyPr>
            <a:normAutofit fontScale="77500" lnSpcReduction="20000"/>
          </a:bodyPr>
          <a:lstStyle/>
          <a:p>
            <a:r>
              <a:rPr lang="en-US"/>
              <a:t>Conditions </a:t>
            </a:r>
            <a:r>
              <a:rPr lang="en-US" err="1"/>
              <a:t>d’obtention</a:t>
            </a:r>
            <a:r>
              <a:rPr lang="en-US"/>
              <a:t> de </a:t>
            </a:r>
            <a:r>
              <a:rPr lang="en-US" err="1"/>
              <a:t>l’autorisation</a:t>
            </a:r>
            <a:r>
              <a:rPr lang="en-US"/>
              <a:t>:</a:t>
            </a:r>
          </a:p>
          <a:p>
            <a:pPr marL="0" indent="0">
              <a:buNone/>
            </a:pPr>
            <a:endParaRPr lang="en-US"/>
          </a:p>
          <a:p>
            <a:pPr marL="896938" indent="-17463">
              <a:buNone/>
            </a:pPr>
            <a:r>
              <a:rPr lang="en-US"/>
              <a:t>	- le </a:t>
            </a:r>
            <a:r>
              <a:rPr lang="en-US" err="1"/>
              <a:t>demandeur</a:t>
            </a:r>
            <a:r>
              <a:rPr lang="en-US"/>
              <a:t> ne </a:t>
            </a:r>
            <a:r>
              <a:rPr lang="en-US" err="1"/>
              <a:t>doit</a:t>
            </a:r>
            <a:r>
              <a:rPr lang="en-US"/>
              <a:t> pas </a:t>
            </a:r>
            <a:r>
              <a:rPr lang="en-US" err="1"/>
              <a:t>avoir</a:t>
            </a:r>
            <a:r>
              <a:rPr lang="en-US"/>
              <a:t> </a:t>
            </a:r>
            <a:r>
              <a:rPr lang="en-US" err="1"/>
              <a:t>commis</a:t>
            </a:r>
            <a:r>
              <a:rPr lang="en-US"/>
              <a:t> </a:t>
            </a:r>
            <a:r>
              <a:rPr lang="en-US" err="1"/>
              <a:t>d’infractions</a:t>
            </a:r>
            <a:r>
              <a:rPr lang="en-US"/>
              <a:t> graves à la </a:t>
            </a:r>
            <a:r>
              <a:rPr lang="en-US" err="1"/>
              <a:t>législation</a:t>
            </a:r>
            <a:r>
              <a:rPr lang="en-US"/>
              <a:t> </a:t>
            </a:r>
            <a:r>
              <a:rPr lang="en-US" err="1"/>
              <a:t>fiscale</a:t>
            </a:r>
            <a:endParaRPr lang="en-US"/>
          </a:p>
          <a:p>
            <a:pPr marL="896938" indent="-17463" defTabSz="896938">
              <a:buNone/>
              <a:tabLst>
                <a:tab pos="896938" algn="l"/>
              </a:tabLst>
            </a:pPr>
            <a:r>
              <a:rPr lang="en-US"/>
              <a:t>	- le </a:t>
            </a:r>
            <a:r>
              <a:rPr lang="en-US" err="1"/>
              <a:t>demandeur</a:t>
            </a:r>
            <a:r>
              <a:rPr lang="en-US"/>
              <a:t> </a:t>
            </a:r>
            <a:r>
              <a:rPr lang="en-US" err="1"/>
              <a:t>doit</a:t>
            </a:r>
            <a:r>
              <a:rPr lang="en-US"/>
              <a:t> disposer de </a:t>
            </a:r>
            <a:r>
              <a:rPr lang="en-US" err="1"/>
              <a:t>procédures</a:t>
            </a:r>
            <a:r>
              <a:rPr lang="en-US"/>
              <a:t> </a:t>
            </a:r>
            <a:r>
              <a:rPr lang="en-US" err="1"/>
              <a:t>satisfaisantes</a:t>
            </a:r>
            <a:r>
              <a:rPr lang="en-US"/>
              <a:t> de </a:t>
            </a:r>
            <a:r>
              <a:rPr lang="en-US" err="1"/>
              <a:t>gestion</a:t>
            </a:r>
            <a:r>
              <a:rPr lang="en-US"/>
              <a:t> des </a:t>
            </a:r>
            <a:r>
              <a:rPr lang="en-US" err="1"/>
              <a:t>licences</a:t>
            </a:r>
            <a:r>
              <a:rPr lang="en-US"/>
              <a:t> et des </a:t>
            </a:r>
            <a:r>
              <a:rPr lang="en-US" err="1"/>
              <a:t>autorisations</a:t>
            </a:r>
            <a:r>
              <a:rPr lang="en-US"/>
              <a:t> </a:t>
            </a:r>
            <a:r>
              <a:rPr lang="en-US" err="1"/>
              <a:t>accordées</a:t>
            </a:r>
            <a:r>
              <a:rPr lang="en-US"/>
              <a:t> </a:t>
            </a:r>
            <a:r>
              <a:rPr lang="en-US" err="1"/>
              <a:t>conformément</a:t>
            </a:r>
            <a:r>
              <a:rPr lang="en-US"/>
              <a:t> aux </a:t>
            </a:r>
            <a:r>
              <a:rPr lang="en-US" err="1"/>
              <a:t>mesures</a:t>
            </a:r>
            <a:r>
              <a:rPr lang="en-US"/>
              <a:t> de </a:t>
            </a:r>
            <a:r>
              <a:rPr lang="en-US" err="1"/>
              <a:t>politique</a:t>
            </a:r>
            <a:r>
              <a:rPr lang="en-US"/>
              <a:t> </a:t>
            </a:r>
            <a:r>
              <a:rPr lang="en-US" err="1"/>
              <a:t>commerciale</a:t>
            </a:r>
            <a:r>
              <a:rPr lang="en-US"/>
              <a:t> </a:t>
            </a:r>
            <a:r>
              <a:rPr lang="en-US" err="1"/>
              <a:t>ou</a:t>
            </a:r>
            <a:r>
              <a:rPr lang="en-US"/>
              <a:t> </a:t>
            </a:r>
            <a:r>
              <a:rPr lang="en-US" err="1"/>
              <a:t>concernant</a:t>
            </a:r>
            <a:r>
              <a:rPr lang="en-US"/>
              <a:t> </a:t>
            </a:r>
            <a:r>
              <a:rPr lang="en-US" err="1"/>
              <a:t>l’échange</a:t>
            </a:r>
            <a:r>
              <a:rPr lang="en-US"/>
              <a:t> de </a:t>
            </a:r>
            <a:r>
              <a:rPr lang="en-US" err="1"/>
              <a:t>produits</a:t>
            </a:r>
            <a:r>
              <a:rPr lang="en-US"/>
              <a:t> </a:t>
            </a:r>
            <a:r>
              <a:rPr lang="en-US" err="1"/>
              <a:t>agricoles</a:t>
            </a:r>
            <a:endParaRPr lang="en-US"/>
          </a:p>
          <a:p>
            <a:pPr marL="896938" indent="-17463" defTabSz="896938">
              <a:buNone/>
            </a:pPr>
            <a:r>
              <a:rPr lang="en-US"/>
              <a:t>- le </a:t>
            </a:r>
            <a:r>
              <a:rPr lang="en-US" err="1"/>
              <a:t>demandeur</a:t>
            </a:r>
            <a:r>
              <a:rPr lang="en-US"/>
              <a:t> </a:t>
            </a:r>
            <a:r>
              <a:rPr lang="en-US" err="1"/>
              <a:t>doit</a:t>
            </a:r>
            <a:r>
              <a:rPr lang="en-US"/>
              <a:t> </a:t>
            </a:r>
            <a:r>
              <a:rPr lang="en-US" err="1"/>
              <a:t>établir</a:t>
            </a:r>
            <a:r>
              <a:rPr lang="en-US"/>
              <a:t> des </a:t>
            </a:r>
            <a:r>
              <a:rPr lang="en-US" err="1"/>
              <a:t>procédures</a:t>
            </a:r>
            <a:r>
              <a:rPr lang="en-US"/>
              <a:t> </a:t>
            </a:r>
            <a:r>
              <a:rPr lang="en-US" err="1"/>
              <a:t>permettant</a:t>
            </a:r>
            <a:r>
              <a:rPr lang="en-US"/>
              <a:t> </a:t>
            </a:r>
            <a:r>
              <a:rPr lang="en-US" err="1"/>
              <a:t>d’informer</a:t>
            </a:r>
            <a:r>
              <a:rPr lang="en-US"/>
              <a:t> </a:t>
            </a:r>
            <a:r>
              <a:rPr lang="en-US" err="1"/>
              <a:t>directement</a:t>
            </a:r>
            <a:r>
              <a:rPr lang="en-US"/>
              <a:t> les </a:t>
            </a:r>
            <a:r>
              <a:rPr lang="en-US" err="1"/>
              <a:t>autorités</a:t>
            </a:r>
            <a:r>
              <a:rPr lang="en-US"/>
              <a:t> </a:t>
            </a:r>
            <a:r>
              <a:rPr lang="en-US" err="1"/>
              <a:t>douanières</a:t>
            </a:r>
            <a:r>
              <a:rPr lang="en-US"/>
              <a:t> </a:t>
            </a:r>
            <a:r>
              <a:rPr lang="en-US" err="1"/>
              <a:t>dans</a:t>
            </a:r>
            <a:r>
              <a:rPr lang="en-US"/>
              <a:t> le </a:t>
            </a:r>
            <a:r>
              <a:rPr lang="en-US" err="1"/>
              <a:t>cas</a:t>
            </a:r>
            <a:r>
              <a:rPr lang="en-US"/>
              <a:t> </a:t>
            </a:r>
            <a:r>
              <a:rPr lang="en-US" err="1"/>
              <a:t>où</a:t>
            </a:r>
            <a:r>
              <a:rPr lang="en-US"/>
              <a:t> le </a:t>
            </a:r>
            <a:r>
              <a:rPr lang="en-US" err="1"/>
              <a:t>demandeur</a:t>
            </a:r>
            <a:r>
              <a:rPr lang="en-US"/>
              <a:t> rencontre des </a:t>
            </a:r>
            <a:r>
              <a:rPr lang="en-US" err="1"/>
              <a:t>difficultés</a:t>
            </a:r>
            <a:r>
              <a:rPr lang="en-US"/>
              <a:t> de se conformer à </a:t>
            </a:r>
            <a:r>
              <a:rPr lang="en-US" err="1"/>
              <a:t>l’autorisation</a:t>
            </a:r>
            <a:r>
              <a:rPr lang="en-US"/>
              <a:t>.</a:t>
            </a:r>
          </a:p>
          <a:p>
            <a:pPr marL="896938" indent="-17463" defTabSz="896938">
              <a:buNone/>
            </a:pPr>
            <a:r>
              <a:rPr lang="en-US"/>
              <a:t>- le </a:t>
            </a:r>
            <a:r>
              <a:rPr lang="en-US" err="1"/>
              <a:t>demandeur</a:t>
            </a:r>
            <a:r>
              <a:rPr lang="en-US"/>
              <a:t> </a:t>
            </a:r>
            <a:r>
              <a:rPr lang="en-US" err="1"/>
              <a:t>doit</a:t>
            </a:r>
            <a:r>
              <a:rPr lang="en-US"/>
              <a:t> disposer des </a:t>
            </a:r>
            <a:r>
              <a:rPr lang="en-US" err="1"/>
              <a:t>procédures</a:t>
            </a:r>
            <a:r>
              <a:rPr lang="en-US"/>
              <a:t> </a:t>
            </a:r>
            <a:r>
              <a:rPr lang="en-US" err="1"/>
              <a:t>satisfaisantes</a:t>
            </a:r>
            <a:r>
              <a:rPr lang="en-US"/>
              <a:t> de </a:t>
            </a:r>
            <a:r>
              <a:rPr lang="en-US" err="1"/>
              <a:t>traitement</a:t>
            </a:r>
            <a:r>
              <a:rPr lang="en-US"/>
              <a:t> des </a:t>
            </a:r>
            <a:r>
              <a:rPr lang="en-US" err="1"/>
              <a:t>certificats</a:t>
            </a:r>
            <a:r>
              <a:rPr lang="en-US"/>
              <a:t> </a:t>
            </a:r>
            <a:r>
              <a:rPr lang="en-US" err="1"/>
              <a:t>d’importation</a:t>
            </a:r>
            <a:r>
              <a:rPr lang="en-US"/>
              <a:t> et </a:t>
            </a:r>
            <a:r>
              <a:rPr lang="en-US" err="1"/>
              <a:t>d’exportation</a:t>
            </a:r>
            <a:r>
              <a:rPr lang="en-US"/>
              <a:t> </a:t>
            </a:r>
            <a:r>
              <a:rPr lang="en-US" err="1"/>
              <a:t>liés</a:t>
            </a:r>
            <a:r>
              <a:rPr lang="en-US"/>
              <a:t> à des </a:t>
            </a:r>
            <a:r>
              <a:rPr lang="en-US" err="1"/>
              <a:t>mesures</a:t>
            </a:r>
            <a:r>
              <a:rPr lang="en-US"/>
              <a:t> de prohibition et de restriction.</a:t>
            </a:r>
          </a:p>
          <a:p>
            <a:pPr marL="896938" indent="-180975" defTabSz="896938">
              <a:buNone/>
              <a:tabLst>
                <a:tab pos="896938" algn="l"/>
              </a:tabLst>
            </a:pPr>
            <a:endParaRPr lang="en-US"/>
          </a:p>
          <a:p>
            <a:pPr marL="0" indent="0">
              <a:buNone/>
            </a:pPr>
            <a:r>
              <a:rPr lang="en-US"/>
              <a:t> </a:t>
            </a:r>
          </a:p>
        </p:txBody>
      </p:sp>
      <p:sp>
        <p:nvSpPr>
          <p:cNvPr id="4" name="Foliennummernplatzhalter 3"/>
          <p:cNvSpPr>
            <a:spLocks noGrp="1"/>
          </p:cNvSpPr>
          <p:nvPr>
            <p:ph type="sldNum" sz="quarter" idx="12"/>
          </p:nvPr>
        </p:nvSpPr>
        <p:spPr/>
        <p:txBody>
          <a:bodyPr/>
          <a:lstStyle/>
          <a:p>
            <a:fld id="{C58F520E-0D3C-4C73-96DF-B271C0F692B0}" type="slidenum">
              <a:rPr lang="lb-LU" smtClean="0"/>
              <a:t>6</a:t>
            </a:fld>
            <a:endParaRPr lang="lb-LU"/>
          </a:p>
        </p:txBody>
      </p:sp>
    </p:spTree>
    <p:extLst>
      <p:ext uri="{BB962C8B-B14F-4D97-AF65-F5344CB8AC3E}">
        <p14:creationId xmlns:p14="http://schemas.microsoft.com/office/powerpoint/2010/main" val="3535022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err="1"/>
              <a:t>L’autorisation</a:t>
            </a:r>
            <a:r>
              <a:rPr lang="en-US"/>
              <a:t> “</a:t>
            </a:r>
            <a:r>
              <a:rPr lang="en-US" err="1"/>
              <a:t>Déclaration</a:t>
            </a:r>
            <a:r>
              <a:rPr lang="en-US"/>
              <a:t> </a:t>
            </a:r>
            <a:r>
              <a:rPr lang="en-US" err="1"/>
              <a:t>simplifiée</a:t>
            </a:r>
            <a:r>
              <a:rPr lang="en-US"/>
              <a:t>” 2/2</a:t>
            </a:r>
          </a:p>
        </p:txBody>
      </p:sp>
      <p:sp>
        <p:nvSpPr>
          <p:cNvPr id="3" name="Inhaltsplatzhalter 2"/>
          <p:cNvSpPr>
            <a:spLocks noGrp="1"/>
          </p:cNvSpPr>
          <p:nvPr>
            <p:ph idx="1"/>
          </p:nvPr>
        </p:nvSpPr>
        <p:spPr/>
        <p:txBody>
          <a:bodyPr/>
          <a:lstStyle/>
          <a:p>
            <a:r>
              <a:rPr lang="en-US" err="1"/>
              <a:t>L’autorisation</a:t>
            </a:r>
            <a:r>
              <a:rPr lang="en-US"/>
              <a:t> </a:t>
            </a:r>
            <a:r>
              <a:rPr lang="en-US" err="1"/>
              <a:t>est</a:t>
            </a:r>
            <a:r>
              <a:rPr lang="en-US"/>
              <a:t> </a:t>
            </a:r>
            <a:r>
              <a:rPr lang="en-US" err="1"/>
              <a:t>demandée</a:t>
            </a:r>
            <a:r>
              <a:rPr lang="en-US"/>
              <a:t> via le </a:t>
            </a:r>
            <a:r>
              <a:rPr lang="en-US" err="1"/>
              <a:t>système</a:t>
            </a:r>
            <a:r>
              <a:rPr lang="en-US"/>
              <a:t> des </a:t>
            </a:r>
            <a:r>
              <a:rPr lang="en-US" err="1"/>
              <a:t>décisions</a:t>
            </a:r>
            <a:r>
              <a:rPr lang="en-US"/>
              <a:t> </a:t>
            </a:r>
            <a:r>
              <a:rPr lang="en-US" err="1"/>
              <a:t>douanières</a:t>
            </a:r>
            <a:r>
              <a:rPr lang="en-US"/>
              <a:t> CDS.</a:t>
            </a:r>
          </a:p>
          <a:p>
            <a:r>
              <a:rPr lang="en-US"/>
              <a:t>Les </a:t>
            </a:r>
            <a:r>
              <a:rPr lang="en-US" err="1"/>
              <a:t>informations</a:t>
            </a:r>
            <a:r>
              <a:rPr lang="en-US"/>
              <a:t> à </a:t>
            </a:r>
            <a:r>
              <a:rPr lang="en-US" err="1"/>
              <a:t>fournir</a:t>
            </a:r>
            <a:r>
              <a:rPr lang="en-US"/>
              <a:t> </a:t>
            </a:r>
            <a:r>
              <a:rPr lang="en-US" err="1"/>
              <a:t>dans</a:t>
            </a:r>
            <a:r>
              <a:rPr lang="en-US"/>
              <a:t> la </a:t>
            </a:r>
            <a:r>
              <a:rPr lang="en-US" err="1"/>
              <a:t>demande</a:t>
            </a:r>
            <a:r>
              <a:rPr lang="en-US"/>
              <a:t> </a:t>
            </a:r>
            <a:r>
              <a:rPr lang="en-US" err="1"/>
              <a:t>sont</a:t>
            </a:r>
            <a:r>
              <a:rPr lang="en-US"/>
              <a:t> </a:t>
            </a:r>
            <a:r>
              <a:rPr lang="en-US" err="1"/>
              <a:t>répertoriés</a:t>
            </a:r>
            <a:r>
              <a:rPr lang="en-US"/>
              <a:t> </a:t>
            </a:r>
            <a:r>
              <a:rPr lang="en-US" err="1"/>
              <a:t>dans</a:t>
            </a:r>
            <a:r>
              <a:rPr lang="en-US"/>
              <a:t> la </a:t>
            </a:r>
            <a:r>
              <a:rPr lang="en-US" err="1"/>
              <a:t>colonne</a:t>
            </a:r>
            <a:r>
              <a:rPr lang="en-US"/>
              <a:t> 7a de l’</a:t>
            </a:r>
            <a:r>
              <a:rPr lang="en-US">
                <a:hlinkClick r:id="rId2"/>
              </a:rPr>
              <a:t>annexe A du règlement délégué</a:t>
            </a:r>
            <a:r>
              <a:rPr lang="en-US"/>
              <a:t>.</a:t>
            </a:r>
          </a:p>
          <a:p>
            <a:r>
              <a:rPr lang="en-US"/>
              <a:t>Le </a:t>
            </a:r>
            <a:r>
              <a:rPr lang="en-US" err="1"/>
              <a:t>demandeur</a:t>
            </a:r>
            <a:r>
              <a:rPr lang="en-US"/>
              <a:t> </a:t>
            </a:r>
            <a:r>
              <a:rPr lang="en-US" err="1"/>
              <a:t>doit</a:t>
            </a:r>
            <a:r>
              <a:rPr lang="en-US"/>
              <a:t> </a:t>
            </a:r>
            <a:r>
              <a:rPr lang="en-US" err="1"/>
              <a:t>être</a:t>
            </a:r>
            <a:r>
              <a:rPr lang="en-US"/>
              <a:t> </a:t>
            </a:r>
            <a:r>
              <a:rPr lang="en-US" err="1"/>
              <a:t>établi</a:t>
            </a:r>
            <a:r>
              <a:rPr lang="en-US"/>
              <a:t> </a:t>
            </a:r>
            <a:r>
              <a:rPr lang="en-US" err="1"/>
              <a:t>dans</a:t>
            </a:r>
            <a:r>
              <a:rPr lang="en-US"/>
              <a:t> l’UE.</a:t>
            </a:r>
          </a:p>
          <a:p>
            <a:r>
              <a:rPr lang="en-US"/>
              <a:t>Le demandeur doit constituer une garantie.</a:t>
            </a:r>
          </a:p>
          <a:p>
            <a:r>
              <a:rPr lang="en-US" err="1"/>
              <a:t>L’autorisation</a:t>
            </a:r>
            <a:r>
              <a:rPr lang="en-US"/>
              <a:t> </a:t>
            </a:r>
            <a:r>
              <a:rPr lang="en-US" err="1"/>
              <a:t>peut</a:t>
            </a:r>
            <a:r>
              <a:rPr lang="en-US"/>
              <a:t> </a:t>
            </a:r>
            <a:r>
              <a:rPr lang="en-US" err="1"/>
              <a:t>aussi</a:t>
            </a:r>
            <a:r>
              <a:rPr lang="en-US"/>
              <a:t> </a:t>
            </a:r>
            <a:r>
              <a:rPr lang="en-US" err="1"/>
              <a:t>être</a:t>
            </a:r>
            <a:r>
              <a:rPr lang="en-US"/>
              <a:t> </a:t>
            </a:r>
            <a:r>
              <a:rPr lang="en-US" err="1"/>
              <a:t>accordé</a:t>
            </a:r>
            <a:r>
              <a:rPr lang="en-US"/>
              <a:t> à un </a:t>
            </a:r>
            <a:r>
              <a:rPr lang="en-US" err="1"/>
              <a:t>représentant</a:t>
            </a:r>
            <a:r>
              <a:rPr lang="en-US"/>
              <a:t> </a:t>
            </a:r>
            <a:r>
              <a:rPr lang="en-US" err="1"/>
              <a:t>en</a:t>
            </a:r>
            <a:r>
              <a:rPr lang="en-US"/>
              <a:t> </a:t>
            </a:r>
            <a:r>
              <a:rPr lang="en-US" err="1"/>
              <a:t>douane</a:t>
            </a:r>
            <a:r>
              <a:rPr lang="en-US"/>
              <a:t>. </a:t>
            </a:r>
            <a:r>
              <a:rPr lang="en-US" err="1"/>
              <a:t>Dans</a:t>
            </a:r>
            <a:r>
              <a:rPr lang="en-US"/>
              <a:t> </a:t>
            </a:r>
            <a:r>
              <a:rPr lang="en-US" err="1"/>
              <a:t>ce</a:t>
            </a:r>
            <a:r>
              <a:rPr lang="en-US"/>
              <a:t> </a:t>
            </a:r>
            <a:r>
              <a:rPr lang="en-US" err="1"/>
              <a:t>cas</a:t>
            </a:r>
            <a:r>
              <a:rPr lang="en-US"/>
              <a:t> le </a:t>
            </a:r>
            <a:r>
              <a:rPr lang="en-US" err="1"/>
              <a:t>représentant</a:t>
            </a:r>
            <a:r>
              <a:rPr lang="en-US"/>
              <a:t> </a:t>
            </a:r>
            <a:r>
              <a:rPr lang="en-US" err="1"/>
              <a:t>en</a:t>
            </a:r>
            <a:r>
              <a:rPr lang="en-US"/>
              <a:t> </a:t>
            </a:r>
            <a:r>
              <a:rPr lang="en-US" err="1"/>
              <a:t>douane</a:t>
            </a:r>
            <a:r>
              <a:rPr lang="en-US"/>
              <a:t> </a:t>
            </a:r>
            <a:r>
              <a:rPr lang="en-US" err="1"/>
              <a:t>peut</a:t>
            </a:r>
            <a:r>
              <a:rPr lang="en-US"/>
              <a:t> faire des déclarations simplifiées pour le </a:t>
            </a:r>
            <a:r>
              <a:rPr lang="en-US" err="1"/>
              <a:t>compte</a:t>
            </a:r>
            <a:r>
              <a:rPr lang="en-US"/>
              <a:t> de son client.</a:t>
            </a:r>
          </a:p>
          <a:p>
            <a:endParaRPr lang="en-US"/>
          </a:p>
        </p:txBody>
      </p:sp>
      <p:sp>
        <p:nvSpPr>
          <p:cNvPr id="4" name="Foliennummernplatzhalter 3"/>
          <p:cNvSpPr>
            <a:spLocks noGrp="1"/>
          </p:cNvSpPr>
          <p:nvPr>
            <p:ph type="sldNum" sz="quarter" idx="12"/>
          </p:nvPr>
        </p:nvSpPr>
        <p:spPr/>
        <p:txBody>
          <a:bodyPr/>
          <a:lstStyle/>
          <a:p>
            <a:fld id="{C58F520E-0D3C-4C73-96DF-B271C0F692B0}" type="slidenum">
              <a:rPr lang="lb-LU" smtClean="0"/>
              <a:t>7</a:t>
            </a:fld>
            <a:endParaRPr lang="lb-LU"/>
          </a:p>
        </p:txBody>
      </p:sp>
    </p:spTree>
    <p:extLst>
      <p:ext uri="{BB962C8B-B14F-4D97-AF65-F5344CB8AC3E}">
        <p14:creationId xmlns:p14="http://schemas.microsoft.com/office/powerpoint/2010/main" val="1167791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a:t>La </a:t>
            </a:r>
            <a:r>
              <a:rPr lang="en-US" err="1"/>
              <a:t>déclaration</a:t>
            </a:r>
            <a:r>
              <a:rPr lang="en-US"/>
              <a:t> </a:t>
            </a:r>
            <a:r>
              <a:rPr lang="en-US" err="1"/>
              <a:t>complémentaire</a:t>
            </a:r>
            <a:r>
              <a:rPr lang="en-US"/>
              <a:t> 1/2</a:t>
            </a:r>
          </a:p>
        </p:txBody>
      </p:sp>
      <p:sp>
        <p:nvSpPr>
          <p:cNvPr id="3" name="Inhaltsplatzhalter 2"/>
          <p:cNvSpPr>
            <a:spLocks noGrp="1"/>
          </p:cNvSpPr>
          <p:nvPr>
            <p:ph idx="1"/>
          </p:nvPr>
        </p:nvSpPr>
        <p:spPr/>
        <p:txBody>
          <a:bodyPr>
            <a:normAutofit fontScale="77500" lnSpcReduction="20000"/>
          </a:bodyPr>
          <a:lstStyle/>
          <a:p>
            <a:r>
              <a:rPr lang="en-US" dirty="0"/>
              <a:t>Le </a:t>
            </a:r>
            <a:r>
              <a:rPr lang="en-US" dirty="0" err="1"/>
              <a:t>déclarant</a:t>
            </a:r>
            <a:r>
              <a:rPr lang="en-US" dirty="0"/>
              <a:t> doit </a:t>
            </a:r>
            <a:r>
              <a:rPr lang="en-US" dirty="0" err="1"/>
              <a:t>déposer</a:t>
            </a:r>
            <a:r>
              <a:rPr lang="en-US" dirty="0"/>
              <a:t> dans un </a:t>
            </a:r>
            <a:r>
              <a:rPr lang="en-US" dirty="0" err="1"/>
              <a:t>délai</a:t>
            </a:r>
            <a:r>
              <a:rPr lang="en-US" dirty="0"/>
              <a:t> </a:t>
            </a:r>
            <a:r>
              <a:rPr lang="en-US" dirty="0" err="1"/>
              <a:t>déterminé</a:t>
            </a:r>
            <a:r>
              <a:rPr lang="en-US" dirty="0"/>
              <a:t> </a:t>
            </a:r>
            <a:r>
              <a:rPr lang="en-US" dirty="0" err="1"/>
              <a:t>une</a:t>
            </a:r>
            <a:r>
              <a:rPr lang="en-US" dirty="0"/>
              <a:t> </a:t>
            </a:r>
            <a:r>
              <a:rPr lang="en-US" dirty="0" err="1"/>
              <a:t>déclaration</a:t>
            </a:r>
            <a:r>
              <a:rPr lang="en-US" dirty="0"/>
              <a:t> </a:t>
            </a:r>
            <a:r>
              <a:rPr lang="en-US" dirty="0" err="1"/>
              <a:t>complémentaire</a:t>
            </a:r>
            <a:r>
              <a:rPr lang="en-US" dirty="0"/>
              <a:t> </a:t>
            </a:r>
            <a:r>
              <a:rPr lang="en-US" dirty="0" err="1"/>
              <a:t>comportant</a:t>
            </a:r>
            <a:r>
              <a:rPr lang="en-US" dirty="0"/>
              <a:t> les </a:t>
            </a:r>
            <a:r>
              <a:rPr lang="en-US" dirty="0" err="1"/>
              <a:t>énonciations</a:t>
            </a:r>
            <a:r>
              <a:rPr lang="en-US" dirty="0"/>
              <a:t> </a:t>
            </a:r>
            <a:r>
              <a:rPr lang="en-US" dirty="0" err="1"/>
              <a:t>manquantes</a:t>
            </a:r>
            <a:r>
              <a:rPr lang="en-US" dirty="0"/>
              <a:t> au moment de la </a:t>
            </a:r>
            <a:r>
              <a:rPr lang="en-US" dirty="0" err="1"/>
              <a:t>déclaration</a:t>
            </a:r>
            <a:r>
              <a:rPr lang="en-US" dirty="0"/>
              <a:t> </a:t>
            </a:r>
            <a:r>
              <a:rPr lang="en-US" dirty="0" err="1"/>
              <a:t>simplifiée</a:t>
            </a:r>
            <a:r>
              <a:rPr lang="en-US" dirty="0"/>
              <a:t>.</a:t>
            </a:r>
          </a:p>
          <a:p>
            <a:r>
              <a:rPr lang="en-US" dirty="0"/>
              <a:t>Au moment de la </a:t>
            </a:r>
            <a:r>
              <a:rPr lang="en-US" dirty="0" err="1"/>
              <a:t>soumission</a:t>
            </a:r>
            <a:r>
              <a:rPr lang="en-US" dirty="0"/>
              <a:t> de la </a:t>
            </a:r>
            <a:r>
              <a:rPr lang="en-US" dirty="0" err="1"/>
              <a:t>déclaration</a:t>
            </a:r>
            <a:r>
              <a:rPr lang="en-US" dirty="0"/>
              <a:t> </a:t>
            </a:r>
            <a:r>
              <a:rPr lang="en-US" dirty="0" err="1"/>
              <a:t>complémentaire</a:t>
            </a:r>
            <a:r>
              <a:rPr lang="en-US" dirty="0"/>
              <a:t> </a:t>
            </a:r>
            <a:r>
              <a:rPr lang="en-US" dirty="0" err="1"/>
              <a:t>aussi</a:t>
            </a:r>
            <a:r>
              <a:rPr lang="en-US" dirty="0"/>
              <a:t> les documents </a:t>
            </a:r>
            <a:r>
              <a:rPr lang="en-US" dirty="0" err="1"/>
              <a:t>éventuellement</a:t>
            </a:r>
            <a:r>
              <a:rPr lang="en-US" dirty="0"/>
              <a:t> </a:t>
            </a:r>
            <a:r>
              <a:rPr lang="en-US" dirty="0" err="1"/>
              <a:t>manquants</a:t>
            </a:r>
            <a:r>
              <a:rPr lang="en-US" dirty="0"/>
              <a:t> au moment du </a:t>
            </a:r>
            <a:r>
              <a:rPr lang="en-US" dirty="0" err="1"/>
              <a:t>dépôt</a:t>
            </a:r>
            <a:r>
              <a:rPr lang="en-US" dirty="0"/>
              <a:t> de la </a:t>
            </a:r>
            <a:r>
              <a:rPr lang="en-US" dirty="0" err="1"/>
              <a:t>déclaration</a:t>
            </a:r>
            <a:r>
              <a:rPr lang="en-US" dirty="0"/>
              <a:t> </a:t>
            </a:r>
            <a:r>
              <a:rPr lang="en-US" dirty="0" err="1"/>
              <a:t>simplifiée</a:t>
            </a:r>
            <a:r>
              <a:rPr lang="en-US" dirty="0"/>
              <a:t>, </a:t>
            </a:r>
            <a:r>
              <a:rPr lang="en-US" dirty="0" err="1"/>
              <a:t>doivent</a:t>
            </a:r>
            <a:r>
              <a:rPr lang="en-US" dirty="0"/>
              <a:t> </a:t>
            </a:r>
            <a:r>
              <a:rPr lang="en-US" dirty="0" err="1"/>
              <a:t>être</a:t>
            </a:r>
            <a:r>
              <a:rPr lang="en-US" dirty="0"/>
              <a:t> </a:t>
            </a:r>
            <a:r>
              <a:rPr lang="en-US" dirty="0" err="1"/>
              <a:t>en</a:t>
            </a:r>
            <a:r>
              <a:rPr lang="en-US" dirty="0"/>
              <a:t> la possession du </a:t>
            </a:r>
            <a:r>
              <a:rPr lang="en-US" dirty="0" err="1"/>
              <a:t>déclarant</a:t>
            </a:r>
            <a:r>
              <a:rPr lang="en-US" dirty="0"/>
              <a:t> et à la disposition des </a:t>
            </a:r>
            <a:r>
              <a:rPr lang="en-US" dirty="0" err="1"/>
              <a:t>autorités</a:t>
            </a:r>
            <a:r>
              <a:rPr lang="en-US" dirty="0"/>
              <a:t> </a:t>
            </a:r>
            <a:r>
              <a:rPr lang="en-US" dirty="0" err="1"/>
              <a:t>douanières</a:t>
            </a:r>
            <a:r>
              <a:rPr lang="en-US" dirty="0"/>
              <a:t>.</a:t>
            </a:r>
          </a:p>
          <a:p>
            <a:r>
              <a:rPr lang="en-US" dirty="0"/>
              <a:t>La </a:t>
            </a:r>
            <a:r>
              <a:rPr lang="en-US" dirty="0" err="1"/>
              <a:t>déclaration</a:t>
            </a:r>
            <a:r>
              <a:rPr lang="en-US" dirty="0"/>
              <a:t> </a:t>
            </a:r>
            <a:r>
              <a:rPr lang="en-US" dirty="0" err="1"/>
              <a:t>complémentaire</a:t>
            </a:r>
            <a:r>
              <a:rPr lang="en-US" dirty="0"/>
              <a:t> doit faire </a:t>
            </a:r>
            <a:r>
              <a:rPr lang="en-US" dirty="0" err="1"/>
              <a:t>référence</a:t>
            </a:r>
            <a:r>
              <a:rPr lang="en-US" dirty="0"/>
              <a:t> au </a:t>
            </a:r>
            <a:r>
              <a:rPr lang="en-US" dirty="0" err="1"/>
              <a:t>numéro</a:t>
            </a:r>
            <a:r>
              <a:rPr lang="en-US" dirty="0"/>
              <a:t> MRN de la/des </a:t>
            </a:r>
            <a:r>
              <a:rPr lang="en-US" dirty="0" err="1"/>
              <a:t>déclaration</a:t>
            </a:r>
            <a:r>
              <a:rPr lang="en-US" dirty="0"/>
              <a:t>(s) </a:t>
            </a:r>
            <a:r>
              <a:rPr lang="en-US" dirty="0" err="1"/>
              <a:t>simplifiée</a:t>
            </a:r>
            <a:r>
              <a:rPr lang="en-US" dirty="0"/>
              <a:t>(s) respective(s).</a:t>
            </a:r>
          </a:p>
          <a:p>
            <a:r>
              <a:rPr lang="en-US" dirty="0"/>
              <a:t>Une </a:t>
            </a:r>
            <a:r>
              <a:rPr lang="en-US" dirty="0" err="1"/>
              <a:t>déclaration</a:t>
            </a:r>
            <a:r>
              <a:rPr lang="en-US" dirty="0"/>
              <a:t> </a:t>
            </a:r>
            <a:r>
              <a:rPr lang="en-US" dirty="0" err="1"/>
              <a:t>complémentaire</a:t>
            </a:r>
            <a:r>
              <a:rPr lang="en-US" dirty="0"/>
              <a:t> </a:t>
            </a:r>
            <a:r>
              <a:rPr lang="en-US" dirty="0" err="1"/>
              <a:t>n’est</a:t>
            </a:r>
            <a:r>
              <a:rPr lang="en-US" dirty="0"/>
              <a:t> pas </a:t>
            </a:r>
            <a:r>
              <a:rPr lang="en-US" dirty="0" err="1"/>
              <a:t>obligatoire</a:t>
            </a:r>
            <a:r>
              <a:rPr lang="en-US" dirty="0"/>
              <a:t> </a:t>
            </a:r>
            <a:r>
              <a:rPr lang="en-US" dirty="0" err="1"/>
              <a:t>en</a:t>
            </a:r>
            <a:r>
              <a:rPr lang="en-US" dirty="0"/>
              <a:t> </a:t>
            </a:r>
            <a:r>
              <a:rPr lang="en-US" dirty="0" err="1"/>
              <a:t>cas</a:t>
            </a:r>
            <a:r>
              <a:rPr lang="en-US" dirty="0"/>
              <a:t> de placement sous le régime de </a:t>
            </a:r>
            <a:r>
              <a:rPr lang="en-US" dirty="0" err="1"/>
              <a:t>l’entrepôt</a:t>
            </a:r>
            <a:r>
              <a:rPr lang="en-US" dirty="0"/>
              <a:t> douanier.  </a:t>
            </a:r>
          </a:p>
          <a:p>
            <a:endParaRPr lang="en-US" dirty="0"/>
          </a:p>
          <a:p>
            <a:pPr marL="0" indent="0">
              <a:buNone/>
            </a:pPr>
            <a:r>
              <a:rPr lang="en-US" dirty="0"/>
              <a:t>	</a:t>
            </a:r>
          </a:p>
          <a:p>
            <a:pPr marL="0" indent="0">
              <a:buNone/>
            </a:pPr>
            <a:r>
              <a:rPr lang="en-US" dirty="0"/>
              <a:t>  </a:t>
            </a:r>
          </a:p>
        </p:txBody>
      </p:sp>
      <p:sp>
        <p:nvSpPr>
          <p:cNvPr id="4" name="Foliennummernplatzhalter 3"/>
          <p:cNvSpPr>
            <a:spLocks noGrp="1"/>
          </p:cNvSpPr>
          <p:nvPr>
            <p:ph type="sldNum" sz="quarter" idx="12"/>
          </p:nvPr>
        </p:nvSpPr>
        <p:spPr/>
        <p:txBody>
          <a:bodyPr/>
          <a:lstStyle/>
          <a:p>
            <a:fld id="{C58F520E-0D3C-4C73-96DF-B271C0F692B0}" type="slidenum">
              <a:rPr lang="lb-LU" smtClean="0"/>
              <a:t>8</a:t>
            </a:fld>
            <a:endParaRPr lang="lb-LU"/>
          </a:p>
        </p:txBody>
      </p:sp>
    </p:spTree>
    <p:extLst>
      <p:ext uri="{BB962C8B-B14F-4D97-AF65-F5344CB8AC3E}">
        <p14:creationId xmlns:p14="http://schemas.microsoft.com/office/powerpoint/2010/main" val="1899611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a:t>La </a:t>
            </a:r>
            <a:r>
              <a:rPr lang="en-US" err="1"/>
              <a:t>déclaration</a:t>
            </a:r>
            <a:r>
              <a:rPr lang="en-US"/>
              <a:t> </a:t>
            </a:r>
            <a:r>
              <a:rPr lang="en-US" err="1"/>
              <a:t>complémentaire</a:t>
            </a:r>
            <a:r>
              <a:rPr lang="en-US"/>
              <a:t> 2/2</a:t>
            </a:r>
          </a:p>
        </p:txBody>
      </p:sp>
      <p:sp>
        <p:nvSpPr>
          <p:cNvPr id="3" name="Inhaltsplatzhalter 2"/>
          <p:cNvSpPr>
            <a:spLocks noGrp="1"/>
          </p:cNvSpPr>
          <p:nvPr>
            <p:ph idx="1"/>
          </p:nvPr>
        </p:nvSpPr>
        <p:spPr/>
        <p:txBody>
          <a:bodyPr/>
          <a:lstStyle/>
          <a:p>
            <a:r>
              <a:rPr lang="en-US"/>
              <a:t>Les </a:t>
            </a:r>
            <a:r>
              <a:rPr lang="en-US" err="1"/>
              <a:t>autorités</a:t>
            </a:r>
            <a:r>
              <a:rPr lang="en-US"/>
              <a:t> </a:t>
            </a:r>
            <a:r>
              <a:rPr lang="en-US" err="1"/>
              <a:t>peuvent</a:t>
            </a:r>
            <a:r>
              <a:rPr lang="en-US"/>
              <a:t> </a:t>
            </a:r>
            <a:r>
              <a:rPr lang="en-US" err="1"/>
              <a:t>décider</a:t>
            </a:r>
            <a:r>
              <a:rPr lang="en-US"/>
              <a:t> de ne pas demander de </a:t>
            </a:r>
            <a:r>
              <a:rPr lang="en-US" err="1"/>
              <a:t>déclaration</a:t>
            </a:r>
            <a:r>
              <a:rPr lang="en-US"/>
              <a:t> </a:t>
            </a:r>
            <a:r>
              <a:rPr lang="en-US" err="1"/>
              <a:t>complémentaire</a:t>
            </a:r>
            <a:r>
              <a:rPr lang="en-US"/>
              <a:t> </a:t>
            </a:r>
            <a:r>
              <a:rPr lang="en-US" err="1"/>
              <a:t>dans</a:t>
            </a:r>
            <a:r>
              <a:rPr lang="en-US"/>
              <a:t> les </a:t>
            </a:r>
            <a:r>
              <a:rPr lang="en-US" err="1"/>
              <a:t>cas</a:t>
            </a:r>
            <a:r>
              <a:rPr lang="en-US"/>
              <a:t> </a:t>
            </a:r>
            <a:r>
              <a:rPr lang="en-US" err="1"/>
              <a:t>suivants</a:t>
            </a:r>
            <a:r>
              <a:rPr lang="en-US"/>
              <a:t>:</a:t>
            </a:r>
          </a:p>
          <a:p>
            <a:pPr marL="895350" indent="-895350">
              <a:buNone/>
            </a:pPr>
            <a:r>
              <a:rPr lang="en-US"/>
              <a:t>	- la </a:t>
            </a:r>
            <a:r>
              <a:rPr lang="en-US" err="1"/>
              <a:t>valeur</a:t>
            </a:r>
            <a:r>
              <a:rPr lang="en-US"/>
              <a:t> des </a:t>
            </a:r>
            <a:r>
              <a:rPr lang="en-US" err="1"/>
              <a:t>marchandises</a:t>
            </a:r>
            <a:r>
              <a:rPr lang="en-US"/>
              <a:t> </a:t>
            </a:r>
            <a:r>
              <a:rPr lang="en-US" err="1"/>
              <a:t>couvertes</a:t>
            </a:r>
            <a:r>
              <a:rPr lang="en-US"/>
              <a:t> par la </a:t>
            </a:r>
            <a:r>
              <a:rPr lang="en-US" err="1"/>
              <a:t>déclaration</a:t>
            </a:r>
            <a:r>
              <a:rPr lang="en-US"/>
              <a:t> </a:t>
            </a:r>
            <a:r>
              <a:rPr lang="en-US" err="1"/>
              <a:t>simplifiée</a:t>
            </a:r>
            <a:r>
              <a:rPr lang="en-US"/>
              <a:t> n’excéde pas 1000€</a:t>
            </a:r>
          </a:p>
          <a:p>
            <a:pPr marL="895350" indent="-895350">
              <a:buNone/>
            </a:pPr>
            <a:r>
              <a:rPr lang="en-US"/>
              <a:t>	ou</a:t>
            </a:r>
          </a:p>
          <a:p>
            <a:pPr marL="895350" indent="-895350">
              <a:buNone/>
            </a:pPr>
            <a:r>
              <a:rPr lang="en-US"/>
              <a:t>	- la </a:t>
            </a:r>
            <a:r>
              <a:rPr lang="en-US" err="1"/>
              <a:t>déclaration</a:t>
            </a:r>
            <a:r>
              <a:rPr lang="en-US"/>
              <a:t> </a:t>
            </a:r>
            <a:r>
              <a:rPr lang="en-US" err="1"/>
              <a:t>simplifiée</a:t>
            </a:r>
            <a:r>
              <a:rPr lang="en-US"/>
              <a:t> </a:t>
            </a:r>
            <a:r>
              <a:rPr lang="en-US" err="1"/>
              <a:t>comporte</a:t>
            </a:r>
            <a:r>
              <a:rPr lang="en-US"/>
              <a:t> déjà </a:t>
            </a:r>
            <a:r>
              <a:rPr lang="en-US" err="1"/>
              <a:t>toutes</a:t>
            </a:r>
            <a:r>
              <a:rPr lang="en-US"/>
              <a:t> les </a:t>
            </a:r>
            <a:r>
              <a:rPr lang="en-US" err="1"/>
              <a:t>données</a:t>
            </a:r>
            <a:r>
              <a:rPr lang="en-US"/>
              <a:t> </a:t>
            </a:r>
            <a:r>
              <a:rPr lang="en-US" err="1"/>
              <a:t>nécessaires</a:t>
            </a:r>
            <a:r>
              <a:rPr lang="en-US"/>
              <a:t> aux fins du régime </a:t>
            </a:r>
            <a:r>
              <a:rPr lang="en-US" err="1"/>
              <a:t>concerné</a:t>
            </a:r>
            <a:endParaRPr lang="en-US"/>
          </a:p>
          <a:p>
            <a:pPr marL="895350" indent="-895350">
              <a:buNone/>
            </a:pPr>
            <a:r>
              <a:rPr lang="en-US"/>
              <a:t>	</a:t>
            </a:r>
          </a:p>
        </p:txBody>
      </p:sp>
      <p:sp>
        <p:nvSpPr>
          <p:cNvPr id="4" name="Foliennummernplatzhalter 3"/>
          <p:cNvSpPr>
            <a:spLocks noGrp="1"/>
          </p:cNvSpPr>
          <p:nvPr>
            <p:ph type="sldNum" sz="quarter" idx="12"/>
          </p:nvPr>
        </p:nvSpPr>
        <p:spPr/>
        <p:txBody>
          <a:bodyPr/>
          <a:lstStyle/>
          <a:p>
            <a:fld id="{C58F520E-0D3C-4C73-96DF-B271C0F692B0}" type="slidenum">
              <a:rPr lang="lb-LU" smtClean="0"/>
              <a:t>9</a:t>
            </a:fld>
            <a:endParaRPr lang="lb-LU"/>
          </a:p>
        </p:txBody>
      </p:sp>
    </p:spTree>
    <p:extLst>
      <p:ext uri="{BB962C8B-B14F-4D97-AF65-F5344CB8AC3E}">
        <p14:creationId xmlns:p14="http://schemas.microsoft.com/office/powerpoint/2010/main" val="890789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a:t>Types de </a:t>
            </a:r>
            <a:r>
              <a:rPr lang="en-US" err="1"/>
              <a:t>déclaration</a:t>
            </a:r>
            <a:r>
              <a:rPr lang="en-US"/>
              <a:t> </a:t>
            </a:r>
            <a:r>
              <a:rPr lang="en-US" err="1"/>
              <a:t>complémentaire</a:t>
            </a:r>
            <a:endParaRPr lang="en-US"/>
          </a:p>
        </p:txBody>
      </p:sp>
      <p:sp>
        <p:nvSpPr>
          <p:cNvPr id="3" name="Inhaltsplatzhalter 2"/>
          <p:cNvSpPr>
            <a:spLocks noGrp="1"/>
          </p:cNvSpPr>
          <p:nvPr>
            <p:ph idx="1"/>
          </p:nvPr>
        </p:nvSpPr>
        <p:spPr/>
        <p:txBody>
          <a:bodyPr/>
          <a:lstStyle/>
          <a:p>
            <a:r>
              <a:rPr lang="en-US"/>
              <a:t>Il </a:t>
            </a:r>
            <a:r>
              <a:rPr lang="en-US" err="1"/>
              <a:t>existe</a:t>
            </a:r>
            <a:r>
              <a:rPr lang="en-US"/>
              <a:t> 3 types de </a:t>
            </a:r>
            <a:r>
              <a:rPr lang="en-US" err="1"/>
              <a:t>déclaration</a:t>
            </a:r>
            <a:r>
              <a:rPr lang="en-US"/>
              <a:t> </a:t>
            </a:r>
            <a:r>
              <a:rPr lang="en-US" err="1"/>
              <a:t>complémentaire</a:t>
            </a:r>
            <a:r>
              <a:rPr lang="en-US"/>
              <a:t>:</a:t>
            </a:r>
          </a:p>
          <a:p>
            <a:pPr marL="0" indent="0">
              <a:buNone/>
            </a:pPr>
            <a:r>
              <a:rPr lang="en-US"/>
              <a:t>	- la </a:t>
            </a:r>
            <a:r>
              <a:rPr lang="en-US" err="1"/>
              <a:t>déclaration</a:t>
            </a:r>
            <a:r>
              <a:rPr lang="en-US"/>
              <a:t> </a:t>
            </a:r>
            <a:r>
              <a:rPr lang="en-US" err="1"/>
              <a:t>complémentaire</a:t>
            </a:r>
            <a:r>
              <a:rPr lang="en-US"/>
              <a:t> </a:t>
            </a:r>
            <a:r>
              <a:rPr lang="en-US" err="1"/>
              <a:t>générale</a:t>
            </a:r>
            <a:endParaRPr lang="en-US"/>
          </a:p>
          <a:p>
            <a:pPr marL="0" indent="0">
              <a:buNone/>
            </a:pPr>
            <a:r>
              <a:rPr lang="en-US"/>
              <a:t>	- la </a:t>
            </a:r>
            <a:r>
              <a:rPr lang="en-US" err="1"/>
              <a:t>déclaration</a:t>
            </a:r>
            <a:r>
              <a:rPr lang="en-US"/>
              <a:t> </a:t>
            </a:r>
            <a:r>
              <a:rPr lang="en-US" err="1"/>
              <a:t>complémenaire</a:t>
            </a:r>
            <a:r>
              <a:rPr lang="en-US"/>
              <a:t> </a:t>
            </a:r>
            <a:r>
              <a:rPr lang="en-US" err="1"/>
              <a:t>périodique</a:t>
            </a:r>
            <a:endParaRPr lang="en-US"/>
          </a:p>
          <a:p>
            <a:pPr marL="0" indent="0">
              <a:buNone/>
            </a:pPr>
            <a:r>
              <a:rPr lang="en-US"/>
              <a:t>	- la declaration </a:t>
            </a:r>
            <a:r>
              <a:rPr lang="en-US" err="1"/>
              <a:t>complémentaire</a:t>
            </a:r>
            <a:r>
              <a:rPr lang="en-US"/>
              <a:t> </a:t>
            </a:r>
            <a:r>
              <a:rPr lang="en-US" err="1"/>
              <a:t>récapitulative</a:t>
            </a:r>
            <a:r>
              <a:rPr lang="en-US"/>
              <a:t> </a:t>
            </a:r>
          </a:p>
          <a:p>
            <a:endParaRPr lang="en-US"/>
          </a:p>
        </p:txBody>
      </p:sp>
      <p:sp>
        <p:nvSpPr>
          <p:cNvPr id="4" name="Foliennummernplatzhalter 3"/>
          <p:cNvSpPr>
            <a:spLocks noGrp="1"/>
          </p:cNvSpPr>
          <p:nvPr>
            <p:ph type="sldNum" sz="quarter" idx="12"/>
          </p:nvPr>
        </p:nvSpPr>
        <p:spPr/>
        <p:txBody>
          <a:bodyPr/>
          <a:lstStyle/>
          <a:p>
            <a:fld id="{C58F520E-0D3C-4C73-96DF-B271C0F692B0}" type="slidenum">
              <a:rPr lang="lb-LU" smtClean="0"/>
              <a:t>10</a:t>
            </a:fld>
            <a:endParaRPr lang="lb-LU"/>
          </a:p>
        </p:txBody>
      </p:sp>
    </p:spTree>
    <p:extLst>
      <p:ext uri="{BB962C8B-B14F-4D97-AF65-F5344CB8AC3E}">
        <p14:creationId xmlns:p14="http://schemas.microsoft.com/office/powerpoint/2010/main" val="1238511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a:t>La </a:t>
            </a:r>
            <a:r>
              <a:rPr lang="en-US" err="1"/>
              <a:t>déclaration</a:t>
            </a:r>
            <a:r>
              <a:rPr lang="en-US"/>
              <a:t> </a:t>
            </a:r>
            <a:r>
              <a:rPr lang="en-US" err="1"/>
              <a:t>complémentaire</a:t>
            </a:r>
            <a:r>
              <a:rPr lang="en-US"/>
              <a:t> </a:t>
            </a:r>
            <a:r>
              <a:rPr lang="en-US" err="1"/>
              <a:t>générale</a:t>
            </a:r>
            <a:r>
              <a:rPr lang="en-US"/>
              <a:t> </a:t>
            </a:r>
          </a:p>
        </p:txBody>
      </p:sp>
      <p:sp>
        <p:nvSpPr>
          <p:cNvPr id="3" name="Inhaltsplatzhalter 2"/>
          <p:cNvSpPr>
            <a:spLocks noGrp="1"/>
          </p:cNvSpPr>
          <p:nvPr>
            <p:ph idx="1"/>
          </p:nvPr>
        </p:nvSpPr>
        <p:spPr/>
        <p:txBody>
          <a:bodyPr/>
          <a:lstStyle/>
          <a:p>
            <a:r>
              <a:rPr lang="en-US" dirty="0"/>
              <a:t>La </a:t>
            </a:r>
            <a:r>
              <a:rPr lang="en-US" dirty="0" err="1"/>
              <a:t>déclaration</a:t>
            </a:r>
            <a:r>
              <a:rPr lang="en-US" dirty="0"/>
              <a:t> </a:t>
            </a:r>
            <a:r>
              <a:rPr lang="en-US" dirty="0" err="1"/>
              <a:t>complémentaire</a:t>
            </a:r>
            <a:r>
              <a:rPr lang="en-US" dirty="0"/>
              <a:t> </a:t>
            </a:r>
            <a:r>
              <a:rPr lang="en-US" dirty="0" err="1"/>
              <a:t>générale</a:t>
            </a:r>
            <a:r>
              <a:rPr lang="en-US" dirty="0"/>
              <a:t> </a:t>
            </a:r>
            <a:r>
              <a:rPr lang="en-US" dirty="0" err="1"/>
              <a:t>porte</a:t>
            </a:r>
            <a:r>
              <a:rPr lang="en-US" dirty="0"/>
              <a:t> sur </a:t>
            </a:r>
            <a:r>
              <a:rPr lang="en-US" dirty="0" err="1"/>
              <a:t>une</a:t>
            </a:r>
            <a:r>
              <a:rPr lang="en-US" dirty="0"/>
              <a:t> </a:t>
            </a:r>
            <a:r>
              <a:rPr lang="en-US" dirty="0" err="1"/>
              <a:t>seule</a:t>
            </a:r>
            <a:r>
              <a:rPr lang="en-US" dirty="0"/>
              <a:t> </a:t>
            </a:r>
            <a:r>
              <a:rPr lang="en-US" dirty="0" err="1"/>
              <a:t>déclaration</a:t>
            </a:r>
            <a:r>
              <a:rPr lang="en-US" dirty="0"/>
              <a:t> </a:t>
            </a:r>
            <a:r>
              <a:rPr lang="en-US" dirty="0" err="1"/>
              <a:t>simplifiée</a:t>
            </a:r>
            <a:endParaRPr lang="en-US" dirty="0"/>
          </a:p>
          <a:p>
            <a:r>
              <a:rPr lang="en-US" dirty="0"/>
              <a:t>L’OE doit </a:t>
            </a:r>
            <a:r>
              <a:rPr lang="en-US" dirty="0" err="1"/>
              <a:t>soumettre</a:t>
            </a:r>
            <a:r>
              <a:rPr lang="en-US" dirty="0"/>
              <a:t> la </a:t>
            </a:r>
            <a:r>
              <a:rPr lang="en-US" dirty="0" err="1"/>
              <a:t>déclaration</a:t>
            </a:r>
            <a:r>
              <a:rPr lang="en-US" dirty="0"/>
              <a:t> </a:t>
            </a:r>
            <a:r>
              <a:rPr lang="en-US" dirty="0" err="1"/>
              <a:t>complémentaire</a:t>
            </a:r>
            <a:r>
              <a:rPr lang="en-US" dirty="0"/>
              <a:t> </a:t>
            </a:r>
            <a:r>
              <a:rPr lang="en-US" dirty="0" err="1"/>
              <a:t>générale</a:t>
            </a:r>
            <a:r>
              <a:rPr lang="en-US" dirty="0"/>
              <a:t> au plus tard 10 </a:t>
            </a:r>
            <a:r>
              <a:rPr lang="en-US" dirty="0" err="1"/>
              <a:t>jours</a:t>
            </a:r>
            <a:r>
              <a:rPr lang="en-US" dirty="0"/>
              <a:t> après la </a:t>
            </a:r>
            <a:r>
              <a:rPr lang="en-US" dirty="0" err="1"/>
              <a:t>mainlevée</a:t>
            </a:r>
            <a:r>
              <a:rPr lang="en-US" dirty="0"/>
              <a:t> des </a:t>
            </a:r>
            <a:r>
              <a:rPr lang="en-US" dirty="0" err="1"/>
              <a:t>marchandises</a:t>
            </a:r>
            <a:endParaRPr lang="en-US" dirty="0"/>
          </a:p>
          <a:p>
            <a:pPr marL="0" indent="0">
              <a:buNone/>
            </a:pP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11</a:t>
            </a:fld>
            <a:endParaRPr lang="lb-LU"/>
          </a:p>
        </p:txBody>
      </p:sp>
    </p:spTree>
    <p:extLst>
      <p:ext uri="{BB962C8B-B14F-4D97-AF65-F5344CB8AC3E}">
        <p14:creationId xmlns:p14="http://schemas.microsoft.com/office/powerpoint/2010/main" val="945119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a:t>La déclaration complémentaire périodique</a:t>
            </a:r>
          </a:p>
        </p:txBody>
      </p:sp>
      <p:sp>
        <p:nvSpPr>
          <p:cNvPr id="3" name="Inhaltsplatzhalter 2"/>
          <p:cNvSpPr>
            <a:spLocks noGrp="1"/>
          </p:cNvSpPr>
          <p:nvPr>
            <p:ph idx="1"/>
          </p:nvPr>
        </p:nvSpPr>
        <p:spPr/>
        <p:txBody>
          <a:bodyPr/>
          <a:lstStyle/>
          <a:p>
            <a:r>
              <a:rPr lang="en-US"/>
              <a:t>La déclaration </a:t>
            </a:r>
            <a:r>
              <a:rPr lang="fr-FR"/>
              <a:t>complémentaire</a:t>
            </a:r>
            <a:r>
              <a:rPr lang="en-US"/>
              <a:t> périodique porte seulement sur une des déclarations </a:t>
            </a:r>
            <a:r>
              <a:rPr lang="fr-FR"/>
              <a:t>simplifiées soumises pendant une période définie (donc:une déclaration complémentaire par déclaration simplifiée) </a:t>
            </a:r>
          </a:p>
          <a:p>
            <a:r>
              <a:rPr lang="en-US"/>
              <a:t>Cette période qui ne peut pas être supérieure à 1 mois est définie dans l’autorisation de l’OE   </a:t>
            </a:r>
          </a:p>
          <a:p>
            <a:r>
              <a:rPr lang="en-US"/>
              <a:t>L’OE doit soumettre la déclaration complémentaire périodique au plus tard 10 jours après la période définie dans l’autorisation.</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12</a:t>
            </a:fld>
            <a:endParaRPr lang="lb-LU"/>
          </a:p>
        </p:txBody>
      </p:sp>
    </p:spTree>
    <p:extLst>
      <p:ext uri="{BB962C8B-B14F-4D97-AF65-F5344CB8AC3E}">
        <p14:creationId xmlns:p14="http://schemas.microsoft.com/office/powerpoint/2010/main" val="2263234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a:t>La </a:t>
            </a:r>
            <a:r>
              <a:rPr lang="en-US" err="1"/>
              <a:t>déclaration</a:t>
            </a:r>
            <a:r>
              <a:rPr lang="en-US"/>
              <a:t> </a:t>
            </a:r>
            <a:r>
              <a:rPr lang="en-US" err="1"/>
              <a:t>complémentaire</a:t>
            </a:r>
            <a:r>
              <a:rPr lang="en-US"/>
              <a:t> </a:t>
            </a:r>
            <a:r>
              <a:rPr lang="en-US" err="1"/>
              <a:t>récapitulative</a:t>
            </a:r>
            <a:endParaRPr lang="en-US"/>
          </a:p>
        </p:txBody>
      </p:sp>
      <p:sp>
        <p:nvSpPr>
          <p:cNvPr id="3" name="Inhaltsplatzhalter 2"/>
          <p:cNvSpPr>
            <a:spLocks noGrp="1"/>
          </p:cNvSpPr>
          <p:nvPr>
            <p:ph idx="1"/>
          </p:nvPr>
        </p:nvSpPr>
        <p:spPr/>
        <p:txBody>
          <a:bodyPr>
            <a:normAutofit/>
          </a:bodyPr>
          <a:lstStyle/>
          <a:p>
            <a:r>
              <a:rPr lang="en-US"/>
              <a:t>La </a:t>
            </a:r>
            <a:r>
              <a:rPr lang="en-US" err="1"/>
              <a:t>déclaration</a:t>
            </a:r>
            <a:r>
              <a:rPr lang="en-US"/>
              <a:t> </a:t>
            </a:r>
            <a:r>
              <a:rPr lang="fr-FR"/>
              <a:t>complémentaire</a:t>
            </a:r>
            <a:r>
              <a:rPr lang="en-US" dirty="0"/>
              <a:t> </a:t>
            </a:r>
            <a:r>
              <a:rPr lang="en-US" dirty="0" err="1"/>
              <a:t>récapitulative</a:t>
            </a:r>
            <a:r>
              <a:rPr lang="en-US" dirty="0"/>
              <a:t> </a:t>
            </a:r>
            <a:r>
              <a:rPr lang="en-US" dirty="0" err="1"/>
              <a:t>porte</a:t>
            </a:r>
            <a:r>
              <a:rPr lang="en-US" dirty="0"/>
              <a:t> </a:t>
            </a:r>
            <a:r>
              <a:rPr lang="en-US"/>
              <a:t>sur toutes les </a:t>
            </a:r>
            <a:r>
              <a:rPr lang="en-US" err="1"/>
              <a:t>déclarations</a:t>
            </a:r>
            <a:r>
              <a:rPr lang="en-US"/>
              <a:t> </a:t>
            </a:r>
            <a:r>
              <a:rPr lang="fr-FR"/>
              <a:t>simplifiées soumises pendant une période définie</a:t>
            </a:r>
          </a:p>
          <a:p>
            <a:r>
              <a:rPr lang="en-US"/>
              <a:t>Cette période qui ne peut pas être supérieure à 1 mois est définie dans l’autorisation de l’OE   </a:t>
            </a:r>
          </a:p>
          <a:p>
            <a:r>
              <a:rPr lang="en-US"/>
              <a:t>L’OE doit soumettre la déclaration complémentaire récapitulative au plus tard 10 jours après la période définie</a:t>
            </a:r>
          </a:p>
          <a:p>
            <a:r>
              <a:rPr lang="en-US"/>
              <a:t>La déclaration complémentaire récapitulative est utilisée si les différents déclarations simplifiées renseignent le même code tarifaire des produits</a:t>
            </a:r>
          </a:p>
          <a:p>
            <a:pPr marL="0" indent="0">
              <a:buNone/>
            </a:pP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13</a:t>
            </a:fld>
            <a:endParaRPr lang="lb-LU"/>
          </a:p>
        </p:txBody>
      </p:sp>
    </p:spTree>
    <p:extLst>
      <p:ext uri="{BB962C8B-B14F-4D97-AF65-F5344CB8AC3E}">
        <p14:creationId xmlns:p14="http://schemas.microsoft.com/office/powerpoint/2010/main" val="1411057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pPr algn="ctr"/>
            <a:r>
              <a:rPr lang="fr-LU"/>
              <a:t>Prolongation du délai</a:t>
            </a:r>
            <a:r>
              <a:rPr lang="en-US"/>
              <a:t> </a:t>
            </a:r>
            <a:r>
              <a:rPr lang="en-US" dirty="0"/>
              <a:t>de </a:t>
            </a:r>
            <a:r>
              <a:rPr lang="en-US" dirty="0" err="1"/>
              <a:t>dépôt</a:t>
            </a:r>
            <a:r>
              <a:rPr lang="en-US" dirty="0"/>
              <a:t> de la declaration </a:t>
            </a:r>
            <a:r>
              <a:rPr lang="en-US" dirty="0" err="1"/>
              <a:t>complémentaire</a:t>
            </a:r>
            <a:endParaRPr lang="en-US" dirty="0"/>
          </a:p>
        </p:txBody>
      </p:sp>
      <p:sp>
        <p:nvSpPr>
          <p:cNvPr id="3" name="Inhaltsplatzhalter 2"/>
          <p:cNvSpPr>
            <a:spLocks noGrp="1"/>
          </p:cNvSpPr>
          <p:nvPr>
            <p:ph idx="1"/>
          </p:nvPr>
        </p:nvSpPr>
        <p:spPr/>
        <p:txBody>
          <a:bodyPr>
            <a:normAutofit lnSpcReduction="10000"/>
          </a:bodyPr>
          <a:lstStyle/>
          <a:p>
            <a:r>
              <a:rPr lang="en-US"/>
              <a:t>Dans certains </a:t>
            </a:r>
            <a:r>
              <a:rPr lang="en-US" err="1"/>
              <a:t>cas</a:t>
            </a:r>
            <a:r>
              <a:rPr lang="en-US"/>
              <a:t> le délai de dépôt de la déclaration complémentaire peut </a:t>
            </a:r>
            <a:r>
              <a:rPr lang="en-US" err="1"/>
              <a:t>être</a:t>
            </a:r>
            <a:r>
              <a:rPr lang="en-US"/>
              <a:t> prolongé:</a:t>
            </a:r>
          </a:p>
          <a:p>
            <a:pPr marL="895350" indent="9525">
              <a:buNone/>
            </a:pPr>
            <a:r>
              <a:rPr lang="en-US"/>
              <a:t>	- Lorsqu’aucune dette douanière prend naissance, un délai de 30 jours à partir de la mainlevée des marchandises peut être accordé</a:t>
            </a:r>
          </a:p>
          <a:p>
            <a:pPr marL="895350" indent="9525">
              <a:buNone/>
            </a:pPr>
            <a:r>
              <a:rPr lang="en-US"/>
              <a:t>- Dans des circonstances dûment justifiées, un délai de 120 jours à partir de la mainlevée des marchandises peut être accordé.</a:t>
            </a:r>
          </a:p>
          <a:p>
            <a:pPr marL="895350" indent="9525">
              <a:buNone/>
            </a:pPr>
            <a:r>
              <a:rPr lang="en-US"/>
              <a:t>- </a:t>
            </a:r>
            <a:r>
              <a:rPr lang="fr-CH"/>
              <a:t>Dans des circonstances exceptionnelles dûment justifiées liées à la valeur en douane des marchandises, le délai de 120 peut être prolongé, ceci sans excéder deux ans à compter de la date de la mainlevée des marchandises.</a:t>
            </a:r>
            <a:r>
              <a:rPr lang="en-US"/>
              <a:t> </a:t>
            </a:r>
          </a:p>
          <a:p>
            <a:endParaRPr lang="en-US"/>
          </a:p>
          <a:p>
            <a:pPr marL="241300" indent="-9525">
              <a:buNone/>
            </a:pPr>
            <a:endParaRPr lang="en-US"/>
          </a:p>
        </p:txBody>
      </p:sp>
      <p:sp>
        <p:nvSpPr>
          <p:cNvPr id="4" name="Foliennummernplatzhalter 3"/>
          <p:cNvSpPr>
            <a:spLocks noGrp="1"/>
          </p:cNvSpPr>
          <p:nvPr>
            <p:ph type="sldNum" sz="quarter" idx="12"/>
          </p:nvPr>
        </p:nvSpPr>
        <p:spPr/>
        <p:txBody>
          <a:bodyPr/>
          <a:lstStyle/>
          <a:p>
            <a:fld id="{C58F520E-0D3C-4C73-96DF-B271C0F692B0}" type="slidenum">
              <a:rPr lang="lb-LU" smtClean="0"/>
              <a:t>14</a:t>
            </a:fld>
            <a:endParaRPr lang="lb-LU"/>
          </a:p>
        </p:txBody>
      </p:sp>
    </p:spTree>
    <p:extLst>
      <p:ext uri="{BB962C8B-B14F-4D97-AF65-F5344CB8AC3E}">
        <p14:creationId xmlns:p14="http://schemas.microsoft.com/office/powerpoint/2010/main" val="894035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fr-CH"/>
              <a:t>Gestion des contingents tarifaires dans les déclarations en douane simplifiées</a:t>
            </a:r>
            <a:endParaRPr lang="fr-FR"/>
          </a:p>
        </p:txBody>
      </p:sp>
      <p:sp>
        <p:nvSpPr>
          <p:cNvPr id="3" name="Inhaltsplatzhalter 2"/>
          <p:cNvSpPr>
            <a:spLocks noGrp="1"/>
          </p:cNvSpPr>
          <p:nvPr>
            <p:ph idx="1"/>
          </p:nvPr>
        </p:nvSpPr>
        <p:spPr/>
        <p:txBody>
          <a:bodyPr>
            <a:normAutofit/>
          </a:bodyPr>
          <a:lstStyle/>
          <a:p>
            <a:r>
              <a:rPr lang="fr-FR"/>
              <a:t>Si la déclaration simplifiée est utilisée pour réclamer le bénéfice d’un contingent tarifaire géré selon l’ordre chronologique des dates d’acceptation des déclarations en douane (« premier arrivé, premier servi »), les références nécessaires (n° contingent, poids…) doivent figurer soit dans la déclaration simplifiée, soit dans la déclaration complémentaire.</a:t>
            </a:r>
          </a:p>
          <a:p>
            <a:r>
              <a:rPr lang="fr-CH"/>
              <a:t> Aux fins de l’attribution du contingent tarifaire, la date d’acceptation de la déclaration simplifiée est prise en considération.</a:t>
            </a:r>
            <a:endParaRPr lang="fr-FR"/>
          </a:p>
          <a:p>
            <a:endParaRPr lang="fr-FR"/>
          </a:p>
          <a:p>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15</a:t>
            </a:fld>
            <a:endParaRPr lang="lb-LU"/>
          </a:p>
        </p:txBody>
      </p:sp>
    </p:spTree>
    <p:extLst>
      <p:ext uri="{BB962C8B-B14F-4D97-AF65-F5344CB8AC3E}">
        <p14:creationId xmlns:p14="http://schemas.microsoft.com/office/powerpoint/2010/main" val="2526389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fr-FR"/>
          </a:p>
        </p:txBody>
      </p:sp>
      <p:pic>
        <p:nvPicPr>
          <p:cNvPr id="5" name="Inhaltsplatzhalter 4"/>
          <p:cNvPicPr>
            <a:picLocks noGrp="1" noChangeAspect="1"/>
          </p:cNvPicPr>
          <p:nvPr>
            <p:ph idx="1"/>
          </p:nvPr>
        </p:nvPicPr>
        <p:blipFill>
          <a:blip r:embed="rId2"/>
          <a:stretch>
            <a:fillRect/>
          </a:stretch>
        </p:blipFill>
        <p:spPr>
          <a:xfrm>
            <a:off x="5180838" y="3751688"/>
            <a:ext cx="1830324" cy="1929384"/>
          </a:xfrm>
          <a:prstGeom prst="rect">
            <a:avLst/>
          </a:prstGeom>
        </p:spPr>
      </p:pic>
      <p:sp>
        <p:nvSpPr>
          <p:cNvPr id="4" name="Foliennummernplatzhalter 3"/>
          <p:cNvSpPr>
            <a:spLocks noGrp="1"/>
          </p:cNvSpPr>
          <p:nvPr>
            <p:ph type="sldNum" sz="quarter" idx="12"/>
          </p:nvPr>
        </p:nvSpPr>
        <p:spPr/>
        <p:txBody>
          <a:bodyPr/>
          <a:lstStyle/>
          <a:p>
            <a:fld id="{C58F520E-0D3C-4C73-96DF-B271C0F692B0}" type="slidenum">
              <a:rPr lang="lb-LU" smtClean="0"/>
              <a:t>16</a:t>
            </a:fld>
            <a:endParaRPr lang="lb-LU"/>
          </a:p>
        </p:txBody>
      </p:sp>
      <p:sp>
        <p:nvSpPr>
          <p:cNvPr id="6" name="Rechteck 5"/>
          <p:cNvSpPr/>
          <p:nvPr/>
        </p:nvSpPr>
        <p:spPr>
          <a:xfrm>
            <a:off x="4838765" y="3244334"/>
            <a:ext cx="2514471" cy="707886"/>
          </a:xfrm>
          <a:prstGeom prst="rect">
            <a:avLst/>
          </a:prstGeom>
        </p:spPr>
        <p:txBody>
          <a:bodyPr wrap="none">
            <a:spAutoFit/>
          </a:bodyPr>
          <a:lstStyle/>
          <a:p>
            <a:pPr algn="ctr"/>
            <a:r>
              <a:rPr lang="de-LU" sz="4000">
                <a:solidFill>
                  <a:srgbClr val="000000"/>
                </a:solidFill>
                <a:latin typeface="Calibri" panose="020F0502020204030204" pitchFamily="34" charset="0"/>
              </a:rPr>
              <a:t>Questions?</a:t>
            </a:r>
          </a:p>
        </p:txBody>
      </p:sp>
    </p:spTree>
    <p:extLst>
      <p:ext uri="{BB962C8B-B14F-4D97-AF65-F5344CB8AC3E}">
        <p14:creationId xmlns:p14="http://schemas.microsoft.com/office/powerpoint/2010/main" val="38756884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1084</Words>
  <Application>Microsoft Office PowerPoint</Application>
  <PresentationFormat>Widescreen</PresentationFormat>
  <Paragraphs>96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Thème Office</vt:lpstr>
      <vt:lpstr>La déclaration simplifiée</vt:lpstr>
      <vt:lpstr>La déclaration simplifiée 1/2</vt:lpstr>
      <vt:lpstr>La déclaration simplifiée 2/2</vt:lpstr>
      <vt:lpstr>La déclaration simplifiée préalable</vt:lpstr>
      <vt:lpstr>Régimes pour lesquels la déclaration simplifiée peut être utilisée </vt:lpstr>
      <vt:lpstr>L’autorisation “Déclaration simplifiée” 1/2</vt:lpstr>
      <vt:lpstr>L’autorisation “Déclaration simplifiée” 2/2</vt:lpstr>
      <vt:lpstr>La déclaration complémentaire 1/2</vt:lpstr>
      <vt:lpstr>La déclaration complémentaire 2/2</vt:lpstr>
      <vt:lpstr>Types de déclaration complémentaire</vt:lpstr>
      <vt:lpstr>La déclaration complémentaire générale </vt:lpstr>
      <vt:lpstr>La déclaration complémentaire périodique</vt:lpstr>
      <vt:lpstr>La déclaration complémentaire récapitulative</vt:lpstr>
      <vt:lpstr>Prolongation du délai de dépôt de la declaration complémentaire</vt:lpstr>
      <vt:lpstr>Gestion des contingents tarifaires dans les déclarations en douane simplifiées</vt:lpstr>
      <vt:lpstr>PowerPoint Presentation</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ferring</dc:creator>
  <cp:lastModifiedBy>schweitzer</cp:lastModifiedBy>
  <cp:revision>243</cp:revision>
  <dcterms:created xsi:type="dcterms:W3CDTF">2018-09-26T09:04:10Z</dcterms:created>
  <dcterms:modified xsi:type="dcterms:W3CDTF">2024-10-04T08:00:51Z</dcterms:modified>
</cp:coreProperties>
</file>