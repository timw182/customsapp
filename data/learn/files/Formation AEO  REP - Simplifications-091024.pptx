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8" r:id="rId8"/>
    <p:sldId id="274" r:id="rId9"/>
    <p:sldId id="269" r:id="rId10"/>
    <p:sldId id="270" r:id="rId11"/>
    <p:sldId id="271" r:id="rId12"/>
    <p:sldId id="272" r:id="rId13"/>
    <p:sldId id="273" r:id="rId14"/>
    <p:sldId id="277" r:id="rId15"/>
    <p:sldId id="262" r:id="rId16"/>
    <p:sldId id="263" r:id="rId17"/>
    <p:sldId id="264" r:id="rId18"/>
    <p:sldId id="275" r:id="rId19"/>
    <p:sldId id="265" r:id="rId20"/>
    <p:sldId id="276" r:id="rId21"/>
    <p:sldId id="278" r:id="rId22"/>
    <p:sldId id="279" r:id="rId23"/>
    <p:sldId id="281" r:id="rId24"/>
    <p:sldId id="280" r:id="rId25"/>
    <p:sldId id="266" r:id="rId26"/>
    <p:sldId id="267" r:id="rId27"/>
    <p:sldId id="282" r:id="rId28"/>
    <p:sldId id="283" r:id="rId29"/>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C7B4F-934B-4D14-826A-A7708455A20A}" v="236" dt="2020-06-01T07:10:30.954"/>
    <p1510:client id="{E76598A3-A913-4822-A8F1-CB075C0F86B7}" v="3" dt="2020-06-01T12:24:58.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15" d="100"/>
          <a:sy n="115" d="100"/>
        </p:scale>
        <p:origin x="25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2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12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ph kemp" userId="b9b5e5f6d19aaab0" providerId="LiveId" clId="{A29C7B4F-934B-4D14-826A-A7708455A20A}"/>
    <pc:docChg chg="undo custSel mod addSld delSld modSld sldOrd">
      <pc:chgData name="ralph kemp" userId="b9b5e5f6d19aaab0" providerId="LiveId" clId="{A29C7B4F-934B-4D14-826A-A7708455A20A}" dt="2020-06-01T07:11:13.518" v="7318" actId="20577"/>
      <pc:docMkLst>
        <pc:docMk/>
      </pc:docMkLst>
      <pc:sldChg chg="del">
        <pc:chgData name="ralph kemp" userId="b9b5e5f6d19aaab0" providerId="LiveId" clId="{A29C7B4F-934B-4D14-826A-A7708455A20A}" dt="2020-06-01T06:00:07.425" v="5949" actId="2696"/>
        <pc:sldMkLst>
          <pc:docMk/>
          <pc:sldMk cId="786570699" sldId="257"/>
        </pc:sldMkLst>
      </pc:sldChg>
      <pc:sldChg chg="del">
        <pc:chgData name="ralph kemp" userId="b9b5e5f6d19aaab0" providerId="LiveId" clId="{A29C7B4F-934B-4D14-826A-A7708455A20A}" dt="2020-06-01T06:00:46.035" v="5951" actId="2696"/>
        <pc:sldMkLst>
          <pc:docMk/>
          <pc:sldMk cId="1824659767" sldId="258"/>
        </pc:sldMkLst>
      </pc:sldChg>
      <pc:sldChg chg="modSp mod">
        <pc:chgData name="ralph kemp" userId="b9b5e5f6d19aaab0" providerId="LiveId" clId="{A29C7B4F-934B-4D14-826A-A7708455A20A}" dt="2020-06-01T06:04:01.849" v="6035" actId="1076"/>
        <pc:sldMkLst>
          <pc:docMk/>
          <pc:sldMk cId="2363639681" sldId="259"/>
        </pc:sldMkLst>
        <pc:spChg chg="mod">
          <ac:chgData name="ralph kemp" userId="b9b5e5f6d19aaab0" providerId="LiveId" clId="{A29C7B4F-934B-4D14-826A-A7708455A20A}" dt="2020-06-01T06:04:01.849" v="6035" actId="1076"/>
          <ac:spMkLst>
            <pc:docMk/>
            <pc:sldMk cId="2363639681" sldId="259"/>
            <ac:spMk id="2" creationId="{00000000-0000-0000-0000-000000000000}"/>
          </ac:spMkLst>
        </pc:spChg>
        <pc:spChg chg="mod">
          <ac:chgData name="ralph kemp" userId="b9b5e5f6d19aaab0" providerId="LiveId" clId="{A29C7B4F-934B-4D14-826A-A7708455A20A}" dt="2020-06-01T06:03:53.567" v="6033" actId="1076"/>
          <ac:spMkLst>
            <pc:docMk/>
            <pc:sldMk cId="2363639681" sldId="259"/>
            <ac:spMk id="3" creationId="{00000000-0000-0000-0000-000000000000}"/>
          </ac:spMkLst>
        </pc:spChg>
      </pc:sldChg>
      <pc:sldChg chg="modSp del mod">
        <pc:chgData name="ralph kemp" userId="b9b5e5f6d19aaab0" providerId="LiveId" clId="{A29C7B4F-934B-4D14-826A-A7708455A20A}" dt="2020-06-01T06:02:29.076" v="5965" actId="2696"/>
        <pc:sldMkLst>
          <pc:docMk/>
          <pc:sldMk cId="1880347331" sldId="260"/>
        </pc:sldMkLst>
        <pc:spChg chg="mod">
          <ac:chgData name="ralph kemp" userId="b9b5e5f6d19aaab0" providerId="LiveId" clId="{A29C7B4F-934B-4D14-826A-A7708455A20A}" dt="2020-06-01T06:02:07.812" v="5960" actId="21"/>
          <ac:spMkLst>
            <pc:docMk/>
            <pc:sldMk cId="1880347331" sldId="260"/>
            <ac:spMk id="3" creationId="{00000000-0000-0000-0000-000000000000}"/>
          </ac:spMkLst>
        </pc:spChg>
      </pc:sldChg>
      <pc:sldChg chg="modSp mod">
        <pc:chgData name="ralph kemp" userId="b9b5e5f6d19aaab0" providerId="LiveId" clId="{A29C7B4F-934B-4D14-826A-A7708455A20A}" dt="2020-06-01T06:11:36.112" v="6188" actId="27636"/>
        <pc:sldMkLst>
          <pc:docMk/>
          <pc:sldMk cId="2701221404" sldId="261"/>
        </pc:sldMkLst>
        <pc:spChg chg="mod">
          <ac:chgData name="ralph kemp" userId="b9b5e5f6d19aaab0" providerId="LiveId" clId="{A29C7B4F-934B-4D14-826A-A7708455A20A}" dt="2020-06-01T06:05:37.980" v="6070" actId="20577"/>
          <ac:spMkLst>
            <pc:docMk/>
            <pc:sldMk cId="2701221404" sldId="261"/>
            <ac:spMk id="2" creationId="{00000000-0000-0000-0000-000000000000}"/>
          </ac:spMkLst>
        </pc:spChg>
        <pc:spChg chg="mod">
          <ac:chgData name="ralph kemp" userId="b9b5e5f6d19aaab0" providerId="LiveId" clId="{A29C7B4F-934B-4D14-826A-A7708455A20A}" dt="2020-06-01T06:11:36.112" v="6188" actId="27636"/>
          <ac:spMkLst>
            <pc:docMk/>
            <pc:sldMk cId="2701221404" sldId="261"/>
            <ac:spMk id="3" creationId="{00000000-0000-0000-0000-000000000000}"/>
          </ac:spMkLst>
        </pc:spChg>
      </pc:sldChg>
      <pc:sldChg chg="modSp del mod">
        <pc:chgData name="ralph kemp" userId="b9b5e5f6d19aaab0" providerId="LiveId" clId="{A29C7B4F-934B-4D14-826A-A7708455A20A}" dt="2020-06-01T06:09:57.881" v="6173" actId="2696"/>
        <pc:sldMkLst>
          <pc:docMk/>
          <pc:sldMk cId="86556387" sldId="262"/>
        </pc:sldMkLst>
        <pc:spChg chg="mod">
          <ac:chgData name="ralph kemp" userId="b9b5e5f6d19aaab0" providerId="LiveId" clId="{A29C7B4F-934B-4D14-826A-A7708455A20A}" dt="2020-06-01T06:07:34.076" v="6135" actId="21"/>
          <ac:spMkLst>
            <pc:docMk/>
            <pc:sldMk cId="86556387" sldId="262"/>
            <ac:spMk id="3" creationId="{00000000-0000-0000-0000-000000000000}"/>
          </ac:spMkLst>
        </pc:spChg>
      </pc:sldChg>
      <pc:sldChg chg="delSp modSp mod">
        <pc:chgData name="ralph kemp" userId="b9b5e5f6d19aaab0" providerId="LiveId" clId="{A29C7B4F-934B-4D14-826A-A7708455A20A}" dt="2020-06-01T06:13:12.174" v="6235" actId="1076"/>
        <pc:sldMkLst>
          <pc:docMk/>
          <pc:sldMk cId="2547356398" sldId="263"/>
        </pc:sldMkLst>
        <pc:spChg chg="mod">
          <ac:chgData name="ralph kemp" userId="b9b5e5f6d19aaab0" providerId="LiveId" clId="{A29C7B4F-934B-4D14-826A-A7708455A20A}" dt="2020-06-01T06:13:12.174" v="6235" actId="1076"/>
          <ac:spMkLst>
            <pc:docMk/>
            <pc:sldMk cId="2547356398" sldId="263"/>
            <ac:spMk id="3" creationId="{00000000-0000-0000-0000-000000000000}"/>
          </ac:spMkLst>
        </pc:spChg>
        <pc:picChg chg="del">
          <ac:chgData name="ralph kemp" userId="b9b5e5f6d19aaab0" providerId="LiveId" clId="{A29C7B4F-934B-4D14-826A-A7708455A20A}" dt="2020-06-01T06:10:40.541" v="6178" actId="478"/>
          <ac:picMkLst>
            <pc:docMk/>
            <pc:sldMk cId="2547356398" sldId="263"/>
            <ac:picMk id="5" creationId="{00000000-0000-0000-0000-000000000000}"/>
          </ac:picMkLst>
        </pc:picChg>
      </pc:sldChg>
      <pc:sldChg chg="modSp mod">
        <pc:chgData name="ralph kemp" userId="b9b5e5f6d19aaab0" providerId="LiveId" clId="{A29C7B4F-934B-4D14-826A-A7708455A20A}" dt="2020-06-01T06:10:35.426" v="6177" actId="1076"/>
        <pc:sldMkLst>
          <pc:docMk/>
          <pc:sldMk cId="862864849" sldId="264"/>
        </pc:sldMkLst>
        <pc:spChg chg="mod">
          <ac:chgData name="ralph kemp" userId="b9b5e5f6d19aaab0" providerId="LiveId" clId="{A29C7B4F-934B-4D14-826A-A7708455A20A}" dt="2020-06-01T06:09:27.166" v="6171" actId="20577"/>
          <ac:spMkLst>
            <pc:docMk/>
            <pc:sldMk cId="862864849" sldId="264"/>
            <ac:spMk id="2" creationId="{00000000-0000-0000-0000-000000000000}"/>
          </ac:spMkLst>
        </pc:spChg>
        <pc:spChg chg="mod">
          <ac:chgData name="ralph kemp" userId="b9b5e5f6d19aaab0" providerId="LiveId" clId="{A29C7B4F-934B-4D14-826A-A7708455A20A}" dt="2020-06-01T06:10:24.152" v="6175" actId="122"/>
          <ac:spMkLst>
            <pc:docMk/>
            <pc:sldMk cId="862864849" sldId="264"/>
            <ac:spMk id="3" creationId="{00000000-0000-0000-0000-000000000000}"/>
          </ac:spMkLst>
        </pc:spChg>
        <pc:picChg chg="mod">
          <ac:chgData name="ralph kemp" userId="b9b5e5f6d19aaab0" providerId="LiveId" clId="{A29C7B4F-934B-4D14-826A-A7708455A20A}" dt="2020-06-01T06:10:35.426" v="6177" actId="1076"/>
          <ac:picMkLst>
            <pc:docMk/>
            <pc:sldMk cId="862864849" sldId="264"/>
            <ac:picMk id="5" creationId="{00000000-0000-0000-0000-000000000000}"/>
          </ac:picMkLst>
        </pc:picChg>
      </pc:sldChg>
      <pc:sldChg chg="modSp mod">
        <pc:chgData name="ralph kemp" userId="b9b5e5f6d19aaab0" providerId="LiveId" clId="{A29C7B4F-934B-4D14-826A-A7708455A20A}" dt="2020-06-01T06:15:16.891" v="6252" actId="20577"/>
        <pc:sldMkLst>
          <pc:docMk/>
          <pc:sldMk cId="1073301653" sldId="265"/>
        </pc:sldMkLst>
        <pc:spChg chg="mod">
          <ac:chgData name="ralph kemp" userId="b9b5e5f6d19aaab0" providerId="LiveId" clId="{A29C7B4F-934B-4D14-826A-A7708455A20A}" dt="2020-06-01T06:15:16.891" v="6252" actId="20577"/>
          <ac:spMkLst>
            <pc:docMk/>
            <pc:sldMk cId="1073301653" sldId="265"/>
            <ac:spMk id="2" creationId="{00000000-0000-0000-0000-000000000000}"/>
          </ac:spMkLst>
        </pc:spChg>
        <pc:graphicFrameChg chg="mod">
          <ac:chgData name="ralph kemp" userId="b9b5e5f6d19aaab0" providerId="LiveId" clId="{A29C7B4F-934B-4D14-826A-A7708455A20A}" dt="2020-06-01T06:14:43.175" v="6246" actId="6559"/>
          <ac:graphicFrameMkLst>
            <pc:docMk/>
            <pc:sldMk cId="1073301653" sldId="265"/>
            <ac:graphicFrameMk id="5" creationId="{00000000-0000-0000-0000-000000000000}"/>
          </ac:graphicFrameMkLst>
        </pc:graphicFrameChg>
      </pc:sldChg>
      <pc:sldChg chg="modSp">
        <pc:chgData name="ralph kemp" userId="b9b5e5f6d19aaab0" providerId="LiveId" clId="{A29C7B4F-934B-4D14-826A-A7708455A20A}" dt="2020-06-01T06:16:44.964" v="6271" actId="6559"/>
        <pc:sldMkLst>
          <pc:docMk/>
          <pc:sldMk cId="4241626609" sldId="266"/>
        </pc:sldMkLst>
        <pc:graphicFrameChg chg="mod">
          <ac:chgData name="ralph kemp" userId="b9b5e5f6d19aaab0" providerId="LiveId" clId="{A29C7B4F-934B-4D14-826A-A7708455A20A}" dt="2020-06-01T06:16:44.964" v="6271" actId="6559"/>
          <ac:graphicFrameMkLst>
            <pc:docMk/>
            <pc:sldMk cId="4241626609" sldId="266"/>
            <ac:graphicFrameMk id="5" creationId="{00000000-0000-0000-0000-000000000000}"/>
          </ac:graphicFrameMkLst>
        </pc:graphicFrameChg>
      </pc:sldChg>
      <pc:sldChg chg="modSp mod">
        <pc:chgData name="ralph kemp" userId="b9b5e5f6d19aaab0" providerId="LiveId" clId="{A29C7B4F-934B-4D14-826A-A7708455A20A}" dt="2020-06-01T06:18:02.528" v="6315" actId="1076"/>
        <pc:sldMkLst>
          <pc:docMk/>
          <pc:sldMk cId="408362590" sldId="267"/>
        </pc:sldMkLst>
        <pc:spChg chg="mod">
          <ac:chgData name="ralph kemp" userId="b9b5e5f6d19aaab0" providerId="LiveId" clId="{A29C7B4F-934B-4D14-826A-A7708455A20A}" dt="2020-06-01T06:18:02.528" v="6315" actId="1076"/>
          <ac:spMkLst>
            <pc:docMk/>
            <pc:sldMk cId="408362590" sldId="267"/>
            <ac:spMk id="2" creationId="{00000000-0000-0000-0000-000000000000}"/>
          </ac:spMkLst>
        </pc:spChg>
        <pc:spChg chg="mod">
          <ac:chgData name="ralph kemp" userId="b9b5e5f6d19aaab0" providerId="LiveId" clId="{A29C7B4F-934B-4D14-826A-A7708455A20A}" dt="2020-06-01T06:17:59.188" v="6314" actId="1076"/>
          <ac:spMkLst>
            <pc:docMk/>
            <pc:sldMk cId="408362590" sldId="267"/>
            <ac:spMk id="3" creationId="{00000000-0000-0000-0000-000000000000}"/>
          </ac:spMkLst>
        </pc:spChg>
      </pc:sldChg>
      <pc:sldChg chg="del">
        <pc:chgData name="ralph kemp" userId="b9b5e5f6d19aaab0" providerId="LiveId" clId="{A29C7B4F-934B-4D14-826A-A7708455A20A}" dt="2020-06-01T06:18:58.945" v="6316" actId="2696"/>
        <pc:sldMkLst>
          <pc:docMk/>
          <pc:sldMk cId="2168527577" sldId="268"/>
        </pc:sldMkLst>
      </pc:sldChg>
      <pc:sldChg chg="del">
        <pc:chgData name="ralph kemp" userId="b9b5e5f6d19aaab0" providerId="LiveId" clId="{A29C7B4F-934B-4D14-826A-A7708455A20A}" dt="2020-06-01T06:18:58.945" v="6316" actId="2696"/>
        <pc:sldMkLst>
          <pc:docMk/>
          <pc:sldMk cId="4177723236" sldId="269"/>
        </pc:sldMkLst>
      </pc:sldChg>
      <pc:sldChg chg="del">
        <pc:chgData name="ralph kemp" userId="b9b5e5f6d19aaab0" providerId="LiveId" clId="{A29C7B4F-934B-4D14-826A-A7708455A20A}" dt="2020-06-01T06:18:58.945" v="6316" actId="2696"/>
        <pc:sldMkLst>
          <pc:docMk/>
          <pc:sldMk cId="4037132285" sldId="270"/>
        </pc:sldMkLst>
      </pc:sldChg>
      <pc:sldChg chg="modSp mod">
        <pc:chgData name="ralph kemp" userId="b9b5e5f6d19aaab0" providerId="LiveId" clId="{A29C7B4F-934B-4D14-826A-A7708455A20A}" dt="2020-06-01T06:20:38.098" v="6356" actId="20577"/>
        <pc:sldMkLst>
          <pc:docMk/>
          <pc:sldMk cId="346588168" sldId="271"/>
        </pc:sldMkLst>
        <pc:spChg chg="mod">
          <ac:chgData name="ralph kemp" userId="b9b5e5f6d19aaab0" providerId="LiveId" clId="{A29C7B4F-934B-4D14-826A-A7708455A20A}" dt="2020-06-01T06:20:38.098" v="6356" actId="20577"/>
          <ac:spMkLst>
            <pc:docMk/>
            <pc:sldMk cId="346588168" sldId="271"/>
            <ac:spMk id="2" creationId="{00000000-0000-0000-0000-000000000000}"/>
          </ac:spMkLst>
        </pc:spChg>
      </pc:sldChg>
      <pc:sldChg chg="modSp">
        <pc:chgData name="ralph kemp" userId="b9b5e5f6d19aaab0" providerId="LiveId" clId="{A29C7B4F-934B-4D14-826A-A7708455A20A}" dt="2020-06-01T06:24:45.460" v="6500" actId="20577"/>
        <pc:sldMkLst>
          <pc:docMk/>
          <pc:sldMk cId="1755588568" sldId="272"/>
        </pc:sldMkLst>
        <pc:graphicFrameChg chg="mod">
          <ac:chgData name="ralph kemp" userId="b9b5e5f6d19aaab0" providerId="LiveId" clId="{A29C7B4F-934B-4D14-826A-A7708455A20A}" dt="2020-06-01T06:24:45.460" v="6500" actId="20577"/>
          <ac:graphicFrameMkLst>
            <pc:docMk/>
            <pc:sldMk cId="1755588568" sldId="272"/>
            <ac:graphicFrameMk id="5" creationId="{00000000-0000-0000-0000-000000000000}"/>
          </ac:graphicFrameMkLst>
        </pc:graphicFrameChg>
      </pc:sldChg>
      <pc:sldChg chg="modSp mod">
        <pc:chgData name="ralph kemp" userId="b9b5e5f6d19aaab0" providerId="LiveId" clId="{A29C7B4F-934B-4D14-826A-A7708455A20A}" dt="2020-06-01T06:43:58.152" v="6846" actId="20577"/>
        <pc:sldMkLst>
          <pc:docMk/>
          <pc:sldMk cId="3918976556" sldId="273"/>
        </pc:sldMkLst>
        <pc:spChg chg="mod">
          <ac:chgData name="ralph kemp" userId="b9b5e5f6d19aaab0" providerId="LiveId" clId="{A29C7B4F-934B-4D14-826A-A7708455A20A}" dt="2020-06-01T06:43:58.152" v="6846" actId="20577"/>
          <ac:spMkLst>
            <pc:docMk/>
            <pc:sldMk cId="3918976556" sldId="273"/>
            <ac:spMk id="2" creationId="{00000000-0000-0000-0000-000000000000}"/>
          </ac:spMkLst>
        </pc:spChg>
        <pc:spChg chg="mod">
          <ac:chgData name="ralph kemp" userId="b9b5e5f6d19aaab0" providerId="LiveId" clId="{A29C7B4F-934B-4D14-826A-A7708455A20A}" dt="2020-06-01T06:28:52.377" v="6570" actId="14100"/>
          <ac:spMkLst>
            <pc:docMk/>
            <pc:sldMk cId="3918976556" sldId="273"/>
            <ac:spMk id="3" creationId="{00000000-0000-0000-0000-000000000000}"/>
          </ac:spMkLst>
        </pc:spChg>
        <pc:spChg chg="mod">
          <ac:chgData name="ralph kemp" userId="b9b5e5f6d19aaab0" providerId="LiveId" clId="{A29C7B4F-934B-4D14-826A-A7708455A20A}" dt="2020-06-01T06:27:35.062" v="6564" actId="1076"/>
          <ac:spMkLst>
            <pc:docMk/>
            <pc:sldMk cId="3918976556" sldId="273"/>
            <ac:spMk id="6" creationId="{00000000-0000-0000-0000-000000000000}"/>
          </ac:spMkLst>
        </pc:spChg>
        <pc:picChg chg="mod">
          <ac:chgData name="ralph kemp" userId="b9b5e5f6d19aaab0" providerId="LiveId" clId="{A29C7B4F-934B-4D14-826A-A7708455A20A}" dt="2020-06-01T06:27:39.308" v="6565" actId="1076"/>
          <ac:picMkLst>
            <pc:docMk/>
            <pc:sldMk cId="3918976556" sldId="273"/>
            <ac:picMk id="5" creationId="{00000000-0000-0000-0000-000000000000}"/>
          </ac:picMkLst>
        </pc:picChg>
      </pc:sldChg>
      <pc:sldChg chg="modSp mod">
        <pc:chgData name="ralph kemp" userId="b9b5e5f6d19aaab0" providerId="LiveId" clId="{A29C7B4F-934B-4D14-826A-A7708455A20A}" dt="2020-06-01T06:31:49.966" v="6608" actId="1076"/>
        <pc:sldMkLst>
          <pc:docMk/>
          <pc:sldMk cId="1875805434" sldId="274"/>
        </pc:sldMkLst>
        <pc:spChg chg="mod">
          <ac:chgData name="ralph kemp" userId="b9b5e5f6d19aaab0" providerId="LiveId" clId="{A29C7B4F-934B-4D14-826A-A7708455A20A}" dt="2020-06-01T06:31:30.043" v="6607" actId="20577"/>
          <ac:spMkLst>
            <pc:docMk/>
            <pc:sldMk cId="1875805434" sldId="274"/>
            <ac:spMk id="3" creationId="{00000000-0000-0000-0000-000000000000}"/>
          </ac:spMkLst>
        </pc:spChg>
        <pc:spChg chg="mod">
          <ac:chgData name="ralph kemp" userId="b9b5e5f6d19aaab0" providerId="LiveId" clId="{A29C7B4F-934B-4D14-826A-A7708455A20A}" dt="2020-06-01T06:29:52.009" v="6590" actId="1076"/>
          <ac:spMkLst>
            <pc:docMk/>
            <pc:sldMk cId="1875805434" sldId="274"/>
            <ac:spMk id="6" creationId="{00000000-0000-0000-0000-000000000000}"/>
          </ac:spMkLst>
        </pc:spChg>
        <pc:picChg chg="mod">
          <ac:chgData name="ralph kemp" userId="b9b5e5f6d19aaab0" providerId="LiveId" clId="{A29C7B4F-934B-4D14-826A-A7708455A20A}" dt="2020-06-01T06:31:49.966" v="6608" actId="1076"/>
          <ac:picMkLst>
            <pc:docMk/>
            <pc:sldMk cId="1875805434" sldId="274"/>
            <ac:picMk id="5" creationId="{00000000-0000-0000-0000-000000000000}"/>
          </ac:picMkLst>
        </pc:picChg>
      </pc:sldChg>
      <pc:sldChg chg="modSp del mod">
        <pc:chgData name="ralph kemp" userId="b9b5e5f6d19aaab0" providerId="LiveId" clId="{A29C7B4F-934B-4D14-826A-A7708455A20A}" dt="2020-06-01T06:31:58.810" v="6609" actId="2696"/>
        <pc:sldMkLst>
          <pc:docMk/>
          <pc:sldMk cId="2496809258" sldId="275"/>
        </pc:sldMkLst>
        <pc:spChg chg="mod">
          <ac:chgData name="ralph kemp" userId="b9b5e5f6d19aaab0" providerId="LiveId" clId="{A29C7B4F-934B-4D14-826A-A7708455A20A}" dt="2020-06-01T06:30:07.337" v="6591" actId="255"/>
          <ac:spMkLst>
            <pc:docMk/>
            <pc:sldMk cId="2496809258" sldId="275"/>
            <ac:spMk id="3" creationId="{00000000-0000-0000-0000-000000000000}"/>
          </ac:spMkLst>
        </pc:spChg>
      </pc:sldChg>
      <pc:sldChg chg="modSp mod">
        <pc:chgData name="ralph kemp" userId="b9b5e5f6d19aaab0" providerId="LiveId" clId="{A29C7B4F-934B-4D14-826A-A7708455A20A}" dt="2020-06-01T06:35:28.296" v="6721" actId="1076"/>
        <pc:sldMkLst>
          <pc:docMk/>
          <pc:sldMk cId="515912946" sldId="276"/>
        </pc:sldMkLst>
        <pc:spChg chg="mod">
          <ac:chgData name="ralph kemp" userId="b9b5e5f6d19aaab0" providerId="LiveId" clId="{A29C7B4F-934B-4D14-826A-A7708455A20A}" dt="2020-06-01T06:35:10.264" v="6715" actId="20577"/>
          <ac:spMkLst>
            <pc:docMk/>
            <pc:sldMk cId="515912946" sldId="276"/>
            <ac:spMk id="2" creationId="{00000000-0000-0000-0000-000000000000}"/>
          </ac:spMkLst>
        </pc:spChg>
        <pc:spChg chg="mod">
          <ac:chgData name="ralph kemp" userId="b9b5e5f6d19aaab0" providerId="LiveId" clId="{A29C7B4F-934B-4D14-826A-A7708455A20A}" dt="2020-06-01T06:35:22.832" v="6720" actId="20577"/>
          <ac:spMkLst>
            <pc:docMk/>
            <pc:sldMk cId="515912946" sldId="276"/>
            <ac:spMk id="3" creationId="{00000000-0000-0000-0000-000000000000}"/>
          </ac:spMkLst>
        </pc:spChg>
        <pc:picChg chg="mod">
          <ac:chgData name="ralph kemp" userId="b9b5e5f6d19aaab0" providerId="LiveId" clId="{A29C7B4F-934B-4D14-826A-A7708455A20A}" dt="2020-06-01T06:35:28.296" v="6721" actId="1076"/>
          <ac:picMkLst>
            <pc:docMk/>
            <pc:sldMk cId="515912946" sldId="276"/>
            <ac:picMk id="5" creationId="{00000000-0000-0000-0000-000000000000}"/>
          </ac:picMkLst>
        </pc:picChg>
      </pc:sldChg>
      <pc:sldChg chg="modSp mod">
        <pc:chgData name="ralph kemp" userId="b9b5e5f6d19aaab0" providerId="LiveId" clId="{A29C7B4F-934B-4D14-826A-A7708455A20A}" dt="2020-06-01T06:47:46.243" v="6980" actId="20577"/>
        <pc:sldMkLst>
          <pc:docMk/>
          <pc:sldMk cId="1072159602" sldId="277"/>
        </pc:sldMkLst>
        <pc:spChg chg="mod">
          <ac:chgData name="ralph kemp" userId="b9b5e5f6d19aaab0" providerId="LiveId" clId="{A29C7B4F-934B-4D14-826A-A7708455A20A}" dt="2020-06-01T06:47:46.243" v="6980" actId="20577"/>
          <ac:spMkLst>
            <pc:docMk/>
            <pc:sldMk cId="1072159602" sldId="277"/>
            <ac:spMk id="3" creationId="{00000000-0000-0000-0000-000000000000}"/>
          </ac:spMkLst>
        </pc:spChg>
      </pc:sldChg>
      <pc:sldChg chg="addSp modSp mod">
        <pc:chgData name="ralph kemp" userId="b9b5e5f6d19aaab0" providerId="LiveId" clId="{A29C7B4F-934B-4D14-826A-A7708455A20A}" dt="2020-06-01T06:51:43.421" v="7038" actId="12"/>
        <pc:sldMkLst>
          <pc:docMk/>
          <pc:sldMk cId="3241968902" sldId="278"/>
        </pc:sldMkLst>
        <pc:spChg chg="mod">
          <ac:chgData name="ralph kemp" userId="b9b5e5f6d19aaab0" providerId="LiveId" clId="{A29C7B4F-934B-4D14-826A-A7708455A20A}" dt="2020-06-01T06:47:55.803" v="6991" actId="20577"/>
          <ac:spMkLst>
            <pc:docMk/>
            <pc:sldMk cId="3241968902" sldId="278"/>
            <ac:spMk id="2" creationId="{00000000-0000-0000-0000-000000000000}"/>
          </ac:spMkLst>
        </pc:spChg>
        <pc:spChg chg="mod">
          <ac:chgData name="ralph kemp" userId="b9b5e5f6d19aaab0" providerId="LiveId" clId="{A29C7B4F-934B-4D14-826A-A7708455A20A}" dt="2020-06-01T06:51:43.421" v="7038" actId="12"/>
          <ac:spMkLst>
            <pc:docMk/>
            <pc:sldMk cId="3241968902" sldId="278"/>
            <ac:spMk id="3" creationId="{00000000-0000-0000-0000-000000000000}"/>
          </ac:spMkLst>
        </pc:spChg>
        <pc:spChg chg="add mod">
          <ac:chgData name="ralph kemp" userId="b9b5e5f6d19aaab0" providerId="LiveId" clId="{A29C7B4F-934B-4D14-826A-A7708455A20A}" dt="2020-06-01T06:50:05.705" v="7016" actId="1076"/>
          <ac:spMkLst>
            <pc:docMk/>
            <pc:sldMk cId="3241968902" sldId="278"/>
            <ac:spMk id="7" creationId="{3BB4215C-FEF4-4B2D-B321-6FDB6262D68C}"/>
          </ac:spMkLst>
        </pc:spChg>
        <pc:picChg chg="add mod">
          <ac:chgData name="ralph kemp" userId="b9b5e5f6d19aaab0" providerId="LiveId" clId="{A29C7B4F-934B-4D14-826A-A7708455A20A}" dt="2020-06-01T06:49:31.088" v="7009" actId="1076"/>
          <ac:picMkLst>
            <pc:docMk/>
            <pc:sldMk cId="3241968902" sldId="278"/>
            <ac:picMk id="5" creationId="{B6437AC0-7DE3-4A0D-AF27-FDD6A63C6D4D}"/>
          </ac:picMkLst>
        </pc:picChg>
        <pc:picChg chg="add mod">
          <ac:chgData name="ralph kemp" userId="b9b5e5f6d19aaab0" providerId="LiveId" clId="{A29C7B4F-934B-4D14-826A-A7708455A20A}" dt="2020-06-01T06:49:50.067" v="7013" actId="1076"/>
          <ac:picMkLst>
            <pc:docMk/>
            <pc:sldMk cId="3241968902" sldId="278"/>
            <ac:picMk id="6" creationId="{7D5D0A39-54C3-409E-AFB5-AF2EEF5ACA40}"/>
          </ac:picMkLst>
        </pc:picChg>
        <pc:picChg chg="add mod">
          <ac:chgData name="ralph kemp" userId="b9b5e5f6d19aaab0" providerId="LiveId" clId="{A29C7B4F-934B-4D14-826A-A7708455A20A}" dt="2020-06-01T06:50:22.365" v="7019" actId="1076"/>
          <ac:picMkLst>
            <pc:docMk/>
            <pc:sldMk cId="3241968902" sldId="278"/>
            <ac:picMk id="8" creationId="{A5B2B31F-9D33-487A-85A2-8E397094A9B0}"/>
          </ac:picMkLst>
        </pc:picChg>
      </pc:sldChg>
      <pc:sldChg chg="delSp modSp del mod">
        <pc:chgData name="ralph kemp" userId="b9b5e5f6d19aaab0" providerId="LiveId" clId="{A29C7B4F-934B-4D14-826A-A7708455A20A}" dt="2020-06-01T06:50:37.075" v="7021" actId="2696"/>
        <pc:sldMkLst>
          <pc:docMk/>
          <pc:sldMk cId="1582153969" sldId="279"/>
        </pc:sldMkLst>
        <pc:spChg chg="mod">
          <ac:chgData name="ralph kemp" userId="b9b5e5f6d19aaab0" providerId="LiveId" clId="{A29C7B4F-934B-4D14-826A-A7708455A20A}" dt="2020-06-01T06:48:22.740" v="6995" actId="21"/>
          <ac:spMkLst>
            <pc:docMk/>
            <pc:sldMk cId="1582153969" sldId="279"/>
            <ac:spMk id="3" creationId="{00000000-0000-0000-0000-000000000000}"/>
          </ac:spMkLst>
        </pc:spChg>
        <pc:spChg chg="del mod">
          <ac:chgData name="ralph kemp" userId="b9b5e5f6d19aaab0" providerId="LiveId" clId="{A29C7B4F-934B-4D14-826A-A7708455A20A}" dt="2020-06-01T06:49:55.692" v="7014" actId="21"/>
          <ac:spMkLst>
            <pc:docMk/>
            <pc:sldMk cId="1582153969" sldId="279"/>
            <ac:spMk id="7" creationId="{00000000-0000-0000-0000-000000000000}"/>
          </ac:spMkLst>
        </pc:spChg>
        <pc:spChg chg="del mod">
          <ac:chgData name="ralph kemp" userId="b9b5e5f6d19aaab0" providerId="LiveId" clId="{A29C7B4F-934B-4D14-826A-A7708455A20A}" dt="2020-06-01T06:50:10.415" v="7017" actId="21"/>
          <ac:spMkLst>
            <pc:docMk/>
            <pc:sldMk cId="1582153969" sldId="279"/>
            <ac:spMk id="8" creationId="{00000000-0000-0000-0000-000000000000}"/>
          </ac:spMkLst>
        </pc:spChg>
        <pc:picChg chg="del mod">
          <ac:chgData name="ralph kemp" userId="b9b5e5f6d19aaab0" providerId="LiveId" clId="{A29C7B4F-934B-4D14-826A-A7708455A20A}" dt="2020-06-01T06:49:18.851" v="7006" actId="21"/>
          <ac:picMkLst>
            <pc:docMk/>
            <pc:sldMk cId="1582153969" sldId="279"/>
            <ac:picMk id="5" creationId="{00000000-0000-0000-0000-000000000000}"/>
          </ac:picMkLst>
        </pc:picChg>
        <pc:picChg chg="del mod">
          <ac:chgData name="ralph kemp" userId="b9b5e5f6d19aaab0" providerId="LiveId" clId="{A29C7B4F-934B-4D14-826A-A7708455A20A}" dt="2020-06-01T06:49:36.850" v="7011" actId="21"/>
          <ac:picMkLst>
            <pc:docMk/>
            <pc:sldMk cId="1582153969" sldId="279"/>
            <ac:picMk id="6" creationId="{00000000-0000-0000-0000-000000000000}"/>
          </ac:picMkLst>
        </pc:picChg>
      </pc:sldChg>
      <pc:sldChg chg="addSp modSp mod">
        <pc:chgData name="ralph kemp" userId="b9b5e5f6d19aaab0" providerId="LiveId" clId="{A29C7B4F-934B-4D14-826A-A7708455A20A}" dt="2020-06-01T06:57:49.292" v="7104" actId="1076"/>
        <pc:sldMkLst>
          <pc:docMk/>
          <pc:sldMk cId="3582666542" sldId="280"/>
        </pc:sldMkLst>
        <pc:spChg chg="mod">
          <ac:chgData name="ralph kemp" userId="b9b5e5f6d19aaab0" providerId="LiveId" clId="{A29C7B4F-934B-4D14-826A-A7708455A20A}" dt="2020-06-01T06:57:25.603" v="7101" actId="1076"/>
          <ac:spMkLst>
            <pc:docMk/>
            <pc:sldMk cId="3582666542" sldId="280"/>
            <ac:spMk id="3" creationId="{00000000-0000-0000-0000-000000000000}"/>
          </ac:spMkLst>
        </pc:spChg>
        <pc:picChg chg="add mod modCrop">
          <ac:chgData name="ralph kemp" userId="b9b5e5f6d19aaab0" providerId="LiveId" clId="{A29C7B4F-934B-4D14-826A-A7708455A20A}" dt="2020-06-01T06:57:44.942" v="7103" actId="1076"/>
          <ac:picMkLst>
            <pc:docMk/>
            <pc:sldMk cId="3582666542" sldId="280"/>
            <ac:picMk id="5" creationId="{23F688A6-2CE9-4BF1-8E8A-EFC23C196B34}"/>
          </ac:picMkLst>
        </pc:picChg>
        <pc:picChg chg="add mod">
          <ac:chgData name="ralph kemp" userId="b9b5e5f6d19aaab0" providerId="LiveId" clId="{A29C7B4F-934B-4D14-826A-A7708455A20A}" dt="2020-06-01T06:57:49.292" v="7104" actId="1076"/>
          <ac:picMkLst>
            <pc:docMk/>
            <pc:sldMk cId="3582666542" sldId="280"/>
            <ac:picMk id="6" creationId="{84E8A3BD-AB4A-413C-B11B-F240C551AC12}"/>
          </ac:picMkLst>
        </pc:picChg>
        <pc:picChg chg="add mod">
          <ac:chgData name="ralph kemp" userId="b9b5e5f6d19aaab0" providerId="LiveId" clId="{A29C7B4F-934B-4D14-826A-A7708455A20A}" dt="2020-06-01T06:57:32.126" v="7102" actId="1076"/>
          <ac:picMkLst>
            <pc:docMk/>
            <pc:sldMk cId="3582666542" sldId="280"/>
            <ac:picMk id="7" creationId="{46761C3A-1AA8-40B3-88C2-1AF99DA66ED1}"/>
          </ac:picMkLst>
        </pc:picChg>
      </pc:sldChg>
      <pc:sldChg chg="delSp modSp del mod">
        <pc:chgData name="ralph kemp" userId="b9b5e5f6d19aaab0" providerId="LiveId" clId="{A29C7B4F-934B-4D14-826A-A7708455A20A}" dt="2020-06-01T06:56:06.272" v="7094" actId="2696"/>
        <pc:sldMkLst>
          <pc:docMk/>
          <pc:sldMk cId="1557400213" sldId="282"/>
        </pc:sldMkLst>
        <pc:spChg chg="mod">
          <ac:chgData name="ralph kemp" userId="b9b5e5f6d19aaab0" providerId="LiveId" clId="{A29C7B4F-934B-4D14-826A-A7708455A20A}" dt="2020-06-01T06:52:21.394" v="7041" actId="21"/>
          <ac:spMkLst>
            <pc:docMk/>
            <pc:sldMk cId="1557400213" sldId="282"/>
            <ac:spMk id="3" creationId="{00000000-0000-0000-0000-000000000000}"/>
          </ac:spMkLst>
        </pc:spChg>
        <pc:spChg chg="del">
          <ac:chgData name="ralph kemp" userId="b9b5e5f6d19aaab0" providerId="LiveId" clId="{A29C7B4F-934B-4D14-826A-A7708455A20A}" dt="2020-06-01T06:55:28.740" v="7088" actId="21"/>
          <ac:spMkLst>
            <pc:docMk/>
            <pc:sldMk cId="1557400213" sldId="282"/>
            <ac:spMk id="7" creationId="{00000000-0000-0000-0000-000000000000}"/>
          </ac:spMkLst>
        </pc:spChg>
        <pc:picChg chg="del">
          <ac:chgData name="ralph kemp" userId="b9b5e5f6d19aaab0" providerId="LiveId" clId="{A29C7B4F-934B-4D14-826A-A7708455A20A}" dt="2020-06-01T06:54:33.686" v="7083" actId="21"/>
          <ac:picMkLst>
            <pc:docMk/>
            <pc:sldMk cId="1557400213" sldId="282"/>
            <ac:picMk id="5" creationId="{00000000-0000-0000-0000-000000000000}"/>
          </ac:picMkLst>
        </pc:picChg>
        <pc:picChg chg="del">
          <ac:chgData name="ralph kemp" userId="b9b5e5f6d19aaab0" providerId="LiveId" clId="{A29C7B4F-934B-4D14-826A-A7708455A20A}" dt="2020-06-01T06:55:46.860" v="7091" actId="21"/>
          <ac:picMkLst>
            <pc:docMk/>
            <pc:sldMk cId="1557400213" sldId="282"/>
            <ac:picMk id="6" creationId="{00000000-0000-0000-0000-000000000000}"/>
          </ac:picMkLst>
        </pc:picChg>
      </pc:sldChg>
      <pc:sldChg chg="modSp mod">
        <pc:chgData name="ralph kemp" userId="b9b5e5f6d19aaab0" providerId="LiveId" clId="{A29C7B4F-934B-4D14-826A-A7708455A20A}" dt="2020-06-01T06:33:32.044" v="6650" actId="1076"/>
        <pc:sldMkLst>
          <pc:docMk/>
          <pc:sldMk cId="2948794998" sldId="283"/>
        </pc:sldMkLst>
        <pc:spChg chg="mod">
          <ac:chgData name="ralph kemp" userId="b9b5e5f6d19aaab0" providerId="LiveId" clId="{A29C7B4F-934B-4D14-826A-A7708455A20A}" dt="2020-06-01T06:33:32.044" v="6650" actId="1076"/>
          <ac:spMkLst>
            <pc:docMk/>
            <pc:sldMk cId="2948794998" sldId="283"/>
            <ac:spMk id="2" creationId="{00000000-0000-0000-0000-000000000000}"/>
          </ac:spMkLst>
        </pc:spChg>
        <pc:spChg chg="mod">
          <ac:chgData name="ralph kemp" userId="b9b5e5f6d19aaab0" providerId="LiveId" clId="{A29C7B4F-934B-4D14-826A-A7708455A20A}" dt="2020-06-01T06:33:25.820" v="6648" actId="1076"/>
          <ac:spMkLst>
            <pc:docMk/>
            <pc:sldMk cId="2948794998" sldId="283"/>
            <ac:spMk id="3" creationId="{00000000-0000-0000-0000-000000000000}"/>
          </ac:spMkLst>
        </pc:spChg>
      </pc:sldChg>
      <pc:sldChg chg="modSp mod">
        <pc:chgData name="ralph kemp" userId="b9b5e5f6d19aaab0" providerId="LiveId" clId="{A29C7B4F-934B-4D14-826A-A7708455A20A}" dt="2020-06-01T06:34:12.778" v="6666" actId="1076"/>
        <pc:sldMkLst>
          <pc:docMk/>
          <pc:sldMk cId="1035910379" sldId="284"/>
        </pc:sldMkLst>
        <pc:spChg chg="mod">
          <ac:chgData name="ralph kemp" userId="b9b5e5f6d19aaab0" providerId="LiveId" clId="{A29C7B4F-934B-4D14-826A-A7708455A20A}" dt="2020-06-01T06:34:12.778" v="6666" actId="1076"/>
          <ac:spMkLst>
            <pc:docMk/>
            <pc:sldMk cId="1035910379" sldId="284"/>
            <ac:spMk id="2" creationId="{00000000-0000-0000-0000-000000000000}"/>
          </ac:spMkLst>
        </pc:spChg>
        <pc:picChg chg="mod">
          <ac:chgData name="ralph kemp" userId="b9b5e5f6d19aaab0" providerId="LiveId" clId="{A29C7B4F-934B-4D14-826A-A7708455A20A}" dt="2020-06-01T06:34:05.392" v="6665" actId="1076"/>
          <ac:picMkLst>
            <pc:docMk/>
            <pc:sldMk cId="1035910379" sldId="284"/>
            <ac:picMk id="5" creationId="{00000000-0000-0000-0000-000000000000}"/>
          </ac:picMkLst>
        </pc:picChg>
      </pc:sldChg>
      <pc:sldChg chg="del">
        <pc:chgData name="ralph kemp" userId="b9b5e5f6d19aaab0" providerId="LiveId" clId="{A29C7B4F-934B-4D14-826A-A7708455A20A}" dt="2020-06-01T06:18:58.945" v="6316" actId="2696"/>
        <pc:sldMkLst>
          <pc:docMk/>
          <pc:sldMk cId="3532394295" sldId="285"/>
        </pc:sldMkLst>
      </pc:sldChg>
      <pc:sldChg chg="del">
        <pc:chgData name="ralph kemp" userId="b9b5e5f6d19aaab0" providerId="LiveId" clId="{A29C7B4F-934B-4D14-826A-A7708455A20A}" dt="2020-06-01T06:18:58.945" v="6316" actId="2696"/>
        <pc:sldMkLst>
          <pc:docMk/>
          <pc:sldMk cId="572895228" sldId="286"/>
        </pc:sldMkLst>
      </pc:sldChg>
      <pc:sldChg chg="addSp modSp mod">
        <pc:chgData name="ralph kemp" userId="b9b5e5f6d19aaab0" providerId="LiveId" clId="{A29C7B4F-934B-4D14-826A-A7708455A20A}" dt="2020-05-31T09:06:45.806" v="1329" actId="1076"/>
        <pc:sldMkLst>
          <pc:docMk/>
          <pc:sldMk cId="1596027900" sldId="288"/>
        </pc:sldMkLst>
        <pc:spChg chg="add mod">
          <ac:chgData name="ralph kemp" userId="b9b5e5f6d19aaab0" providerId="LiveId" clId="{A29C7B4F-934B-4D14-826A-A7708455A20A}" dt="2020-05-31T09:06:45.806" v="1329" actId="1076"/>
          <ac:spMkLst>
            <pc:docMk/>
            <pc:sldMk cId="1596027900" sldId="288"/>
            <ac:spMk id="2" creationId="{7730438C-CAEF-408B-B75F-0E46E7E2CBD2}"/>
          </ac:spMkLst>
        </pc:spChg>
      </pc:sldChg>
      <pc:sldChg chg="addSp modSp mod">
        <pc:chgData name="ralph kemp" userId="b9b5e5f6d19aaab0" providerId="LiveId" clId="{A29C7B4F-934B-4D14-826A-A7708455A20A}" dt="2020-05-31T10:37:32.571" v="2766" actId="1076"/>
        <pc:sldMkLst>
          <pc:docMk/>
          <pc:sldMk cId="1944636126" sldId="289"/>
        </pc:sldMkLst>
        <pc:spChg chg="add mod">
          <ac:chgData name="ralph kemp" userId="b9b5e5f6d19aaab0" providerId="LiveId" clId="{A29C7B4F-934B-4D14-826A-A7708455A20A}" dt="2020-05-31T10:37:32.571" v="2766" actId="1076"/>
          <ac:spMkLst>
            <pc:docMk/>
            <pc:sldMk cId="1944636126" sldId="289"/>
            <ac:spMk id="2" creationId="{9D23EE6F-3010-4C13-ACE9-0862C19D2607}"/>
          </ac:spMkLst>
        </pc:spChg>
      </pc:sldChg>
      <pc:sldChg chg="modSp mod">
        <pc:chgData name="ralph kemp" userId="b9b5e5f6d19aaab0" providerId="LiveId" clId="{A29C7B4F-934B-4D14-826A-A7708455A20A}" dt="2020-05-31T10:52:09.677" v="3107" actId="1076"/>
        <pc:sldMkLst>
          <pc:docMk/>
          <pc:sldMk cId="578906670" sldId="292"/>
        </pc:sldMkLst>
        <pc:spChg chg="mod">
          <ac:chgData name="ralph kemp" userId="b9b5e5f6d19aaab0" providerId="LiveId" clId="{A29C7B4F-934B-4D14-826A-A7708455A20A}" dt="2020-05-31T10:52:09.677" v="3107" actId="1076"/>
          <ac:spMkLst>
            <pc:docMk/>
            <pc:sldMk cId="578906670" sldId="292"/>
            <ac:spMk id="2" creationId="{00000000-0000-0000-0000-000000000000}"/>
          </ac:spMkLst>
        </pc:spChg>
        <pc:spChg chg="mod">
          <ac:chgData name="ralph kemp" userId="b9b5e5f6d19aaab0" providerId="LiveId" clId="{A29C7B4F-934B-4D14-826A-A7708455A20A}" dt="2020-05-31T10:51:58.927" v="3105" actId="1076"/>
          <ac:spMkLst>
            <pc:docMk/>
            <pc:sldMk cId="578906670" sldId="292"/>
            <ac:spMk id="3" creationId="{00000000-0000-0000-0000-000000000000}"/>
          </ac:spMkLst>
        </pc:spChg>
      </pc:sldChg>
      <pc:sldChg chg="del">
        <pc:chgData name="ralph kemp" userId="b9b5e5f6d19aaab0" providerId="LiveId" clId="{A29C7B4F-934B-4D14-826A-A7708455A20A}" dt="2020-06-01T06:45:49.898" v="6889" actId="2696"/>
        <pc:sldMkLst>
          <pc:docMk/>
          <pc:sldMk cId="1340803127" sldId="296"/>
        </pc:sldMkLst>
      </pc:sldChg>
      <pc:sldChg chg="modSp mod">
        <pc:chgData name="ralph kemp" userId="b9b5e5f6d19aaab0" providerId="LiveId" clId="{A29C7B4F-934B-4D14-826A-A7708455A20A}" dt="2020-06-01T07:04:33.936" v="7272" actId="20577"/>
        <pc:sldMkLst>
          <pc:docMk/>
          <pc:sldMk cId="2018706929" sldId="298"/>
        </pc:sldMkLst>
        <pc:spChg chg="mod">
          <ac:chgData name="ralph kemp" userId="b9b5e5f6d19aaab0" providerId="LiveId" clId="{A29C7B4F-934B-4D14-826A-A7708455A20A}" dt="2020-06-01T07:04:33.936" v="7272" actId="20577"/>
          <ac:spMkLst>
            <pc:docMk/>
            <pc:sldMk cId="2018706929" sldId="298"/>
            <ac:spMk id="3" creationId="{00000000-0000-0000-0000-000000000000}"/>
          </ac:spMkLst>
        </pc:spChg>
      </pc:sldChg>
      <pc:sldChg chg="del">
        <pc:chgData name="ralph kemp" userId="b9b5e5f6d19aaab0" providerId="LiveId" clId="{A29C7B4F-934B-4D14-826A-A7708455A20A}" dt="2020-05-31T09:02:02.595" v="1124" actId="2696"/>
        <pc:sldMkLst>
          <pc:docMk/>
          <pc:sldMk cId="3627965087" sldId="299"/>
        </pc:sldMkLst>
      </pc:sldChg>
      <pc:sldChg chg="addSp delSp modSp mod">
        <pc:chgData name="ralph kemp" userId="b9b5e5f6d19aaab0" providerId="LiveId" clId="{A29C7B4F-934B-4D14-826A-A7708455A20A}" dt="2020-05-31T10:05:02.467" v="2161" actId="1076"/>
        <pc:sldMkLst>
          <pc:docMk/>
          <pc:sldMk cId="3412516943" sldId="301"/>
        </pc:sldMkLst>
        <pc:spChg chg="mod">
          <ac:chgData name="ralph kemp" userId="b9b5e5f6d19aaab0" providerId="LiveId" clId="{A29C7B4F-934B-4D14-826A-A7708455A20A}" dt="2020-05-31T10:04:57.964" v="2159" actId="14100"/>
          <ac:spMkLst>
            <pc:docMk/>
            <pc:sldMk cId="3412516943" sldId="301"/>
            <ac:spMk id="3" creationId="{00000000-0000-0000-0000-000000000000}"/>
          </ac:spMkLst>
        </pc:spChg>
        <pc:picChg chg="add del">
          <ac:chgData name="ralph kemp" userId="b9b5e5f6d19aaab0" providerId="LiveId" clId="{A29C7B4F-934B-4D14-826A-A7708455A20A}" dt="2020-05-30T09:00:05.797" v="941"/>
          <ac:picMkLst>
            <pc:docMk/>
            <pc:sldMk cId="3412516943" sldId="301"/>
            <ac:picMk id="5" creationId="{F785E756-E212-4CFC-A204-B12592E8D625}"/>
          </ac:picMkLst>
        </pc:picChg>
        <pc:picChg chg="add mod">
          <ac:chgData name="ralph kemp" userId="b9b5e5f6d19aaab0" providerId="LiveId" clId="{A29C7B4F-934B-4D14-826A-A7708455A20A}" dt="2020-05-31T10:05:02.467" v="2161" actId="1076"/>
          <ac:picMkLst>
            <pc:docMk/>
            <pc:sldMk cId="3412516943" sldId="301"/>
            <ac:picMk id="6" creationId="{C68F60A3-4725-4DF5-9FAF-BC57479734AC}"/>
          </ac:picMkLst>
        </pc:picChg>
      </pc:sldChg>
      <pc:sldChg chg="modSp mod">
        <pc:chgData name="ralph kemp" userId="b9b5e5f6d19aaab0" providerId="LiveId" clId="{A29C7B4F-934B-4D14-826A-A7708455A20A}" dt="2020-05-31T10:07:35.468" v="2183" actId="1076"/>
        <pc:sldMkLst>
          <pc:docMk/>
          <pc:sldMk cId="2398991298" sldId="302"/>
        </pc:sldMkLst>
        <pc:spChg chg="mod">
          <ac:chgData name="ralph kemp" userId="b9b5e5f6d19aaab0" providerId="LiveId" clId="{A29C7B4F-934B-4D14-826A-A7708455A20A}" dt="2020-05-31T10:05:11.100" v="2162" actId="14100"/>
          <ac:spMkLst>
            <pc:docMk/>
            <pc:sldMk cId="2398991298" sldId="302"/>
            <ac:spMk id="2" creationId="{00000000-0000-0000-0000-000000000000}"/>
          </ac:spMkLst>
        </pc:spChg>
        <pc:spChg chg="mod">
          <ac:chgData name="ralph kemp" userId="b9b5e5f6d19aaab0" providerId="LiveId" clId="{A29C7B4F-934B-4D14-826A-A7708455A20A}" dt="2020-05-31T10:07:35.468" v="2183" actId="1076"/>
          <ac:spMkLst>
            <pc:docMk/>
            <pc:sldMk cId="2398991298" sldId="302"/>
            <ac:spMk id="3" creationId="{00000000-0000-0000-0000-000000000000}"/>
          </ac:spMkLst>
        </pc:spChg>
      </pc:sldChg>
      <pc:sldChg chg="modSp mod">
        <pc:chgData name="ralph kemp" userId="b9b5e5f6d19aaab0" providerId="LiveId" clId="{A29C7B4F-934B-4D14-826A-A7708455A20A}" dt="2020-05-31T10:08:58.625" v="2194" actId="14100"/>
        <pc:sldMkLst>
          <pc:docMk/>
          <pc:sldMk cId="222315872" sldId="303"/>
        </pc:sldMkLst>
        <pc:spChg chg="mod">
          <ac:chgData name="ralph kemp" userId="b9b5e5f6d19aaab0" providerId="LiveId" clId="{A29C7B4F-934B-4D14-826A-A7708455A20A}" dt="2020-05-31T10:08:35.276" v="2189" actId="14100"/>
          <ac:spMkLst>
            <pc:docMk/>
            <pc:sldMk cId="222315872" sldId="303"/>
            <ac:spMk id="2" creationId="{00000000-0000-0000-0000-000000000000}"/>
          </ac:spMkLst>
        </pc:spChg>
        <pc:spChg chg="mod">
          <ac:chgData name="ralph kemp" userId="b9b5e5f6d19aaab0" providerId="LiveId" clId="{A29C7B4F-934B-4D14-826A-A7708455A20A}" dt="2020-05-31T10:08:58.625" v="2194" actId="14100"/>
          <ac:spMkLst>
            <pc:docMk/>
            <pc:sldMk cId="222315872" sldId="303"/>
            <ac:spMk id="3" creationId="{00000000-0000-0000-0000-000000000000}"/>
          </ac:spMkLst>
        </pc:spChg>
      </pc:sldChg>
      <pc:sldChg chg="delSp modSp mod">
        <pc:chgData name="ralph kemp" userId="b9b5e5f6d19aaab0" providerId="LiveId" clId="{A29C7B4F-934B-4D14-826A-A7708455A20A}" dt="2020-05-30T08:12:23.188" v="65" actId="1076"/>
        <pc:sldMkLst>
          <pc:docMk/>
          <pc:sldMk cId="694610766" sldId="304"/>
        </pc:sldMkLst>
        <pc:spChg chg="mod">
          <ac:chgData name="ralph kemp" userId="b9b5e5f6d19aaab0" providerId="LiveId" clId="{A29C7B4F-934B-4D14-826A-A7708455A20A}" dt="2020-05-30T08:10:30.608" v="33" actId="1076"/>
          <ac:spMkLst>
            <pc:docMk/>
            <pc:sldMk cId="694610766" sldId="304"/>
            <ac:spMk id="2" creationId="{00000000-0000-0000-0000-000000000000}"/>
          </ac:spMkLst>
        </pc:spChg>
        <pc:spChg chg="del">
          <ac:chgData name="ralph kemp" userId="b9b5e5f6d19aaab0" providerId="LiveId" clId="{A29C7B4F-934B-4D14-826A-A7708455A20A}" dt="2020-05-30T08:10:11.070" v="30" actId="478"/>
          <ac:spMkLst>
            <pc:docMk/>
            <pc:sldMk cId="694610766" sldId="304"/>
            <ac:spMk id="7" creationId="{0FE32E40-07A3-4DA3-89C4-1FFA7D9F02C0}"/>
          </ac:spMkLst>
        </pc:spChg>
        <pc:picChg chg="mod modCrop">
          <ac:chgData name="ralph kemp" userId="b9b5e5f6d19aaab0" providerId="LiveId" clId="{A29C7B4F-934B-4D14-826A-A7708455A20A}" dt="2020-05-30T08:12:23.188" v="65" actId="1076"/>
          <ac:picMkLst>
            <pc:docMk/>
            <pc:sldMk cId="694610766" sldId="304"/>
            <ac:picMk id="5" creationId="{00000000-0000-0000-0000-000000000000}"/>
          </ac:picMkLst>
        </pc:picChg>
      </pc:sldChg>
      <pc:sldChg chg="modSp mod">
        <pc:chgData name="ralph kemp" userId="b9b5e5f6d19aaab0" providerId="LiveId" clId="{A29C7B4F-934B-4D14-826A-A7708455A20A}" dt="2020-06-01T03:24:37.472" v="3437" actId="12"/>
        <pc:sldMkLst>
          <pc:docMk/>
          <pc:sldMk cId="4112560276" sldId="305"/>
        </pc:sldMkLst>
        <pc:spChg chg="mod">
          <ac:chgData name="ralph kemp" userId="b9b5e5f6d19aaab0" providerId="LiveId" clId="{A29C7B4F-934B-4D14-826A-A7708455A20A}" dt="2020-06-01T03:24:37.472" v="3437" actId="12"/>
          <ac:spMkLst>
            <pc:docMk/>
            <pc:sldMk cId="4112560276" sldId="305"/>
            <ac:spMk id="3" creationId="{00000000-0000-0000-0000-000000000000}"/>
          </ac:spMkLst>
        </pc:spChg>
      </pc:sldChg>
      <pc:sldChg chg="modSp mod">
        <pc:chgData name="ralph kemp" userId="b9b5e5f6d19aaab0" providerId="LiveId" clId="{A29C7B4F-934B-4D14-826A-A7708455A20A}" dt="2020-05-31T10:10:12.299" v="2218" actId="1076"/>
        <pc:sldMkLst>
          <pc:docMk/>
          <pc:sldMk cId="2742209578" sldId="306"/>
        </pc:sldMkLst>
        <pc:spChg chg="mod">
          <ac:chgData name="ralph kemp" userId="b9b5e5f6d19aaab0" providerId="LiveId" clId="{A29C7B4F-934B-4D14-826A-A7708455A20A}" dt="2020-05-31T10:09:54.908" v="2213" actId="14100"/>
          <ac:spMkLst>
            <pc:docMk/>
            <pc:sldMk cId="2742209578" sldId="306"/>
            <ac:spMk id="2" creationId="{00000000-0000-0000-0000-000000000000}"/>
          </ac:spMkLst>
        </pc:spChg>
        <pc:spChg chg="mod">
          <ac:chgData name="ralph kemp" userId="b9b5e5f6d19aaab0" providerId="LiveId" clId="{A29C7B4F-934B-4D14-826A-A7708455A20A}" dt="2020-05-31T10:10:12.299" v="2218" actId="1076"/>
          <ac:spMkLst>
            <pc:docMk/>
            <pc:sldMk cId="2742209578" sldId="306"/>
            <ac:spMk id="3" creationId="{00000000-0000-0000-0000-000000000000}"/>
          </ac:spMkLst>
        </pc:spChg>
      </pc:sldChg>
      <pc:sldChg chg="modSp mod">
        <pc:chgData name="ralph kemp" userId="b9b5e5f6d19aaab0" providerId="LiveId" clId="{A29C7B4F-934B-4D14-826A-A7708455A20A}" dt="2020-05-31T10:14:11.264" v="2293" actId="1076"/>
        <pc:sldMkLst>
          <pc:docMk/>
          <pc:sldMk cId="2434945104" sldId="308"/>
        </pc:sldMkLst>
        <pc:spChg chg="mod">
          <ac:chgData name="ralph kemp" userId="b9b5e5f6d19aaab0" providerId="LiveId" clId="{A29C7B4F-934B-4D14-826A-A7708455A20A}" dt="2020-05-31T10:14:11.264" v="2293" actId="1076"/>
          <ac:spMkLst>
            <pc:docMk/>
            <pc:sldMk cId="2434945104" sldId="308"/>
            <ac:spMk id="2" creationId="{00000000-0000-0000-0000-000000000000}"/>
          </ac:spMkLst>
        </pc:spChg>
        <pc:spChg chg="mod">
          <ac:chgData name="ralph kemp" userId="b9b5e5f6d19aaab0" providerId="LiveId" clId="{A29C7B4F-934B-4D14-826A-A7708455A20A}" dt="2020-05-31T10:14:07.436" v="2292" actId="1076"/>
          <ac:spMkLst>
            <pc:docMk/>
            <pc:sldMk cId="2434945104" sldId="308"/>
            <ac:spMk id="3" creationId="{00000000-0000-0000-0000-000000000000}"/>
          </ac:spMkLst>
        </pc:spChg>
      </pc:sldChg>
      <pc:sldChg chg="modSp mod">
        <pc:chgData name="ralph kemp" userId="b9b5e5f6d19aaab0" providerId="LiveId" clId="{A29C7B4F-934B-4D14-826A-A7708455A20A}" dt="2020-05-31T10:12:33.954" v="2247" actId="1076"/>
        <pc:sldMkLst>
          <pc:docMk/>
          <pc:sldMk cId="1674193263" sldId="309"/>
        </pc:sldMkLst>
        <pc:spChg chg="mod">
          <ac:chgData name="ralph kemp" userId="b9b5e5f6d19aaab0" providerId="LiveId" clId="{A29C7B4F-934B-4D14-826A-A7708455A20A}" dt="2020-05-31T10:12:33.954" v="2247" actId="1076"/>
          <ac:spMkLst>
            <pc:docMk/>
            <pc:sldMk cId="1674193263" sldId="309"/>
            <ac:spMk id="2" creationId="{00000000-0000-0000-0000-000000000000}"/>
          </ac:spMkLst>
        </pc:spChg>
        <pc:spChg chg="mod">
          <ac:chgData name="ralph kemp" userId="b9b5e5f6d19aaab0" providerId="LiveId" clId="{A29C7B4F-934B-4D14-826A-A7708455A20A}" dt="2020-05-31T10:12:30.443" v="2246" actId="1076"/>
          <ac:spMkLst>
            <pc:docMk/>
            <pc:sldMk cId="1674193263" sldId="309"/>
            <ac:spMk id="3" creationId="{00000000-0000-0000-0000-000000000000}"/>
          </ac:spMkLst>
        </pc:spChg>
      </pc:sldChg>
      <pc:sldChg chg="modSp mod">
        <pc:chgData name="ralph kemp" userId="b9b5e5f6d19aaab0" providerId="LiveId" clId="{A29C7B4F-934B-4D14-826A-A7708455A20A}" dt="2020-05-31T10:14:41.042" v="2303" actId="1076"/>
        <pc:sldMkLst>
          <pc:docMk/>
          <pc:sldMk cId="1290577488" sldId="310"/>
        </pc:sldMkLst>
        <pc:spChg chg="mod">
          <ac:chgData name="ralph kemp" userId="b9b5e5f6d19aaab0" providerId="LiveId" clId="{A29C7B4F-934B-4D14-826A-A7708455A20A}" dt="2020-05-31T10:14:23.912" v="2298" actId="14100"/>
          <ac:spMkLst>
            <pc:docMk/>
            <pc:sldMk cId="1290577488" sldId="310"/>
            <ac:spMk id="2" creationId="{00000000-0000-0000-0000-000000000000}"/>
          </ac:spMkLst>
        </pc:spChg>
        <pc:spChg chg="mod">
          <ac:chgData name="ralph kemp" userId="b9b5e5f6d19aaab0" providerId="LiveId" clId="{A29C7B4F-934B-4D14-826A-A7708455A20A}" dt="2020-05-31T10:14:41.042" v="2303" actId="1076"/>
          <ac:spMkLst>
            <pc:docMk/>
            <pc:sldMk cId="1290577488" sldId="310"/>
            <ac:spMk id="3" creationId="{00000000-0000-0000-0000-000000000000}"/>
          </ac:spMkLst>
        </pc:spChg>
      </pc:sldChg>
      <pc:sldChg chg="modSp mod">
        <pc:chgData name="ralph kemp" userId="b9b5e5f6d19aaab0" providerId="LiveId" clId="{A29C7B4F-934B-4D14-826A-A7708455A20A}" dt="2020-05-31T10:26:41.311" v="2532" actId="20577"/>
        <pc:sldMkLst>
          <pc:docMk/>
          <pc:sldMk cId="3001452231" sldId="311"/>
        </pc:sldMkLst>
        <pc:spChg chg="mod">
          <ac:chgData name="ralph kemp" userId="b9b5e5f6d19aaab0" providerId="LiveId" clId="{A29C7B4F-934B-4D14-826A-A7708455A20A}" dt="2020-05-31T10:15:27.006" v="2318" actId="1076"/>
          <ac:spMkLst>
            <pc:docMk/>
            <pc:sldMk cId="3001452231" sldId="311"/>
            <ac:spMk id="2" creationId="{00000000-0000-0000-0000-000000000000}"/>
          </ac:spMkLst>
        </pc:spChg>
        <pc:spChg chg="mod">
          <ac:chgData name="ralph kemp" userId="b9b5e5f6d19aaab0" providerId="LiveId" clId="{A29C7B4F-934B-4D14-826A-A7708455A20A}" dt="2020-05-31T10:26:41.311" v="2532" actId="20577"/>
          <ac:spMkLst>
            <pc:docMk/>
            <pc:sldMk cId="3001452231" sldId="311"/>
            <ac:spMk id="3" creationId="{00000000-0000-0000-0000-000000000000}"/>
          </ac:spMkLst>
        </pc:spChg>
      </pc:sldChg>
      <pc:sldChg chg="modSp mod">
        <pc:chgData name="ralph kemp" userId="b9b5e5f6d19aaab0" providerId="LiveId" clId="{A29C7B4F-934B-4D14-826A-A7708455A20A}" dt="2020-05-31T10:24:05.351" v="2495" actId="5793"/>
        <pc:sldMkLst>
          <pc:docMk/>
          <pc:sldMk cId="2176367710" sldId="312"/>
        </pc:sldMkLst>
        <pc:spChg chg="mod">
          <ac:chgData name="ralph kemp" userId="b9b5e5f6d19aaab0" providerId="LiveId" clId="{A29C7B4F-934B-4D14-826A-A7708455A20A}" dt="2020-05-31T10:24:05.351" v="2495" actId="5793"/>
          <ac:spMkLst>
            <pc:docMk/>
            <pc:sldMk cId="2176367710" sldId="312"/>
            <ac:spMk id="3" creationId="{00000000-0000-0000-0000-000000000000}"/>
          </ac:spMkLst>
        </pc:spChg>
      </pc:sldChg>
      <pc:sldChg chg="modSp mod">
        <pc:chgData name="ralph kemp" userId="b9b5e5f6d19aaab0" providerId="LiveId" clId="{A29C7B4F-934B-4D14-826A-A7708455A20A}" dt="2020-05-31T10:22:11.357" v="2465" actId="27636"/>
        <pc:sldMkLst>
          <pc:docMk/>
          <pc:sldMk cId="3918392554" sldId="313"/>
        </pc:sldMkLst>
        <pc:spChg chg="mod">
          <ac:chgData name="ralph kemp" userId="b9b5e5f6d19aaab0" providerId="LiveId" clId="{A29C7B4F-934B-4D14-826A-A7708455A20A}" dt="2020-05-31T10:22:07.440" v="2463" actId="1076"/>
          <ac:spMkLst>
            <pc:docMk/>
            <pc:sldMk cId="3918392554" sldId="313"/>
            <ac:spMk id="2" creationId="{00000000-0000-0000-0000-000000000000}"/>
          </ac:spMkLst>
        </pc:spChg>
        <pc:spChg chg="mod">
          <ac:chgData name="ralph kemp" userId="b9b5e5f6d19aaab0" providerId="LiveId" clId="{A29C7B4F-934B-4D14-826A-A7708455A20A}" dt="2020-05-31T10:22:11.357" v="2465" actId="27636"/>
          <ac:spMkLst>
            <pc:docMk/>
            <pc:sldMk cId="3918392554" sldId="313"/>
            <ac:spMk id="3" creationId="{00000000-0000-0000-0000-000000000000}"/>
          </ac:spMkLst>
        </pc:spChg>
      </pc:sldChg>
      <pc:sldChg chg="modSp mod">
        <pc:chgData name="ralph kemp" userId="b9b5e5f6d19aaab0" providerId="LiveId" clId="{A29C7B4F-934B-4D14-826A-A7708455A20A}" dt="2020-05-31T10:24:38.258" v="2506" actId="20577"/>
        <pc:sldMkLst>
          <pc:docMk/>
          <pc:sldMk cId="2550916923" sldId="315"/>
        </pc:sldMkLst>
        <pc:spChg chg="mod">
          <ac:chgData name="ralph kemp" userId="b9b5e5f6d19aaab0" providerId="LiveId" clId="{A29C7B4F-934B-4D14-826A-A7708455A20A}" dt="2020-05-31T10:24:38.258" v="2506" actId="20577"/>
          <ac:spMkLst>
            <pc:docMk/>
            <pc:sldMk cId="2550916923" sldId="315"/>
            <ac:spMk id="3" creationId="{00000000-0000-0000-0000-000000000000}"/>
          </ac:spMkLst>
        </pc:spChg>
      </pc:sldChg>
      <pc:sldChg chg="modSp mod">
        <pc:chgData name="ralph kemp" userId="b9b5e5f6d19aaab0" providerId="LiveId" clId="{A29C7B4F-934B-4D14-826A-A7708455A20A}" dt="2020-05-31T10:18:35.284" v="2367" actId="1076"/>
        <pc:sldMkLst>
          <pc:docMk/>
          <pc:sldMk cId="1425193999" sldId="317"/>
        </pc:sldMkLst>
        <pc:spChg chg="mod">
          <ac:chgData name="ralph kemp" userId="b9b5e5f6d19aaab0" providerId="LiveId" clId="{A29C7B4F-934B-4D14-826A-A7708455A20A}" dt="2020-05-31T10:17:59.633" v="2360" actId="14100"/>
          <ac:spMkLst>
            <pc:docMk/>
            <pc:sldMk cId="1425193999" sldId="317"/>
            <ac:spMk id="2" creationId="{00000000-0000-0000-0000-000000000000}"/>
          </ac:spMkLst>
        </pc:spChg>
        <pc:spChg chg="mod">
          <ac:chgData name="ralph kemp" userId="b9b5e5f6d19aaab0" providerId="LiveId" clId="{A29C7B4F-934B-4D14-826A-A7708455A20A}" dt="2020-05-31T10:18:35.284" v="2367" actId="1076"/>
          <ac:spMkLst>
            <pc:docMk/>
            <pc:sldMk cId="1425193999" sldId="317"/>
            <ac:spMk id="3" creationId="{00000000-0000-0000-0000-000000000000}"/>
          </ac:spMkLst>
        </pc:spChg>
      </pc:sldChg>
      <pc:sldChg chg="modSp mod">
        <pc:chgData name="ralph kemp" userId="b9b5e5f6d19aaab0" providerId="LiveId" clId="{A29C7B4F-934B-4D14-826A-A7708455A20A}" dt="2020-06-01T03:44:32.931" v="3751" actId="1076"/>
        <pc:sldMkLst>
          <pc:docMk/>
          <pc:sldMk cId="264504982" sldId="318"/>
        </pc:sldMkLst>
        <pc:spChg chg="mod">
          <ac:chgData name="ralph kemp" userId="b9b5e5f6d19aaab0" providerId="LiveId" clId="{A29C7B4F-934B-4D14-826A-A7708455A20A}" dt="2020-06-01T03:44:32.931" v="3751" actId="1076"/>
          <ac:spMkLst>
            <pc:docMk/>
            <pc:sldMk cId="264504982" sldId="318"/>
            <ac:spMk id="2" creationId="{00000000-0000-0000-0000-000000000000}"/>
          </ac:spMkLst>
        </pc:spChg>
        <pc:spChg chg="mod">
          <ac:chgData name="ralph kemp" userId="b9b5e5f6d19aaab0" providerId="LiveId" clId="{A29C7B4F-934B-4D14-826A-A7708455A20A}" dt="2020-06-01T03:44:25.321" v="3749" actId="1076"/>
          <ac:spMkLst>
            <pc:docMk/>
            <pc:sldMk cId="264504982" sldId="318"/>
            <ac:spMk id="3" creationId="{00000000-0000-0000-0000-000000000000}"/>
          </ac:spMkLst>
        </pc:spChg>
      </pc:sldChg>
      <pc:sldChg chg="modSp mod">
        <pc:chgData name="ralph kemp" userId="b9b5e5f6d19aaab0" providerId="LiveId" clId="{A29C7B4F-934B-4D14-826A-A7708455A20A}" dt="2020-05-31T10:20:12.907" v="2402" actId="14100"/>
        <pc:sldMkLst>
          <pc:docMk/>
          <pc:sldMk cId="2287186540" sldId="319"/>
        </pc:sldMkLst>
        <pc:spChg chg="mod">
          <ac:chgData name="ralph kemp" userId="b9b5e5f6d19aaab0" providerId="LiveId" clId="{A29C7B4F-934B-4D14-826A-A7708455A20A}" dt="2020-05-31T10:20:12.907" v="2402" actId="14100"/>
          <ac:spMkLst>
            <pc:docMk/>
            <pc:sldMk cId="2287186540" sldId="319"/>
            <ac:spMk id="2" creationId="{00000000-0000-0000-0000-000000000000}"/>
          </ac:spMkLst>
        </pc:spChg>
        <pc:spChg chg="mod">
          <ac:chgData name="ralph kemp" userId="b9b5e5f6d19aaab0" providerId="LiveId" clId="{A29C7B4F-934B-4D14-826A-A7708455A20A}" dt="2020-05-31T10:20:09.765" v="2401" actId="1076"/>
          <ac:spMkLst>
            <pc:docMk/>
            <pc:sldMk cId="2287186540" sldId="319"/>
            <ac:spMk id="3" creationId="{00000000-0000-0000-0000-000000000000}"/>
          </ac:spMkLst>
        </pc:spChg>
      </pc:sldChg>
      <pc:sldChg chg="modSp mod">
        <pc:chgData name="ralph kemp" userId="b9b5e5f6d19aaab0" providerId="LiveId" clId="{A29C7B4F-934B-4D14-826A-A7708455A20A}" dt="2020-05-31T10:22:49.445" v="2475" actId="14100"/>
        <pc:sldMkLst>
          <pc:docMk/>
          <pc:sldMk cId="2398188027" sldId="320"/>
        </pc:sldMkLst>
        <pc:spChg chg="mod">
          <ac:chgData name="ralph kemp" userId="b9b5e5f6d19aaab0" providerId="LiveId" clId="{A29C7B4F-934B-4D14-826A-A7708455A20A}" dt="2020-05-31T10:22:25.294" v="2470" actId="14100"/>
          <ac:spMkLst>
            <pc:docMk/>
            <pc:sldMk cId="2398188027" sldId="320"/>
            <ac:spMk id="2" creationId="{00000000-0000-0000-0000-000000000000}"/>
          </ac:spMkLst>
        </pc:spChg>
        <pc:spChg chg="mod">
          <ac:chgData name="ralph kemp" userId="b9b5e5f6d19aaab0" providerId="LiveId" clId="{A29C7B4F-934B-4D14-826A-A7708455A20A}" dt="2020-05-31T10:22:49.445" v="2475" actId="14100"/>
          <ac:spMkLst>
            <pc:docMk/>
            <pc:sldMk cId="2398188027" sldId="320"/>
            <ac:spMk id="3" creationId="{00000000-0000-0000-0000-000000000000}"/>
          </ac:spMkLst>
        </pc:spChg>
      </pc:sldChg>
      <pc:sldChg chg="modSp mod">
        <pc:chgData name="ralph kemp" userId="b9b5e5f6d19aaab0" providerId="LiveId" clId="{A29C7B4F-934B-4D14-826A-A7708455A20A}" dt="2020-05-31T10:15:51.165" v="2327" actId="1076"/>
        <pc:sldMkLst>
          <pc:docMk/>
          <pc:sldMk cId="1232176280" sldId="321"/>
        </pc:sldMkLst>
        <pc:spChg chg="mod">
          <ac:chgData name="ralph kemp" userId="b9b5e5f6d19aaab0" providerId="LiveId" clId="{A29C7B4F-934B-4D14-826A-A7708455A20A}" dt="2020-05-31T10:15:37.319" v="2322" actId="14100"/>
          <ac:spMkLst>
            <pc:docMk/>
            <pc:sldMk cId="1232176280" sldId="321"/>
            <ac:spMk id="2" creationId="{00000000-0000-0000-0000-000000000000}"/>
          </ac:spMkLst>
        </pc:spChg>
        <pc:spChg chg="mod">
          <ac:chgData name="ralph kemp" userId="b9b5e5f6d19aaab0" providerId="LiveId" clId="{A29C7B4F-934B-4D14-826A-A7708455A20A}" dt="2020-05-31T10:15:51.165" v="2327" actId="1076"/>
          <ac:spMkLst>
            <pc:docMk/>
            <pc:sldMk cId="1232176280" sldId="321"/>
            <ac:spMk id="3" creationId="{00000000-0000-0000-0000-000000000000}"/>
          </ac:spMkLst>
        </pc:spChg>
      </pc:sldChg>
      <pc:sldChg chg="modSp mod">
        <pc:chgData name="ralph kemp" userId="b9b5e5f6d19aaab0" providerId="LiveId" clId="{A29C7B4F-934B-4D14-826A-A7708455A20A}" dt="2020-05-31T10:16:58.325" v="2344" actId="14100"/>
        <pc:sldMkLst>
          <pc:docMk/>
          <pc:sldMk cId="3929557409" sldId="322"/>
        </pc:sldMkLst>
        <pc:spChg chg="mod">
          <ac:chgData name="ralph kemp" userId="b9b5e5f6d19aaab0" providerId="LiveId" clId="{A29C7B4F-934B-4D14-826A-A7708455A20A}" dt="2020-05-31T10:16:58.325" v="2344" actId="14100"/>
          <ac:spMkLst>
            <pc:docMk/>
            <pc:sldMk cId="3929557409" sldId="322"/>
            <ac:spMk id="3" creationId="{00000000-0000-0000-0000-000000000000}"/>
          </ac:spMkLst>
        </pc:spChg>
      </pc:sldChg>
      <pc:sldChg chg="modSp mod">
        <pc:chgData name="ralph kemp" userId="b9b5e5f6d19aaab0" providerId="LiveId" clId="{A29C7B4F-934B-4D14-826A-A7708455A20A}" dt="2020-05-31T10:16:28.725" v="2341" actId="20577"/>
        <pc:sldMkLst>
          <pc:docMk/>
          <pc:sldMk cId="4134885952" sldId="323"/>
        </pc:sldMkLst>
        <pc:spChg chg="mod">
          <ac:chgData name="ralph kemp" userId="b9b5e5f6d19aaab0" providerId="LiveId" clId="{A29C7B4F-934B-4D14-826A-A7708455A20A}" dt="2020-05-31T10:16:13.334" v="2336" actId="20577"/>
          <ac:spMkLst>
            <pc:docMk/>
            <pc:sldMk cId="4134885952" sldId="323"/>
            <ac:spMk id="2" creationId="{00000000-0000-0000-0000-000000000000}"/>
          </ac:spMkLst>
        </pc:spChg>
        <pc:spChg chg="mod">
          <ac:chgData name="ralph kemp" userId="b9b5e5f6d19aaab0" providerId="LiveId" clId="{A29C7B4F-934B-4D14-826A-A7708455A20A}" dt="2020-05-31T10:16:28.725" v="2341" actId="20577"/>
          <ac:spMkLst>
            <pc:docMk/>
            <pc:sldMk cId="4134885952" sldId="323"/>
            <ac:spMk id="3" creationId="{00000000-0000-0000-0000-000000000000}"/>
          </ac:spMkLst>
        </pc:spChg>
      </pc:sldChg>
      <pc:sldChg chg="modSp mod">
        <pc:chgData name="ralph kemp" userId="b9b5e5f6d19aaab0" providerId="LiveId" clId="{A29C7B4F-934B-4D14-826A-A7708455A20A}" dt="2020-05-31T10:18:42.583" v="2368" actId="122"/>
        <pc:sldMkLst>
          <pc:docMk/>
          <pc:sldMk cId="4136516791" sldId="324"/>
        </pc:sldMkLst>
        <pc:spChg chg="mod">
          <ac:chgData name="ralph kemp" userId="b9b5e5f6d19aaab0" providerId="LiveId" clId="{A29C7B4F-934B-4D14-826A-A7708455A20A}" dt="2020-05-31T10:17:29.873" v="2349" actId="14100"/>
          <ac:spMkLst>
            <pc:docMk/>
            <pc:sldMk cId="4136516791" sldId="324"/>
            <ac:spMk id="2" creationId="{00000000-0000-0000-0000-000000000000}"/>
          </ac:spMkLst>
        </pc:spChg>
        <pc:spChg chg="mod">
          <ac:chgData name="ralph kemp" userId="b9b5e5f6d19aaab0" providerId="LiveId" clId="{A29C7B4F-934B-4D14-826A-A7708455A20A}" dt="2020-05-31T10:18:42.583" v="2368" actId="122"/>
          <ac:spMkLst>
            <pc:docMk/>
            <pc:sldMk cId="4136516791" sldId="324"/>
            <ac:spMk id="3" creationId="{00000000-0000-0000-0000-000000000000}"/>
          </ac:spMkLst>
        </pc:spChg>
      </pc:sldChg>
      <pc:sldChg chg="del">
        <pc:chgData name="ralph kemp" userId="b9b5e5f6d19aaab0" providerId="LiveId" clId="{A29C7B4F-934B-4D14-826A-A7708455A20A}" dt="2020-05-31T09:13:00.575" v="1354" actId="2696"/>
        <pc:sldMkLst>
          <pc:docMk/>
          <pc:sldMk cId="2325091601" sldId="325"/>
        </pc:sldMkLst>
      </pc:sldChg>
      <pc:sldChg chg="modSp mod">
        <pc:chgData name="ralph kemp" userId="b9b5e5f6d19aaab0" providerId="LiveId" clId="{A29C7B4F-934B-4D14-826A-A7708455A20A}" dt="2020-05-31T10:34:28.500" v="2654" actId="20577"/>
        <pc:sldMkLst>
          <pc:docMk/>
          <pc:sldMk cId="1160497468" sldId="326"/>
        </pc:sldMkLst>
        <pc:spChg chg="mod">
          <ac:chgData name="ralph kemp" userId="b9b5e5f6d19aaab0" providerId="LiveId" clId="{A29C7B4F-934B-4D14-826A-A7708455A20A}" dt="2020-05-31T10:34:28.500" v="2654" actId="20577"/>
          <ac:spMkLst>
            <pc:docMk/>
            <pc:sldMk cId="1160497468" sldId="326"/>
            <ac:spMk id="2" creationId="{00000000-0000-0000-0000-000000000000}"/>
          </ac:spMkLst>
        </pc:spChg>
        <pc:spChg chg="mod">
          <ac:chgData name="ralph kemp" userId="b9b5e5f6d19aaab0" providerId="LiveId" clId="{A29C7B4F-934B-4D14-826A-A7708455A20A}" dt="2020-05-31T10:33:39.394" v="2646" actId="1076"/>
          <ac:spMkLst>
            <pc:docMk/>
            <pc:sldMk cId="1160497468" sldId="326"/>
            <ac:spMk id="3" creationId="{00000000-0000-0000-0000-000000000000}"/>
          </ac:spMkLst>
        </pc:spChg>
      </pc:sldChg>
      <pc:sldChg chg="modSp mod">
        <pc:chgData name="ralph kemp" userId="b9b5e5f6d19aaab0" providerId="LiveId" clId="{A29C7B4F-934B-4D14-826A-A7708455A20A}" dt="2020-06-01T04:08:25.638" v="4317" actId="1076"/>
        <pc:sldMkLst>
          <pc:docMk/>
          <pc:sldMk cId="3151281634" sldId="327"/>
        </pc:sldMkLst>
        <pc:spChg chg="mod">
          <ac:chgData name="ralph kemp" userId="b9b5e5f6d19aaab0" providerId="LiveId" clId="{A29C7B4F-934B-4D14-826A-A7708455A20A}" dt="2020-06-01T04:08:25.638" v="4317" actId="1076"/>
          <ac:spMkLst>
            <pc:docMk/>
            <pc:sldMk cId="3151281634" sldId="327"/>
            <ac:spMk id="2" creationId="{00000000-0000-0000-0000-000000000000}"/>
          </ac:spMkLst>
        </pc:spChg>
        <pc:spChg chg="mod">
          <ac:chgData name="ralph kemp" userId="b9b5e5f6d19aaab0" providerId="LiveId" clId="{A29C7B4F-934B-4D14-826A-A7708455A20A}" dt="2020-06-01T04:08:19.049" v="4315" actId="1076"/>
          <ac:spMkLst>
            <pc:docMk/>
            <pc:sldMk cId="3151281634" sldId="327"/>
            <ac:spMk id="3" creationId="{00000000-0000-0000-0000-000000000000}"/>
          </ac:spMkLst>
        </pc:spChg>
      </pc:sldChg>
      <pc:sldChg chg="modSp mod">
        <pc:chgData name="ralph kemp" userId="b9b5e5f6d19aaab0" providerId="LiveId" clId="{A29C7B4F-934B-4D14-826A-A7708455A20A}" dt="2020-06-01T07:11:13.518" v="7318" actId="20577"/>
        <pc:sldMkLst>
          <pc:docMk/>
          <pc:sldMk cId="971539953" sldId="328"/>
        </pc:sldMkLst>
        <pc:spChg chg="mod">
          <ac:chgData name="ralph kemp" userId="b9b5e5f6d19aaab0" providerId="LiveId" clId="{A29C7B4F-934B-4D14-826A-A7708455A20A}" dt="2020-06-01T07:11:13.518" v="7318" actId="20577"/>
          <ac:spMkLst>
            <pc:docMk/>
            <pc:sldMk cId="971539953" sldId="328"/>
            <ac:spMk id="3" creationId="{00000000-0000-0000-0000-000000000000}"/>
          </ac:spMkLst>
        </pc:spChg>
      </pc:sldChg>
      <pc:sldChg chg="modSp mod">
        <pc:chgData name="ralph kemp" userId="b9b5e5f6d19aaab0" providerId="LiveId" clId="{A29C7B4F-934B-4D14-826A-A7708455A20A}" dt="2020-05-31T10:34:14.811" v="2651" actId="120"/>
        <pc:sldMkLst>
          <pc:docMk/>
          <pc:sldMk cId="2557532438" sldId="329"/>
        </pc:sldMkLst>
        <pc:spChg chg="mod">
          <ac:chgData name="ralph kemp" userId="b9b5e5f6d19aaab0" providerId="LiveId" clId="{A29C7B4F-934B-4D14-826A-A7708455A20A}" dt="2020-05-31T10:34:14.811" v="2651" actId="120"/>
          <ac:spMkLst>
            <pc:docMk/>
            <pc:sldMk cId="2557532438" sldId="329"/>
            <ac:spMk id="2" creationId="{00000000-0000-0000-0000-000000000000}"/>
          </ac:spMkLst>
        </pc:spChg>
        <pc:spChg chg="mod">
          <ac:chgData name="ralph kemp" userId="b9b5e5f6d19aaab0" providerId="LiveId" clId="{A29C7B4F-934B-4D14-826A-A7708455A20A}" dt="2020-05-31T10:33:50.858" v="2647" actId="1076"/>
          <ac:spMkLst>
            <pc:docMk/>
            <pc:sldMk cId="2557532438" sldId="329"/>
            <ac:spMk id="3" creationId="{00000000-0000-0000-0000-000000000000}"/>
          </ac:spMkLst>
        </pc:spChg>
      </pc:sldChg>
      <pc:sldChg chg="modSp del mod">
        <pc:chgData name="ralph kemp" userId="b9b5e5f6d19aaab0" providerId="LiveId" clId="{A29C7B4F-934B-4D14-826A-A7708455A20A}" dt="2020-05-31T09:41:04.330" v="1767" actId="2696"/>
        <pc:sldMkLst>
          <pc:docMk/>
          <pc:sldMk cId="1210383156" sldId="330"/>
        </pc:sldMkLst>
        <pc:spChg chg="mod">
          <ac:chgData name="ralph kemp" userId="b9b5e5f6d19aaab0" providerId="LiveId" clId="{A29C7B4F-934B-4D14-826A-A7708455A20A}" dt="2020-05-31T09:19:08.861" v="1357" actId="20577"/>
          <ac:spMkLst>
            <pc:docMk/>
            <pc:sldMk cId="1210383156" sldId="330"/>
            <ac:spMk id="3" creationId="{00000000-0000-0000-0000-000000000000}"/>
          </ac:spMkLst>
        </pc:spChg>
      </pc:sldChg>
      <pc:sldChg chg="modSp mod">
        <pc:chgData name="ralph kemp" userId="b9b5e5f6d19aaab0" providerId="LiveId" clId="{A29C7B4F-934B-4D14-826A-A7708455A20A}" dt="2020-06-01T04:08:03.430" v="4314" actId="1076"/>
        <pc:sldMkLst>
          <pc:docMk/>
          <pc:sldMk cId="1863611705" sldId="331"/>
        </pc:sldMkLst>
        <pc:spChg chg="mod">
          <ac:chgData name="ralph kemp" userId="b9b5e5f6d19aaab0" providerId="LiveId" clId="{A29C7B4F-934B-4D14-826A-A7708455A20A}" dt="2020-06-01T04:08:03.430" v="4314" actId="1076"/>
          <ac:spMkLst>
            <pc:docMk/>
            <pc:sldMk cId="1863611705" sldId="331"/>
            <ac:spMk id="2" creationId="{00000000-0000-0000-0000-000000000000}"/>
          </ac:spMkLst>
        </pc:spChg>
        <pc:spChg chg="mod">
          <ac:chgData name="ralph kemp" userId="b9b5e5f6d19aaab0" providerId="LiveId" clId="{A29C7B4F-934B-4D14-826A-A7708455A20A}" dt="2020-06-01T04:07:59.577" v="4313" actId="1076"/>
          <ac:spMkLst>
            <pc:docMk/>
            <pc:sldMk cId="1863611705" sldId="331"/>
            <ac:spMk id="3" creationId="{00000000-0000-0000-0000-000000000000}"/>
          </ac:spMkLst>
        </pc:spChg>
      </pc:sldChg>
      <pc:sldChg chg="modSp mod">
        <pc:chgData name="ralph kemp" userId="b9b5e5f6d19aaab0" providerId="LiveId" clId="{A29C7B4F-934B-4D14-826A-A7708455A20A}" dt="2020-05-31T10:54:12.967" v="3141" actId="1076"/>
        <pc:sldMkLst>
          <pc:docMk/>
          <pc:sldMk cId="4227298669" sldId="332"/>
        </pc:sldMkLst>
        <pc:spChg chg="mod">
          <ac:chgData name="ralph kemp" userId="b9b5e5f6d19aaab0" providerId="LiveId" clId="{A29C7B4F-934B-4D14-826A-A7708455A20A}" dt="2020-05-31T10:54:06.400" v="3139" actId="14100"/>
          <ac:spMkLst>
            <pc:docMk/>
            <pc:sldMk cId="4227298669" sldId="332"/>
            <ac:spMk id="2" creationId="{00000000-0000-0000-0000-000000000000}"/>
          </ac:spMkLst>
        </pc:spChg>
        <pc:spChg chg="mod">
          <ac:chgData name="ralph kemp" userId="b9b5e5f6d19aaab0" providerId="LiveId" clId="{A29C7B4F-934B-4D14-826A-A7708455A20A}" dt="2020-05-31T10:54:12.967" v="3141" actId="1076"/>
          <ac:spMkLst>
            <pc:docMk/>
            <pc:sldMk cId="4227298669" sldId="332"/>
            <ac:spMk id="3" creationId="{00000000-0000-0000-0000-000000000000}"/>
          </ac:spMkLst>
        </pc:spChg>
      </pc:sldChg>
      <pc:sldChg chg="modSp mod">
        <pc:chgData name="ralph kemp" userId="b9b5e5f6d19aaab0" providerId="LiveId" clId="{A29C7B4F-934B-4D14-826A-A7708455A20A}" dt="2020-05-31T10:32:54.179" v="2639" actId="27636"/>
        <pc:sldMkLst>
          <pc:docMk/>
          <pc:sldMk cId="2475952560" sldId="333"/>
        </pc:sldMkLst>
        <pc:spChg chg="mod">
          <ac:chgData name="ralph kemp" userId="b9b5e5f6d19aaab0" providerId="LiveId" clId="{A29C7B4F-934B-4D14-826A-A7708455A20A}" dt="2020-05-31T10:32:04.245" v="2610" actId="21"/>
          <ac:spMkLst>
            <pc:docMk/>
            <pc:sldMk cId="2475952560" sldId="333"/>
            <ac:spMk id="2" creationId="{00000000-0000-0000-0000-000000000000}"/>
          </ac:spMkLst>
        </pc:spChg>
        <pc:spChg chg="mod">
          <ac:chgData name="ralph kemp" userId="b9b5e5f6d19aaab0" providerId="LiveId" clId="{A29C7B4F-934B-4D14-826A-A7708455A20A}" dt="2020-05-31T10:32:54.179" v="2639" actId="27636"/>
          <ac:spMkLst>
            <pc:docMk/>
            <pc:sldMk cId="2475952560" sldId="333"/>
            <ac:spMk id="3" creationId="{00000000-0000-0000-0000-000000000000}"/>
          </ac:spMkLst>
        </pc:spChg>
      </pc:sldChg>
      <pc:sldChg chg="modSp del mod">
        <pc:chgData name="ralph kemp" userId="b9b5e5f6d19aaab0" providerId="LiveId" clId="{A29C7B4F-934B-4D14-826A-A7708455A20A}" dt="2020-05-31T09:57:57.507" v="2057" actId="2696"/>
        <pc:sldMkLst>
          <pc:docMk/>
          <pc:sldMk cId="1656615626" sldId="334"/>
        </pc:sldMkLst>
        <pc:spChg chg="mod">
          <ac:chgData name="ralph kemp" userId="b9b5e5f6d19aaab0" providerId="LiveId" clId="{A29C7B4F-934B-4D14-826A-A7708455A20A}" dt="2020-05-31T09:55:50.852" v="1958" actId="21"/>
          <ac:spMkLst>
            <pc:docMk/>
            <pc:sldMk cId="1656615626" sldId="334"/>
            <ac:spMk id="2" creationId="{00000000-0000-0000-0000-000000000000}"/>
          </ac:spMkLst>
        </pc:spChg>
        <pc:spChg chg="mod">
          <ac:chgData name="ralph kemp" userId="b9b5e5f6d19aaab0" providerId="LiveId" clId="{A29C7B4F-934B-4D14-826A-A7708455A20A}" dt="2020-05-31T09:56:54.073" v="1980" actId="21"/>
          <ac:spMkLst>
            <pc:docMk/>
            <pc:sldMk cId="1656615626" sldId="334"/>
            <ac:spMk id="3" creationId="{00000000-0000-0000-0000-000000000000}"/>
          </ac:spMkLst>
        </pc:spChg>
      </pc:sldChg>
      <pc:sldChg chg="modSp">
        <pc:chgData name="ralph kemp" userId="b9b5e5f6d19aaab0" providerId="LiveId" clId="{A29C7B4F-934B-4D14-826A-A7708455A20A}" dt="2020-05-31T10:23:00.689" v="2476" actId="1076"/>
        <pc:sldMkLst>
          <pc:docMk/>
          <pc:sldMk cId="264528751" sldId="335"/>
        </pc:sldMkLst>
        <pc:picChg chg="mod">
          <ac:chgData name="ralph kemp" userId="b9b5e5f6d19aaab0" providerId="LiveId" clId="{A29C7B4F-934B-4D14-826A-A7708455A20A}" dt="2020-05-31T10:23:00.689" v="2476" actId="1076"/>
          <ac:picMkLst>
            <pc:docMk/>
            <pc:sldMk cId="264528751" sldId="335"/>
            <ac:picMk id="1026" creationId="{00000000-0000-0000-0000-000000000000}"/>
          </ac:picMkLst>
        </pc:picChg>
      </pc:sldChg>
      <pc:sldChg chg="del">
        <pc:chgData name="ralph kemp" userId="b9b5e5f6d19aaab0" providerId="LiveId" clId="{A29C7B4F-934B-4D14-826A-A7708455A20A}" dt="2020-05-31T09:38:11.723" v="1734" actId="2696"/>
        <pc:sldMkLst>
          <pc:docMk/>
          <pc:sldMk cId="2074730323" sldId="336"/>
        </pc:sldMkLst>
      </pc:sldChg>
      <pc:sldChg chg="modSp mod">
        <pc:chgData name="ralph kemp" userId="b9b5e5f6d19aaab0" providerId="LiveId" clId="{A29C7B4F-934B-4D14-826A-A7708455A20A}" dt="2020-05-31T10:36:56.524" v="2735" actId="1076"/>
        <pc:sldMkLst>
          <pc:docMk/>
          <pc:sldMk cId="3839753162" sldId="337"/>
        </pc:sldMkLst>
        <pc:spChg chg="mod">
          <ac:chgData name="ralph kemp" userId="b9b5e5f6d19aaab0" providerId="LiveId" clId="{A29C7B4F-934B-4D14-826A-A7708455A20A}" dt="2020-05-31T10:36:18.259" v="2713" actId="14100"/>
          <ac:spMkLst>
            <pc:docMk/>
            <pc:sldMk cId="3839753162" sldId="337"/>
            <ac:spMk id="2" creationId="{00000000-0000-0000-0000-000000000000}"/>
          </ac:spMkLst>
        </pc:spChg>
        <pc:spChg chg="mod">
          <ac:chgData name="ralph kemp" userId="b9b5e5f6d19aaab0" providerId="LiveId" clId="{A29C7B4F-934B-4D14-826A-A7708455A20A}" dt="2020-05-31T10:36:56.524" v="2735" actId="1076"/>
          <ac:spMkLst>
            <pc:docMk/>
            <pc:sldMk cId="3839753162" sldId="337"/>
            <ac:spMk id="3" creationId="{00000000-0000-0000-0000-000000000000}"/>
          </ac:spMkLst>
        </pc:spChg>
      </pc:sldChg>
      <pc:sldChg chg="modSp mod">
        <pc:chgData name="ralph kemp" userId="b9b5e5f6d19aaab0" providerId="LiveId" clId="{A29C7B4F-934B-4D14-826A-A7708455A20A}" dt="2020-05-31T10:42:19.966" v="2849" actId="1076"/>
        <pc:sldMkLst>
          <pc:docMk/>
          <pc:sldMk cId="2972049134" sldId="338"/>
        </pc:sldMkLst>
        <pc:spChg chg="mod">
          <ac:chgData name="ralph kemp" userId="b9b5e5f6d19aaab0" providerId="LiveId" clId="{A29C7B4F-934B-4D14-826A-A7708455A20A}" dt="2020-05-31T10:42:19.966" v="2849" actId="1076"/>
          <ac:spMkLst>
            <pc:docMk/>
            <pc:sldMk cId="2972049134" sldId="338"/>
            <ac:spMk id="2" creationId="{00000000-0000-0000-0000-000000000000}"/>
          </ac:spMkLst>
        </pc:spChg>
        <pc:spChg chg="mod">
          <ac:chgData name="ralph kemp" userId="b9b5e5f6d19aaab0" providerId="LiveId" clId="{A29C7B4F-934B-4D14-826A-A7708455A20A}" dt="2020-05-31T10:42:01.141" v="2838" actId="1076"/>
          <ac:spMkLst>
            <pc:docMk/>
            <pc:sldMk cId="2972049134" sldId="338"/>
            <ac:spMk id="3" creationId="{00000000-0000-0000-0000-000000000000}"/>
          </ac:spMkLst>
        </pc:spChg>
      </pc:sldChg>
      <pc:sldChg chg="modSp del mod">
        <pc:chgData name="ralph kemp" userId="b9b5e5f6d19aaab0" providerId="LiveId" clId="{A29C7B4F-934B-4D14-826A-A7708455A20A}" dt="2020-05-31T10:40:42.661" v="2824" actId="2696"/>
        <pc:sldMkLst>
          <pc:docMk/>
          <pc:sldMk cId="1344579051" sldId="339"/>
        </pc:sldMkLst>
        <pc:spChg chg="mod">
          <ac:chgData name="ralph kemp" userId="b9b5e5f6d19aaab0" providerId="LiveId" clId="{A29C7B4F-934B-4D14-826A-A7708455A20A}" dt="2020-05-31T10:40:26.028" v="2819" actId="21"/>
          <ac:spMkLst>
            <pc:docMk/>
            <pc:sldMk cId="1344579051" sldId="339"/>
            <ac:spMk id="3" creationId="{00000000-0000-0000-0000-000000000000}"/>
          </ac:spMkLst>
        </pc:spChg>
      </pc:sldChg>
      <pc:sldChg chg="modSp del mod">
        <pc:chgData name="ralph kemp" userId="b9b5e5f6d19aaab0" providerId="LiveId" clId="{A29C7B4F-934B-4D14-826A-A7708455A20A}" dt="2020-05-31T10:42:26.771" v="2850" actId="2696"/>
        <pc:sldMkLst>
          <pc:docMk/>
          <pc:sldMk cId="1153448985" sldId="340"/>
        </pc:sldMkLst>
        <pc:spChg chg="mod">
          <ac:chgData name="ralph kemp" userId="b9b5e5f6d19aaab0" providerId="LiveId" clId="{A29C7B4F-934B-4D14-826A-A7708455A20A}" dt="2020-05-31T10:41:15.412" v="2830" actId="21"/>
          <ac:spMkLst>
            <pc:docMk/>
            <pc:sldMk cId="1153448985" sldId="340"/>
            <ac:spMk id="3" creationId="{00000000-0000-0000-0000-000000000000}"/>
          </ac:spMkLst>
        </pc:spChg>
      </pc:sldChg>
      <pc:sldChg chg="modSp mod">
        <pc:chgData name="ralph kemp" userId="b9b5e5f6d19aaab0" providerId="LiveId" clId="{A29C7B4F-934B-4D14-826A-A7708455A20A}" dt="2020-05-31T10:43:59.286" v="2892" actId="1076"/>
        <pc:sldMkLst>
          <pc:docMk/>
          <pc:sldMk cId="3284780536" sldId="341"/>
        </pc:sldMkLst>
        <pc:spChg chg="mod">
          <ac:chgData name="ralph kemp" userId="b9b5e5f6d19aaab0" providerId="LiveId" clId="{A29C7B4F-934B-4D14-826A-A7708455A20A}" dt="2020-05-31T10:43:59.286" v="2892" actId="1076"/>
          <ac:spMkLst>
            <pc:docMk/>
            <pc:sldMk cId="3284780536" sldId="341"/>
            <ac:spMk id="2" creationId="{00000000-0000-0000-0000-000000000000}"/>
          </ac:spMkLst>
        </pc:spChg>
        <pc:spChg chg="mod">
          <ac:chgData name="ralph kemp" userId="b9b5e5f6d19aaab0" providerId="LiveId" clId="{A29C7B4F-934B-4D14-826A-A7708455A20A}" dt="2020-05-31T10:43:52.122" v="2890" actId="1076"/>
          <ac:spMkLst>
            <pc:docMk/>
            <pc:sldMk cId="3284780536" sldId="341"/>
            <ac:spMk id="3" creationId="{00000000-0000-0000-0000-000000000000}"/>
          </ac:spMkLst>
        </pc:spChg>
      </pc:sldChg>
      <pc:sldChg chg="modSp mod">
        <pc:chgData name="ralph kemp" userId="b9b5e5f6d19aaab0" providerId="LiveId" clId="{A29C7B4F-934B-4D14-826A-A7708455A20A}" dt="2020-05-31T10:45:03.802" v="2916" actId="1076"/>
        <pc:sldMkLst>
          <pc:docMk/>
          <pc:sldMk cId="328619256" sldId="342"/>
        </pc:sldMkLst>
        <pc:spChg chg="mod">
          <ac:chgData name="ralph kemp" userId="b9b5e5f6d19aaab0" providerId="LiveId" clId="{A29C7B4F-934B-4D14-826A-A7708455A20A}" dt="2020-05-31T10:45:03.802" v="2916" actId="1076"/>
          <ac:spMkLst>
            <pc:docMk/>
            <pc:sldMk cId="328619256" sldId="342"/>
            <ac:spMk id="2" creationId="{00000000-0000-0000-0000-000000000000}"/>
          </ac:spMkLst>
        </pc:spChg>
        <pc:spChg chg="mod">
          <ac:chgData name="ralph kemp" userId="b9b5e5f6d19aaab0" providerId="LiveId" clId="{A29C7B4F-934B-4D14-826A-A7708455A20A}" dt="2020-05-31T10:44:58.281" v="2914" actId="1076"/>
          <ac:spMkLst>
            <pc:docMk/>
            <pc:sldMk cId="328619256" sldId="342"/>
            <ac:spMk id="3" creationId="{00000000-0000-0000-0000-000000000000}"/>
          </ac:spMkLst>
        </pc:spChg>
      </pc:sldChg>
      <pc:sldChg chg="modSp mod">
        <pc:chgData name="ralph kemp" userId="b9b5e5f6d19aaab0" providerId="LiveId" clId="{A29C7B4F-934B-4D14-826A-A7708455A20A}" dt="2020-05-31T10:46:29.290" v="2944" actId="1076"/>
        <pc:sldMkLst>
          <pc:docMk/>
          <pc:sldMk cId="1643734443" sldId="343"/>
        </pc:sldMkLst>
        <pc:spChg chg="mod">
          <ac:chgData name="ralph kemp" userId="b9b5e5f6d19aaab0" providerId="LiveId" clId="{A29C7B4F-934B-4D14-826A-A7708455A20A}" dt="2020-05-31T10:46:29.290" v="2944" actId="1076"/>
          <ac:spMkLst>
            <pc:docMk/>
            <pc:sldMk cId="1643734443" sldId="343"/>
            <ac:spMk id="2" creationId="{00000000-0000-0000-0000-000000000000}"/>
          </ac:spMkLst>
        </pc:spChg>
        <pc:spChg chg="mod">
          <ac:chgData name="ralph kemp" userId="b9b5e5f6d19aaab0" providerId="LiveId" clId="{A29C7B4F-934B-4D14-826A-A7708455A20A}" dt="2020-05-31T10:46:24.279" v="2942" actId="1076"/>
          <ac:spMkLst>
            <pc:docMk/>
            <pc:sldMk cId="1643734443" sldId="343"/>
            <ac:spMk id="3" creationId="{00000000-0000-0000-0000-000000000000}"/>
          </ac:spMkLst>
        </pc:spChg>
      </pc:sldChg>
      <pc:sldChg chg="modSp mod">
        <pc:chgData name="ralph kemp" userId="b9b5e5f6d19aaab0" providerId="LiveId" clId="{A29C7B4F-934B-4D14-826A-A7708455A20A}" dt="2020-05-31T10:47:36.400" v="2962" actId="20577"/>
        <pc:sldMkLst>
          <pc:docMk/>
          <pc:sldMk cId="1599361600" sldId="344"/>
        </pc:sldMkLst>
        <pc:spChg chg="mod">
          <ac:chgData name="ralph kemp" userId="b9b5e5f6d19aaab0" providerId="LiveId" clId="{A29C7B4F-934B-4D14-826A-A7708455A20A}" dt="2020-05-31T10:47:11.116" v="2959" actId="1076"/>
          <ac:spMkLst>
            <pc:docMk/>
            <pc:sldMk cId="1599361600" sldId="344"/>
            <ac:spMk id="2" creationId="{00000000-0000-0000-0000-000000000000}"/>
          </ac:spMkLst>
        </pc:spChg>
        <pc:spChg chg="mod">
          <ac:chgData name="ralph kemp" userId="b9b5e5f6d19aaab0" providerId="LiveId" clId="{A29C7B4F-934B-4D14-826A-A7708455A20A}" dt="2020-05-31T10:47:36.400" v="2962" actId="20577"/>
          <ac:spMkLst>
            <pc:docMk/>
            <pc:sldMk cId="1599361600" sldId="344"/>
            <ac:spMk id="3" creationId="{00000000-0000-0000-0000-000000000000}"/>
          </ac:spMkLst>
        </pc:spChg>
      </pc:sldChg>
      <pc:sldChg chg="modSp mod">
        <pc:chgData name="ralph kemp" userId="b9b5e5f6d19aaab0" providerId="LiveId" clId="{A29C7B4F-934B-4D14-826A-A7708455A20A}" dt="2020-05-31T10:48:05.834" v="2968" actId="1076"/>
        <pc:sldMkLst>
          <pc:docMk/>
          <pc:sldMk cId="645575516" sldId="345"/>
        </pc:sldMkLst>
        <pc:spChg chg="mod">
          <ac:chgData name="ralph kemp" userId="b9b5e5f6d19aaab0" providerId="LiveId" clId="{A29C7B4F-934B-4D14-826A-A7708455A20A}" dt="2020-05-31T10:47:48.282" v="2963" actId="14100"/>
          <ac:spMkLst>
            <pc:docMk/>
            <pc:sldMk cId="645575516" sldId="345"/>
            <ac:spMk id="2" creationId="{00000000-0000-0000-0000-000000000000}"/>
          </ac:spMkLst>
        </pc:spChg>
        <pc:spChg chg="mod">
          <ac:chgData name="ralph kemp" userId="b9b5e5f6d19aaab0" providerId="LiveId" clId="{A29C7B4F-934B-4D14-826A-A7708455A20A}" dt="2020-05-31T10:48:05.834" v="2968" actId="1076"/>
          <ac:spMkLst>
            <pc:docMk/>
            <pc:sldMk cId="645575516" sldId="345"/>
            <ac:spMk id="3" creationId="{00000000-0000-0000-0000-000000000000}"/>
          </ac:spMkLst>
        </pc:spChg>
      </pc:sldChg>
      <pc:sldChg chg="modSp mod">
        <pc:chgData name="ralph kemp" userId="b9b5e5f6d19aaab0" providerId="LiveId" clId="{A29C7B4F-934B-4D14-826A-A7708455A20A}" dt="2020-06-01T04:20:56.192" v="4419" actId="20577"/>
        <pc:sldMkLst>
          <pc:docMk/>
          <pc:sldMk cId="1331112328" sldId="346"/>
        </pc:sldMkLst>
        <pc:spChg chg="mod">
          <ac:chgData name="ralph kemp" userId="b9b5e5f6d19aaab0" providerId="LiveId" clId="{A29C7B4F-934B-4D14-826A-A7708455A20A}" dt="2020-06-01T04:20:56.192" v="4419" actId="20577"/>
          <ac:spMkLst>
            <pc:docMk/>
            <pc:sldMk cId="1331112328" sldId="346"/>
            <ac:spMk id="2" creationId="{00000000-0000-0000-0000-000000000000}"/>
          </ac:spMkLst>
        </pc:spChg>
        <pc:spChg chg="mod">
          <ac:chgData name="ralph kemp" userId="b9b5e5f6d19aaab0" providerId="LiveId" clId="{A29C7B4F-934B-4D14-826A-A7708455A20A}" dt="2020-05-31T10:49:24.247" v="3003" actId="1076"/>
          <ac:spMkLst>
            <pc:docMk/>
            <pc:sldMk cId="1331112328" sldId="346"/>
            <ac:spMk id="3" creationId="{00000000-0000-0000-0000-000000000000}"/>
          </ac:spMkLst>
        </pc:spChg>
      </pc:sldChg>
      <pc:sldChg chg="modSp mod">
        <pc:chgData name="ralph kemp" userId="b9b5e5f6d19aaab0" providerId="LiveId" clId="{A29C7B4F-934B-4D14-826A-A7708455A20A}" dt="2020-06-01T03:57:04.123" v="4187" actId="20577"/>
        <pc:sldMkLst>
          <pc:docMk/>
          <pc:sldMk cId="1507173055" sldId="347"/>
        </pc:sldMkLst>
        <pc:spChg chg="mod">
          <ac:chgData name="ralph kemp" userId="b9b5e5f6d19aaab0" providerId="LiveId" clId="{A29C7B4F-934B-4D14-826A-A7708455A20A}" dt="2020-06-01T03:57:04.123" v="4187" actId="20577"/>
          <ac:spMkLst>
            <pc:docMk/>
            <pc:sldMk cId="1507173055" sldId="347"/>
            <ac:spMk id="2" creationId="{00000000-0000-0000-0000-000000000000}"/>
          </ac:spMkLst>
        </pc:spChg>
        <pc:spChg chg="mod">
          <ac:chgData name="ralph kemp" userId="b9b5e5f6d19aaab0" providerId="LiveId" clId="{A29C7B4F-934B-4D14-826A-A7708455A20A}" dt="2020-05-31T10:51:41.015" v="3103" actId="1076"/>
          <ac:spMkLst>
            <pc:docMk/>
            <pc:sldMk cId="1507173055" sldId="347"/>
            <ac:spMk id="3" creationId="{00000000-0000-0000-0000-000000000000}"/>
          </ac:spMkLst>
        </pc:spChg>
      </pc:sldChg>
      <pc:sldChg chg="modSp mod">
        <pc:chgData name="ralph kemp" userId="b9b5e5f6d19aaab0" providerId="LiveId" clId="{A29C7B4F-934B-4D14-826A-A7708455A20A}" dt="2020-05-31T10:55:12.758" v="3155" actId="115"/>
        <pc:sldMkLst>
          <pc:docMk/>
          <pc:sldMk cId="2304467881" sldId="348"/>
        </pc:sldMkLst>
        <pc:spChg chg="mod">
          <ac:chgData name="ralph kemp" userId="b9b5e5f6d19aaab0" providerId="LiveId" clId="{A29C7B4F-934B-4D14-826A-A7708455A20A}" dt="2020-05-31T10:53:41.803" v="3134" actId="1076"/>
          <ac:spMkLst>
            <pc:docMk/>
            <pc:sldMk cId="2304467881" sldId="348"/>
            <ac:spMk id="2" creationId="{00000000-0000-0000-0000-000000000000}"/>
          </ac:spMkLst>
        </pc:spChg>
        <pc:spChg chg="mod">
          <ac:chgData name="ralph kemp" userId="b9b5e5f6d19aaab0" providerId="LiveId" clId="{A29C7B4F-934B-4D14-826A-A7708455A20A}" dt="2020-05-31T10:55:12.758" v="3155" actId="115"/>
          <ac:spMkLst>
            <pc:docMk/>
            <pc:sldMk cId="2304467881" sldId="348"/>
            <ac:spMk id="3" creationId="{00000000-0000-0000-0000-000000000000}"/>
          </ac:spMkLst>
        </pc:spChg>
      </pc:sldChg>
      <pc:sldChg chg="modSp del mod">
        <pc:chgData name="ralph kemp" userId="b9b5e5f6d19aaab0" providerId="LiveId" clId="{A29C7B4F-934B-4D14-826A-A7708455A20A}" dt="2020-05-31T10:55:17.183" v="3156" actId="2696"/>
        <pc:sldMkLst>
          <pc:docMk/>
          <pc:sldMk cId="2296841697" sldId="349"/>
        </pc:sldMkLst>
        <pc:spChg chg="mod">
          <ac:chgData name="ralph kemp" userId="b9b5e5f6d19aaab0" providerId="LiveId" clId="{A29C7B4F-934B-4D14-826A-A7708455A20A}" dt="2020-05-31T10:54:29.540" v="3142" actId="21"/>
          <ac:spMkLst>
            <pc:docMk/>
            <pc:sldMk cId="2296841697" sldId="349"/>
            <ac:spMk id="3" creationId="{00000000-0000-0000-0000-000000000000}"/>
          </ac:spMkLst>
        </pc:spChg>
      </pc:sldChg>
      <pc:sldChg chg="modSp mod">
        <pc:chgData name="ralph kemp" userId="b9b5e5f6d19aaab0" providerId="LiveId" clId="{A29C7B4F-934B-4D14-826A-A7708455A20A}" dt="2020-05-31T10:56:41.878" v="3173" actId="1076"/>
        <pc:sldMkLst>
          <pc:docMk/>
          <pc:sldMk cId="3850330184" sldId="350"/>
        </pc:sldMkLst>
        <pc:spChg chg="mod">
          <ac:chgData name="ralph kemp" userId="b9b5e5f6d19aaab0" providerId="LiveId" clId="{A29C7B4F-934B-4D14-826A-A7708455A20A}" dt="2020-05-31T10:56:41.878" v="3173" actId="1076"/>
          <ac:spMkLst>
            <pc:docMk/>
            <pc:sldMk cId="3850330184" sldId="350"/>
            <ac:spMk id="2" creationId="{00000000-0000-0000-0000-000000000000}"/>
          </ac:spMkLst>
        </pc:spChg>
        <pc:spChg chg="mod">
          <ac:chgData name="ralph kemp" userId="b9b5e5f6d19aaab0" providerId="LiveId" clId="{A29C7B4F-934B-4D14-826A-A7708455A20A}" dt="2020-05-31T10:56:35.905" v="3171" actId="1076"/>
          <ac:spMkLst>
            <pc:docMk/>
            <pc:sldMk cId="3850330184" sldId="350"/>
            <ac:spMk id="3" creationId="{00000000-0000-0000-0000-000000000000}"/>
          </ac:spMkLst>
        </pc:spChg>
      </pc:sldChg>
      <pc:sldChg chg="modSp mod">
        <pc:chgData name="ralph kemp" userId="b9b5e5f6d19aaab0" providerId="LiveId" clId="{A29C7B4F-934B-4D14-826A-A7708455A20A}" dt="2020-06-01T05:55:01.624" v="5857" actId="20577"/>
        <pc:sldMkLst>
          <pc:docMk/>
          <pc:sldMk cId="1934171882" sldId="351"/>
        </pc:sldMkLst>
        <pc:spChg chg="mod">
          <ac:chgData name="ralph kemp" userId="b9b5e5f6d19aaab0" providerId="LiveId" clId="{A29C7B4F-934B-4D14-826A-A7708455A20A}" dt="2020-05-31T10:58:50.749" v="3247" actId="1076"/>
          <ac:spMkLst>
            <pc:docMk/>
            <pc:sldMk cId="1934171882" sldId="351"/>
            <ac:spMk id="2" creationId="{00000000-0000-0000-0000-000000000000}"/>
          </ac:spMkLst>
        </pc:spChg>
        <pc:spChg chg="mod">
          <ac:chgData name="ralph kemp" userId="b9b5e5f6d19aaab0" providerId="LiveId" clId="{A29C7B4F-934B-4D14-826A-A7708455A20A}" dt="2020-06-01T05:55:01.624" v="5857" actId="20577"/>
          <ac:spMkLst>
            <pc:docMk/>
            <pc:sldMk cId="1934171882" sldId="351"/>
            <ac:spMk id="3" creationId="{00000000-0000-0000-0000-000000000000}"/>
          </ac:spMkLst>
        </pc:spChg>
      </pc:sldChg>
      <pc:sldChg chg="modSp mod">
        <pc:chgData name="ralph kemp" userId="b9b5e5f6d19aaab0" providerId="LiveId" clId="{A29C7B4F-934B-4D14-826A-A7708455A20A}" dt="2020-05-31T10:58:09.006" v="3232" actId="1076"/>
        <pc:sldMkLst>
          <pc:docMk/>
          <pc:sldMk cId="4205939445" sldId="352"/>
        </pc:sldMkLst>
        <pc:spChg chg="mod">
          <ac:chgData name="ralph kemp" userId="b9b5e5f6d19aaab0" providerId="LiveId" clId="{A29C7B4F-934B-4D14-826A-A7708455A20A}" dt="2020-05-31T10:57:51.878" v="3229" actId="20577"/>
          <ac:spMkLst>
            <pc:docMk/>
            <pc:sldMk cId="4205939445" sldId="352"/>
            <ac:spMk id="2" creationId="{00000000-0000-0000-0000-000000000000}"/>
          </ac:spMkLst>
        </pc:spChg>
        <pc:spChg chg="mod">
          <ac:chgData name="ralph kemp" userId="b9b5e5f6d19aaab0" providerId="LiveId" clId="{A29C7B4F-934B-4D14-826A-A7708455A20A}" dt="2020-05-31T10:58:09.006" v="3232" actId="1076"/>
          <ac:spMkLst>
            <pc:docMk/>
            <pc:sldMk cId="4205939445" sldId="352"/>
            <ac:spMk id="3" creationId="{00000000-0000-0000-0000-000000000000}"/>
          </ac:spMkLst>
        </pc:spChg>
      </pc:sldChg>
      <pc:sldChg chg="modSp mod">
        <pc:chgData name="ralph kemp" userId="b9b5e5f6d19aaab0" providerId="LiveId" clId="{A29C7B4F-934B-4D14-826A-A7708455A20A}" dt="2020-06-01T04:20:33.408" v="4398" actId="115"/>
        <pc:sldMkLst>
          <pc:docMk/>
          <pc:sldMk cId="2567278368" sldId="353"/>
        </pc:sldMkLst>
        <pc:spChg chg="mod">
          <ac:chgData name="ralph kemp" userId="b9b5e5f6d19aaab0" providerId="LiveId" clId="{A29C7B4F-934B-4D14-826A-A7708455A20A}" dt="2020-05-31T10:59:50.389" v="3273" actId="1076"/>
          <ac:spMkLst>
            <pc:docMk/>
            <pc:sldMk cId="2567278368" sldId="353"/>
            <ac:spMk id="2" creationId="{00000000-0000-0000-0000-000000000000}"/>
          </ac:spMkLst>
        </pc:spChg>
        <pc:spChg chg="mod">
          <ac:chgData name="ralph kemp" userId="b9b5e5f6d19aaab0" providerId="LiveId" clId="{A29C7B4F-934B-4D14-826A-A7708455A20A}" dt="2020-06-01T04:20:33.408" v="4398" actId="115"/>
          <ac:spMkLst>
            <pc:docMk/>
            <pc:sldMk cId="2567278368" sldId="353"/>
            <ac:spMk id="3" creationId="{00000000-0000-0000-0000-000000000000}"/>
          </ac:spMkLst>
        </pc:spChg>
      </pc:sldChg>
      <pc:sldChg chg="modSp mod">
        <pc:chgData name="ralph kemp" userId="b9b5e5f6d19aaab0" providerId="LiveId" clId="{A29C7B4F-934B-4D14-826A-A7708455A20A}" dt="2020-05-31T11:01:56.395" v="3286" actId="1076"/>
        <pc:sldMkLst>
          <pc:docMk/>
          <pc:sldMk cId="766531159" sldId="354"/>
        </pc:sldMkLst>
        <pc:spChg chg="mod">
          <ac:chgData name="ralph kemp" userId="b9b5e5f6d19aaab0" providerId="LiveId" clId="{A29C7B4F-934B-4D14-826A-A7708455A20A}" dt="2020-05-31T11:01:51.988" v="3285" actId="1076"/>
          <ac:spMkLst>
            <pc:docMk/>
            <pc:sldMk cId="766531159" sldId="354"/>
            <ac:spMk id="2" creationId="{00000000-0000-0000-0000-000000000000}"/>
          </ac:spMkLst>
        </pc:spChg>
        <pc:spChg chg="mod">
          <ac:chgData name="ralph kemp" userId="b9b5e5f6d19aaab0" providerId="LiveId" clId="{A29C7B4F-934B-4D14-826A-A7708455A20A}" dt="2020-05-31T11:01:56.395" v="3286" actId="1076"/>
          <ac:spMkLst>
            <pc:docMk/>
            <pc:sldMk cId="766531159" sldId="354"/>
            <ac:spMk id="3" creationId="{00000000-0000-0000-0000-000000000000}"/>
          </ac:spMkLst>
        </pc:spChg>
      </pc:sldChg>
      <pc:sldChg chg="modSp mod">
        <pc:chgData name="ralph kemp" userId="b9b5e5f6d19aaab0" providerId="LiveId" clId="{A29C7B4F-934B-4D14-826A-A7708455A20A}" dt="2020-06-01T04:18:11.365" v="4369" actId="20577"/>
        <pc:sldMkLst>
          <pc:docMk/>
          <pc:sldMk cId="1936610978" sldId="355"/>
        </pc:sldMkLst>
        <pc:spChg chg="mod">
          <ac:chgData name="ralph kemp" userId="b9b5e5f6d19aaab0" providerId="LiveId" clId="{A29C7B4F-934B-4D14-826A-A7708455A20A}" dt="2020-06-01T04:02:42.827" v="4272" actId="20577"/>
          <ac:spMkLst>
            <pc:docMk/>
            <pc:sldMk cId="1936610978" sldId="355"/>
            <ac:spMk id="2" creationId="{00000000-0000-0000-0000-000000000000}"/>
          </ac:spMkLst>
        </pc:spChg>
        <pc:spChg chg="mod">
          <ac:chgData name="ralph kemp" userId="b9b5e5f6d19aaab0" providerId="LiveId" clId="{A29C7B4F-934B-4D14-826A-A7708455A20A}" dt="2020-06-01T04:18:11.365" v="4369" actId="20577"/>
          <ac:spMkLst>
            <pc:docMk/>
            <pc:sldMk cId="1936610978" sldId="355"/>
            <ac:spMk id="3" creationId="{00000000-0000-0000-0000-000000000000}"/>
          </ac:spMkLst>
        </pc:spChg>
      </pc:sldChg>
      <pc:sldChg chg="modSp del mod">
        <pc:chgData name="ralph kemp" userId="b9b5e5f6d19aaab0" providerId="LiveId" clId="{A29C7B4F-934B-4D14-826A-A7708455A20A}" dt="2020-06-01T04:18:18.751" v="4370" actId="2696"/>
        <pc:sldMkLst>
          <pc:docMk/>
          <pc:sldMk cId="3362567549" sldId="356"/>
        </pc:sldMkLst>
        <pc:spChg chg="mod">
          <ac:chgData name="ralph kemp" userId="b9b5e5f6d19aaab0" providerId="LiveId" clId="{A29C7B4F-934B-4D14-826A-A7708455A20A}" dt="2020-05-31T11:06:21.876" v="3397" actId="1076"/>
          <ac:spMkLst>
            <pc:docMk/>
            <pc:sldMk cId="3362567549" sldId="356"/>
            <ac:spMk id="2" creationId="{00000000-0000-0000-0000-000000000000}"/>
          </ac:spMkLst>
        </pc:spChg>
        <pc:spChg chg="mod">
          <ac:chgData name="ralph kemp" userId="b9b5e5f6d19aaab0" providerId="LiveId" clId="{A29C7B4F-934B-4D14-826A-A7708455A20A}" dt="2020-05-31T11:06:12.440" v="3396" actId="20577"/>
          <ac:spMkLst>
            <pc:docMk/>
            <pc:sldMk cId="3362567549" sldId="356"/>
            <ac:spMk id="3" creationId="{00000000-0000-0000-0000-000000000000}"/>
          </ac:spMkLst>
        </pc:spChg>
      </pc:sldChg>
      <pc:sldChg chg="delSp mod">
        <pc:chgData name="ralph kemp" userId="b9b5e5f6d19aaab0" providerId="LiveId" clId="{A29C7B4F-934B-4D14-826A-A7708455A20A}" dt="2020-05-31T11:02:30.311" v="3288" actId="478"/>
        <pc:sldMkLst>
          <pc:docMk/>
          <pc:sldMk cId="2483444541" sldId="357"/>
        </pc:sldMkLst>
        <pc:picChg chg="del">
          <ac:chgData name="ralph kemp" userId="b9b5e5f6d19aaab0" providerId="LiveId" clId="{A29C7B4F-934B-4D14-826A-A7708455A20A}" dt="2020-05-31T11:02:30.311" v="3288" actId="478"/>
          <ac:picMkLst>
            <pc:docMk/>
            <pc:sldMk cId="2483444541" sldId="357"/>
            <ac:picMk id="21" creationId="{00000000-0000-0000-0000-000000000000}"/>
          </ac:picMkLst>
        </pc:picChg>
      </pc:sldChg>
      <pc:sldChg chg="del">
        <pc:chgData name="ralph kemp" userId="b9b5e5f6d19aaab0" providerId="LiveId" clId="{A29C7B4F-934B-4D14-826A-A7708455A20A}" dt="2020-05-31T11:02:39.536" v="3289" actId="2696"/>
        <pc:sldMkLst>
          <pc:docMk/>
          <pc:sldMk cId="971748857" sldId="359"/>
        </pc:sldMkLst>
      </pc:sldChg>
      <pc:sldChg chg="del">
        <pc:chgData name="ralph kemp" userId="b9b5e5f6d19aaab0" providerId="LiveId" clId="{A29C7B4F-934B-4D14-826A-A7708455A20A}" dt="2020-05-31T11:02:15.117" v="3287" actId="2696"/>
        <pc:sldMkLst>
          <pc:docMk/>
          <pc:sldMk cId="2282852315" sldId="360"/>
        </pc:sldMkLst>
      </pc:sldChg>
      <pc:sldChg chg="modSp new mod ord">
        <pc:chgData name="ralph kemp" userId="b9b5e5f6d19aaab0" providerId="LiveId" clId="{A29C7B4F-934B-4D14-826A-A7708455A20A}" dt="2020-05-31T10:07:10.494" v="2180" actId="6559"/>
        <pc:sldMkLst>
          <pc:docMk/>
          <pc:sldMk cId="3567683259" sldId="361"/>
        </pc:sldMkLst>
        <pc:spChg chg="mod">
          <ac:chgData name="ralph kemp" userId="b9b5e5f6d19aaab0" providerId="LiveId" clId="{A29C7B4F-934B-4D14-826A-A7708455A20A}" dt="2020-05-31T10:02:08.113" v="2132" actId="14100"/>
          <ac:spMkLst>
            <pc:docMk/>
            <pc:sldMk cId="3567683259" sldId="361"/>
            <ac:spMk id="2" creationId="{68CDBF0D-96A8-41AB-A5B9-5E09640AB07B}"/>
          </ac:spMkLst>
        </pc:spChg>
        <pc:spChg chg="mod">
          <ac:chgData name="ralph kemp" userId="b9b5e5f6d19aaab0" providerId="LiveId" clId="{A29C7B4F-934B-4D14-826A-A7708455A20A}" dt="2020-05-31T10:07:10.494" v="2180" actId="6559"/>
          <ac:spMkLst>
            <pc:docMk/>
            <pc:sldMk cId="3567683259" sldId="361"/>
            <ac:spMk id="3" creationId="{D1B07D69-A409-49B8-91B9-8AE6AA720E1D}"/>
          </ac:spMkLst>
        </pc:spChg>
      </pc:sldChg>
      <pc:sldChg chg="modSp new mod ord">
        <pc:chgData name="ralph kemp" userId="b9b5e5f6d19aaab0" providerId="LiveId" clId="{A29C7B4F-934B-4D14-826A-A7708455A20A}" dt="2020-06-01T03:23:00.377" v="3409" actId="1076"/>
        <pc:sldMkLst>
          <pc:docMk/>
          <pc:sldMk cId="1703884431" sldId="362"/>
        </pc:sldMkLst>
        <pc:spChg chg="mod">
          <ac:chgData name="ralph kemp" userId="b9b5e5f6d19aaab0" providerId="LiveId" clId="{A29C7B4F-934B-4D14-826A-A7708455A20A}" dt="2020-06-01T03:23:00.377" v="3409" actId="1076"/>
          <ac:spMkLst>
            <pc:docMk/>
            <pc:sldMk cId="1703884431" sldId="362"/>
            <ac:spMk id="2" creationId="{0A9F76D6-60EE-4638-BAB4-7B8B1853584E}"/>
          </ac:spMkLst>
        </pc:spChg>
        <pc:spChg chg="mod">
          <ac:chgData name="ralph kemp" userId="b9b5e5f6d19aaab0" providerId="LiveId" clId="{A29C7B4F-934B-4D14-826A-A7708455A20A}" dt="2020-06-01T03:22:54.141" v="3407" actId="1076"/>
          <ac:spMkLst>
            <pc:docMk/>
            <pc:sldMk cId="1703884431" sldId="362"/>
            <ac:spMk id="3" creationId="{FA81C75E-AC89-4A80-98BA-ADC39E8FE47B}"/>
          </ac:spMkLst>
        </pc:spChg>
      </pc:sldChg>
      <pc:sldChg chg="addSp delSp modSp new mod setBg setClrOvrMap">
        <pc:chgData name="ralph kemp" userId="b9b5e5f6d19aaab0" providerId="LiveId" clId="{A29C7B4F-934B-4D14-826A-A7708455A20A}" dt="2020-06-01T03:22:40.674" v="3405" actId="1076"/>
        <pc:sldMkLst>
          <pc:docMk/>
          <pc:sldMk cId="4222241252" sldId="363"/>
        </pc:sldMkLst>
        <pc:spChg chg="mod">
          <ac:chgData name="ralph kemp" userId="b9b5e5f6d19aaab0" providerId="LiveId" clId="{A29C7B4F-934B-4D14-826A-A7708455A20A}" dt="2020-06-01T03:22:40.674" v="3405" actId="1076"/>
          <ac:spMkLst>
            <pc:docMk/>
            <pc:sldMk cId="4222241252" sldId="363"/>
            <ac:spMk id="2" creationId="{3C6C510E-FCA2-4165-A775-33A42995D7E0}"/>
          </ac:spMkLst>
        </pc:spChg>
        <pc:spChg chg="mod">
          <ac:chgData name="ralph kemp" userId="b9b5e5f6d19aaab0" providerId="LiveId" clId="{A29C7B4F-934B-4D14-826A-A7708455A20A}" dt="2020-06-01T03:22:34.888" v="3403" actId="1076"/>
          <ac:spMkLst>
            <pc:docMk/>
            <pc:sldMk cId="4222241252" sldId="363"/>
            <ac:spMk id="3" creationId="{67DB686A-AA89-408C-8278-EE80B61D75B7}"/>
          </ac:spMkLst>
        </pc:spChg>
        <pc:spChg chg="mod">
          <ac:chgData name="ralph kemp" userId="b9b5e5f6d19aaab0" providerId="LiveId" clId="{A29C7B4F-934B-4D14-826A-A7708455A20A}" dt="2020-05-30T09:01:13.005" v="945" actId="26606"/>
          <ac:spMkLst>
            <pc:docMk/>
            <pc:sldMk cId="4222241252" sldId="363"/>
            <ac:spMk id="4" creationId="{FD986513-CD2A-44C0-8496-37A7BA889E54}"/>
          </ac:spMkLst>
        </pc:spChg>
        <pc:spChg chg="add del">
          <ac:chgData name="ralph kemp" userId="b9b5e5f6d19aaab0" providerId="LiveId" clId="{A29C7B4F-934B-4D14-826A-A7708455A20A}" dt="2020-05-30T09:01:13.005" v="945" actId="26606"/>
          <ac:spMkLst>
            <pc:docMk/>
            <pc:sldMk cId="4222241252" sldId="363"/>
            <ac:spMk id="9" creationId="{2CB6C291-6CAF-46DF-ACFF-AADF0FD03F58}"/>
          </ac:spMkLst>
        </pc:spChg>
        <pc:spChg chg="add del">
          <ac:chgData name="ralph kemp" userId="b9b5e5f6d19aaab0" providerId="LiveId" clId="{A29C7B4F-934B-4D14-826A-A7708455A20A}" dt="2020-05-30T09:01:13.005" v="945" actId="26606"/>
          <ac:spMkLst>
            <pc:docMk/>
            <pc:sldMk cId="4222241252" sldId="363"/>
            <ac:spMk id="13" creationId="{4735DC46-5663-471D-AADB-81E00E65BCC6}"/>
          </ac:spMkLst>
        </pc:spChg>
        <pc:picChg chg="add del">
          <ac:chgData name="ralph kemp" userId="b9b5e5f6d19aaab0" providerId="LiveId" clId="{A29C7B4F-934B-4D14-826A-A7708455A20A}" dt="2020-05-30T09:01:13.005" v="945" actId="26606"/>
          <ac:picMkLst>
            <pc:docMk/>
            <pc:sldMk cId="4222241252" sldId="363"/>
            <ac:picMk id="11" creationId="{1EBADBCA-DA20-4279-93C6-011DEF18AA71}"/>
          </ac:picMkLst>
        </pc:picChg>
      </pc:sldChg>
      <pc:sldChg chg="modSp new mod">
        <pc:chgData name="ralph kemp" userId="b9b5e5f6d19aaab0" providerId="LiveId" clId="{A29C7B4F-934B-4D14-826A-A7708455A20A}" dt="2020-06-01T03:23:12.507" v="3411" actId="1076"/>
        <pc:sldMkLst>
          <pc:docMk/>
          <pc:sldMk cId="1001696727" sldId="364"/>
        </pc:sldMkLst>
        <pc:spChg chg="mod">
          <ac:chgData name="ralph kemp" userId="b9b5e5f6d19aaab0" providerId="LiveId" clId="{A29C7B4F-934B-4D14-826A-A7708455A20A}" dt="2020-06-01T03:23:12.507" v="3411" actId="1076"/>
          <ac:spMkLst>
            <pc:docMk/>
            <pc:sldMk cId="1001696727" sldId="364"/>
            <ac:spMk id="2" creationId="{16D47C65-2DFA-4DF6-8B83-300198BAA77B}"/>
          </ac:spMkLst>
        </pc:spChg>
        <pc:spChg chg="mod">
          <ac:chgData name="ralph kemp" userId="b9b5e5f6d19aaab0" providerId="LiveId" clId="{A29C7B4F-934B-4D14-826A-A7708455A20A}" dt="2020-06-01T03:23:08.566" v="3410" actId="1076"/>
          <ac:spMkLst>
            <pc:docMk/>
            <pc:sldMk cId="1001696727" sldId="364"/>
            <ac:spMk id="3" creationId="{C28C97F8-E42F-49B3-9162-89DA0FF31FDD}"/>
          </ac:spMkLst>
        </pc:spChg>
      </pc:sldChg>
      <pc:sldChg chg="addSp delSp modSp new mod setBg">
        <pc:chgData name="ralph kemp" userId="b9b5e5f6d19aaab0" providerId="LiveId" clId="{A29C7B4F-934B-4D14-826A-A7708455A20A}" dt="2020-05-31T10:08:26.319" v="2188" actId="1076"/>
        <pc:sldMkLst>
          <pc:docMk/>
          <pc:sldMk cId="1545210314" sldId="365"/>
        </pc:sldMkLst>
        <pc:spChg chg="mod">
          <ac:chgData name="ralph kemp" userId="b9b5e5f6d19aaab0" providerId="LiveId" clId="{A29C7B4F-934B-4D14-826A-A7708455A20A}" dt="2020-05-31T10:05:21.075" v="2164" actId="14100"/>
          <ac:spMkLst>
            <pc:docMk/>
            <pc:sldMk cId="1545210314" sldId="365"/>
            <ac:spMk id="2" creationId="{32B3D774-C43D-446E-9800-DF7EB43F5E3F}"/>
          </ac:spMkLst>
        </pc:spChg>
        <pc:spChg chg="mod">
          <ac:chgData name="ralph kemp" userId="b9b5e5f6d19aaab0" providerId="LiveId" clId="{A29C7B4F-934B-4D14-826A-A7708455A20A}" dt="2020-05-31T10:08:26.319" v="2188" actId="1076"/>
          <ac:spMkLst>
            <pc:docMk/>
            <pc:sldMk cId="1545210314" sldId="365"/>
            <ac:spMk id="3" creationId="{B18BE60D-E78B-4C56-8EF0-A98DC3C2372C}"/>
          </ac:spMkLst>
        </pc:spChg>
        <pc:spChg chg="mod">
          <ac:chgData name="ralph kemp" userId="b9b5e5f6d19aaab0" providerId="LiveId" clId="{A29C7B4F-934B-4D14-826A-A7708455A20A}" dt="2020-05-30T08:58:46.054" v="934" actId="26606"/>
          <ac:spMkLst>
            <pc:docMk/>
            <pc:sldMk cId="1545210314" sldId="365"/>
            <ac:spMk id="4" creationId="{ACE052EC-3BA6-4D22-9B78-4A87FC0738EE}"/>
          </ac:spMkLst>
        </pc:spChg>
        <pc:spChg chg="add del">
          <ac:chgData name="ralph kemp" userId="b9b5e5f6d19aaab0" providerId="LiveId" clId="{A29C7B4F-934B-4D14-826A-A7708455A20A}" dt="2020-05-30T08:58:21.036" v="932" actId="26606"/>
          <ac:spMkLst>
            <pc:docMk/>
            <pc:sldMk cId="1545210314" sldId="365"/>
            <ac:spMk id="9" creationId="{23962611-DFD5-4092-AAFD-559E3DFCE2C9}"/>
          </ac:spMkLst>
        </pc:spChg>
        <pc:spChg chg="add del">
          <ac:chgData name="ralph kemp" userId="b9b5e5f6d19aaab0" providerId="LiveId" clId="{A29C7B4F-934B-4D14-826A-A7708455A20A}" dt="2020-05-30T08:58:46.054" v="934" actId="26606"/>
          <ac:spMkLst>
            <pc:docMk/>
            <pc:sldMk cId="1545210314" sldId="365"/>
            <ac:spMk id="13" creationId="{92CA431A-BC84-45C3-8430-0459E54A220F}"/>
          </ac:spMkLst>
        </pc:spChg>
        <pc:spChg chg="add del">
          <ac:chgData name="ralph kemp" userId="b9b5e5f6d19aaab0" providerId="LiveId" clId="{A29C7B4F-934B-4D14-826A-A7708455A20A}" dt="2020-05-30T08:58:46.054" v="934" actId="26606"/>
          <ac:spMkLst>
            <pc:docMk/>
            <pc:sldMk cId="1545210314" sldId="365"/>
            <ac:spMk id="14" creationId="{86197D16-FE75-4A0E-A0C9-28C0F04A43DF}"/>
          </ac:spMkLst>
        </pc:spChg>
        <pc:picChg chg="add del">
          <ac:chgData name="ralph kemp" userId="b9b5e5f6d19aaab0" providerId="LiveId" clId="{A29C7B4F-934B-4D14-826A-A7708455A20A}" dt="2020-05-30T08:58:21.036" v="932" actId="26606"/>
          <ac:picMkLst>
            <pc:docMk/>
            <pc:sldMk cId="1545210314" sldId="365"/>
            <ac:picMk id="11" creationId="{2270F1FA-0425-408F-9861-80BF5AFB276D}"/>
          </ac:picMkLst>
        </pc:picChg>
        <pc:picChg chg="add del">
          <ac:chgData name="ralph kemp" userId="b9b5e5f6d19aaab0" providerId="LiveId" clId="{A29C7B4F-934B-4D14-826A-A7708455A20A}" dt="2020-05-30T08:58:46.054" v="934" actId="26606"/>
          <ac:picMkLst>
            <pc:docMk/>
            <pc:sldMk cId="1545210314" sldId="365"/>
            <ac:picMk id="15" creationId="{FA8FCEC6-4B30-4FF2-8B32-504BEAEA3A16}"/>
          </ac:picMkLst>
        </pc:picChg>
      </pc:sldChg>
      <pc:sldChg chg="addSp delSp modSp new mod setBg">
        <pc:chgData name="ralph kemp" userId="b9b5e5f6d19aaab0" providerId="LiveId" clId="{A29C7B4F-934B-4D14-826A-A7708455A20A}" dt="2020-05-31T10:05:50.323" v="2170" actId="14100"/>
        <pc:sldMkLst>
          <pc:docMk/>
          <pc:sldMk cId="207066477" sldId="366"/>
        </pc:sldMkLst>
        <pc:spChg chg="del mod">
          <ac:chgData name="ralph kemp" userId="b9b5e5f6d19aaab0" providerId="LiveId" clId="{A29C7B4F-934B-4D14-826A-A7708455A20A}" dt="2020-05-31T10:05:33.592" v="2166" actId="478"/>
          <ac:spMkLst>
            <pc:docMk/>
            <pc:sldMk cId="207066477" sldId="366"/>
            <ac:spMk id="2" creationId="{1065A531-8045-458C-993C-554EF85F52C4}"/>
          </ac:spMkLst>
        </pc:spChg>
        <pc:spChg chg="mod">
          <ac:chgData name="ralph kemp" userId="b9b5e5f6d19aaab0" providerId="LiveId" clId="{A29C7B4F-934B-4D14-826A-A7708455A20A}" dt="2020-05-31T10:05:50.323" v="2170" actId="14100"/>
          <ac:spMkLst>
            <pc:docMk/>
            <pc:sldMk cId="207066477" sldId="366"/>
            <ac:spMk id="3" creationId="{DD952AB3-76DF-460E-A143-10E0543EF4B7}"/>
          </ac:spMkLst>
        </pc:spChg>
        <pc:spChg chg="mod">
          <ac:chgData name="ralph kemp" userId="b9b5e5f6d19aaab0" providerId="LiveId" clId="{A29C7B4F-934B-4D14-826A-A7708455A20A}" dt="2020-05-30T08:58:49.721" v="935" actId="26606"/>
          <ac:spMkLst>
            <pc:docMk/>
            <pc:sldMk cId="207066477" sldId="366"/>
            <ac:spMk id="4" creationId="{7F402C34-A815-49CB-AD69-DA3B55325A68}"/>
          </ac:spMkLst>
        </pc:spChg>
        <pc:spChg chg="add del">
          <ac:chgData name="ralph kemp" userId="b9b5e5f6d19aaab0" providerId="LiveId" clId="{A29C7B4F-934B-4D14-826A-A7708455A20A}" dt="2020-05-30T08:58:49.721" v="935" actId="26606"/>
          <ac:spMkLst>
            <pc:docMk/>
            <pc:sldMk cId="207066477" sldId="366"/>
            <ac:spMk id="11" creationId="{7D8E67F2-F753-4E06-8229-4970A6725835}"/>
          </ac:spMkLst>
        </pc:spChg>
        <pc:spChg chg="add del">
          <ac:chgData name="ralph kemp" userId="b9b5e5f6d19aaab0" providerId="LiveId" clId="{A29C7B4F-934B-4D14-826A-A7708455A20A}" dt="2020-05-30T08:58:49.721" v="935" actId="26606"/>
          <ac:spMkLst>
            <pc:docMk/>
            <pc:sldMk cId="207066477" sldId="366"/>
            <ac:spMk id="15" creationId="{007B8288-68CC-4847-8419-CF535B6B7EEA}"/>
          </ac:spMkLst>
        </pc:spChg>
        <pc:spChg chg="add del">
          <ac:chgData name="ralph kemp" userId="b9b5e5f6d19aaab0" providerId="LiveId" clId="{A29C7B4F-934B-4D14-826A-A7708455A20A}" dt="2020-05-30T08:58:49.721" v="935" actId="26606"/>
          <ac:spMkLst>
            <pc:docMk/>
            <pc:sldMk cId="207066477" sldId="366"/>
            <ac:spMk id="17" creationId="{32BA8EA8-C1B6-4309-B674-F9F399B96288}"/>
          </ac:spMkLst>
        </pc:spChg>
        <pc:picChg chg="add mod ord">
          <ac:chgData name="ralph kemp" userId="b9b5e5f6d19aaab0" providerId="LiveId" clId="{A29C7B4F-934B-4D14-826A-A7708455A20A}" dt="2020-05-30T08:58:49.721" v="935" actId="26606"/>
          <ac:picMkLst>
            <pc:docMk/>
            <pc:sldMk cId="207066477" sldId="366"/>
            <ac:picMk id="5" creationId="{21EEE5EA-F5C4-443C-9487-7F7321ADDFD1}"/>
          </ac:picMkLst>
        </pc:picChg>
        <pc:picChg chg="add mod ord">
          <ac:chgData name="ralph kemp" userId="b9b5e5f6d19aaab0" providerId="LiveId" clId="{A29C7B4F-934B-4D14-826A-A7708455A20A}" dt="2020-05-30T08:59:10.826" v="938" actId="1076"/>
          <ac:picMkLst>
            <pc:docMk/>
            <pc:sldMk cId="207066477" sldId="366"/>
            <ac:picMk id="6" creationId="{A4D02CDA-4875-4CE8-835A-0265E45A0F6F}"/>
          </ac:picMkLst>
        </pc:picChg>
        <pc:picChg chg="add del">
          <ac:chgData name="ralph kemp" userId="b9b5e5f6d19aaab0" providerId="LiveId" clId="{A29C7B4F-934B-4D14-826A-A7708455A20A}" dt="2020-05-30T08:58:49.721" v="935" actId="26606"/>
          <ac:picMkLst>
            <pc:docMk/>
            <pc:sldMk cId="207066477" sldId="366"/>
            <ac:picMk id="13" creationId="{2EE1BDFD-564B-44A4-841A-50D6A8E75CB4}"/>
          </ac:picMkLst>
        </pc:picChg>
      </pc:sldChg>
      <pc:sldChg chg="modSp add mod">
        <pc:chgData name="ralph kemp" userId="b9b5e5f6d19aaab0" providerId="LiveId" clId="{A29C7B4F-934B-4D14-826A-A7708455A20A}" dt="2020-06-01T03:46:41.340" v="3816" actId="1076"/>
        <pc:sldMkLst>
          <pc:docMk/>
          <pc:sldMk cId="1416648217" sldId="367"/>
        </pc:sldMkLst>
        <pc:spChg chg="mod">
          <ac:chgData name="ralph kemp" userId="b9b5e5f6d19aaab0" providerId="LiveId" clId="{A29C7B4F-934B-4D14-826A-A7708455A20A}" dt="2020-06-01T03:44:15.877" v="3747" actId="1076"/>
          <ac:spMkLst>
            <pc:docMk/>
            <pc:sldMk cId="1416648217" sldId="367"/>
            <ac:spMk id="2" creationId="{00000000-0000-0000-0000-000000000000}"/>
          </ac:spMkLst>
        </pc:spChg>
        <pc:spChg chg="mod">
          <ac:chgData name="ralph kemp" userId="b9b5e5f6d19aaab0" providerId="LiveId" clId="{A29C7B4F-934B-4D14-826A-A7708455A20A}" dt="2020-06-01T03:46:41.340" v="3816" actId="1076"/>
          <ac:spMkLst>
            <pc:docMk/>
            <pc:sldMk cId="1416648217" sldId="367"/>
            <ac:spMk id="3" creationId="{00000000-0000-0000-0000-000000000000}"/>
          </ac:spMkLst>
        </pc:spChg>
      </pc:sldChg>
      <pc:sldChg chg="modSp new mod ord">
        <pc:chgData name="ralph kemp" userId="b9b5e5f6d19aaab0" providerId="LiveId" clId="{A29C7B4F-934B-4D14-826A-A7708455A20A}" dt="2020-06-01T03:37:32.418" v="3612" actId="20577"/>
        <pc:sldMkLst>
          <pc:docMk/>
          <pc:sldMk cId="601660888" sldId="368"/>
        </pc:sldMkLst>
        <pc:spChg chg="mod">
          <ac:chgData name="ralph kemp" userId="b9b5e5f6d19aaab0" providerId="LiveId" clId="{A29C7B4F-934B-4D14-826A-A7708455A20A}" dt="2020-06-01T03:28:20.891" v="3482" actId="14100"/>
          <ac:spMkLst>
            <pc:docMk/>
            <pc:sldMk cId="601660888" sldId="368"/>
            <ac:spMk id="2" creationId="{07908575-1C45-4BFB-B116-0EDC023034AB}"/>
          </ac:spMkLst>
        </pc:spChg>
        <pc:spChg chg="mod">
          <ac:chgData name="ralph kemp" userId="b9b5e5f6d19aaab0" providerId="LiveId" clId="{A29C7B4F-934B-4D14-826A-A7708455A20A}" dt="2020-06-01T03:37:32.418" v="3612" actId="20577"/>
          <ac:spMkLst>
            <pc:docMk/>
            <pc:sldMk cId="601660888" sldId="368"/>
            <ac:spMk id="3" creationId="{4A2BC565-F9F0-41CE-A4F0-7355B520FAA5}"/>
          </ac:spMkLst>
        </pc:spChg>
      </pc:sldChg>
      <pc:sldChg chg="modSp new mod">
        <pc:chgData name="ralph kemp" userId="b9b5e5f6d19aaab0" providerId="LiveId" clId="{A29C7B4F-934B-4D14-826A-A7708455A20A}" dt="2020-06-01T05:09:36.299" v="5281" actId="20577"/>
        <pc:sldMkLst>
          <pc:docMk/>
          <pc:sldMk cId="3361327146" sldId="369"/>
        </pc:sldMkLst>
        <pc:spChg chg="mod">
          <ac:chgData name="ralph kemp" userId="b9b5e5f6d19aaab0" providerId="LiveId" clId="{A29C7B4F-934B-4D14-826A-A7708455A20A}" dt="2020-06-01T05:08:49.596" v="5228" actId="20577"/>
          <ac:spMkLst>
            <pc:docMk/>
            <pc:sldMk cId="3361327146" sldId="369"/>
            <ac:spMk id="2" creationId="{EE7BAE19-4CE6-44A7-8705-011C91E90A2F}"/>
          </ac:spMkLst>
        </pc:spChg>
        <pc:spChg chg="mod">
          <ac:chgData name="ralph kemp" userId="b9b5e5f6d19aaab0" providerId="LiveId" clId="{A29C7B4F-934B-4D14-826A-A7708455A20A}" dt="2020-06-01T05:09:36.299" v="5281" actId="20577"/>
          <ac:spMkLst>
            <pc:docMk/>
            <pc:sldMk cId="3361327146" sldId="369"/>
            <ac:spMk id="3" creationId="{B7A97206-E581-4085-AC1F-3EA999283367}"/>
          </ac:spMkLst>
        </pc:spChg>
      </pc:sldChg>
      <pc:sldChg chg="modSp new mod">
        <pc:chgData name="ralph kemp" userId="b9b5e5f6d19aaab0" providerId="LiveId" clId="{A29C7B4F-934B-4D14-826A-A7708455A20A}" dt="2020-06-01T04:05:36.530" v="4302" actId="20577"/>
        <pc:sldMkLst>
          <pc:docMk/>
          <pc:sldMk cId="1757389547" sldId="370"/>
        </pc:sldMkLst>
        <pc:spChg chg="mod">
          <ac:chgData name="ralph kemp" userId="b9b5e5f6d19aaab0" providerId="LiveId" clId="{A29C7B4F-934B-4D14-826A-A7708455A20A}" dt="2020-06-01T04:05:03.597" v="4292" actId="1076"/>
          <ac:spMkLst>
            <pc:docMk/>
            <pc:sldMk cId="1757389547" sldId="370"/>
            <ac:spMk id="2" creationId="{17EFC0B3-C85E-4B13-8391-BE937DA46827}"/>
          </ac:spMkLst>
        </pc:spChg>
        <pc:spChg chg="mod">
          <ac:chgData name="ralph kemp" userId="b9b5e5f6d19aaab0" providerId="LiveId" clId="{A29C7B4F-934B-4D14-826A-A7708455A20A}" dt="2020-06-01T04:05:36.530" v="4302" actId="20577"/>
          <ac:spMkLst>
            <pc:docMk/>
            <pc:sldMk cId="1757389547" sldId="370"/>
            <ac:spMk id="3" creationId="{90B9F332-F6E6-4173-8F1B-E86EA7B0089E}"/>
          </ac:spMkLst>
        </pc:spChg>
      </pc:sldChg>
      <pc:sldChg chg="modSp new mod">
        <pc:chgData name="ralph kemp" userId="b9b5e5f6d19aaab0" providerId="LiveId" clId="{A29C7B4F-934B-4D14-826A-A7708455A20A}" dt="2020-06-01T04:11:05.860" v="4358" actId="1076"/>
        <pc:sldMkLst>
          <pc:docMk/>
          <pc:sldMk cId="3587715963" sldId="371"/>
        </pc:sldMkLst>
        <pc:spChg chg="mod">
          <ac:chgData name="ralph kemp" userId="b9b5e5f6d19aaab0" providerId="LiveId" clId="{A29C7B4F-934B-4D14-826A-A7708455A20A}" dt="2020-06-01T04:10:37.599" v="4351" actId="242"/>
          <ac:spMkLst>
            <pc:docMk/>
            <pc:sldMk cId="3587715963" sldId="371"/>
            <ac:spMk id="2" creationId="{9B8402EB-46F7-43DF-B19F-535E1A578482}"/>
          </ac:spMkLst>
        </pc:spChg>
        <pc:spChg chg="mod">
          <ac:chgData name="ralph kemp" userId="b9b5e5f6d19aaab0" providerId="LiveId" clId="{A29C7B4F-934B-4D14-826A-A7708455A20A}" dt="2020-06-01T04:11:05.860" v="4358" actId="1076"/>
          <ac:spMkLst>
            <pc:docMk/>
            <pc:sldMk cId="3587715963" sldId="371"/>
            <ac:spMk id="3" creationId="{3375DA01-26A3-4286-B00E-6677D7B9A8D4}"/>
          </ac:spMkLst>
        </pc:spChg>
      </pc:sldChg>
      <pc:sldChg chg="modSp new mod">
        <pc:chgData name="ralph kemp" userId="b9b5e5f6d19aaab0" providerId="LiveId" clId="{A29C7B4F-934B-4D14-826A-A7708455A20A}" dt="2020-06-01T04:24:12.816" v="4469" actId="1076"/>
        <pc:sldMkLst>
          <pc:docMk/>
          <pc:sldMk cId="3274128297" sldId="372"/>
        </pc:sldMkLst>
        <pc:spChg chg="mod">
          <ac:chgData name="ralph kemp" userId="b9b5e5f6d19aaab0" providerId="LiveId" clId="{A29C7B4F-934B-4D14-826A-A7708455A20A}" dt="2020-06-01T04:24:12.816" v="4469" actId="1076"/>
          <ac:spMkLst>
            <pc:docMk/>
            <pc:sldMk cId="3274128297" sldId="372"/>
            <ac:spMk id="2" creationId="{2922A12A-DD96-4167-9DF6-340B49A3F59F}"/>
          </ac:spMkLst>
        </pc:spChg>
        <pc:spChg chg="mod">
          <ac:chgData name="ralph kemp" userId="b9b5e5f6d19aaab0" providerId="LiveId" clId="{A29C7B4F-934B-4D14-826A-A7708455A20A}" dt="2020-06-01T04:24:07.724" v="4468" actId="1076"/>
          <ac:spMkLst>
            <pc:docMk/>
            <pc:sldMk cId="3274128297" sldId="372"/>
            <ac:spMk id="3" creationId="{2F71A59D-9ACE-4937-8835-CB55D70A2FC7}"/>
          </ac:spMkLst>
        </pc:spChg>
      </pc:sldChg>
      <pc:sldChg chg="modSp new mod">
        <pc:chgData name="ralph kemp" userId="b9b5e5f6d19aaab0" providerId="LiveId" clId="{A29C7B4F-934B-4D14-826A-A7708455A20A}" dt="2020-06-01T04:35:09.668" v="4556" actId="1076"/>
        <pc:sldMkLst>
          <pc:docMk/>
          <pc:sldMk cId="496615968" sldId="373"/>
        </pc:sldMkLst>
        <pc:spChg chg="mod">
          <ac:chgData name="ralph kemp" userId="b9b5e5f6d19aaab0" providerId="LiveId" clId="{A29C7B4F-934B-4D14-826A-A7708455A20A}" dt="2020-06-01T04:35:09.668" v="4556" actId="1076"/>
          <ac:spMkLst>
            <pc:docMk/>
            <pc:sldMk cId="496615968" sldId="373"/>
            <ac:spMk id="2" creationId="{7BE82CEB-7BFC-4BA5-A222-7AFE87257DB3}"/>
          </ac:spMkLst>
        </pc:spChg>
        <pc:spChg chg="mod">
          <ac:chgData name="ralph kemp" userId="b9b5e5f6d19aaab0" providerId="LiveId" clId="{A29C7B4F-934B-4D14-826A-A7708455A20A}" dt="2020-06-01T04:31:12.680" v="4538" actId="20577"/>
          <ac:spMkLst>
            <pc:docMk/>
            <pc:sldMk cId="496615968" sldId="373"/>
            <ac:spMk id="3" creationId="{8F70A449-5265-4453-838D-72D90D5514BA}"/>
          </ac:spMkLst>
        </pc:spChg>
      </pc:sldChg>
      <pc:sldChg chg="modSp add mod">
        <pc:chgData name="ralph kemp" userId="b9b5e5f6d19aaab0" providerId="LiveId" clId="{A29C7B4F-934B-4D14-826A-A7708455A20A}" dt="2020-06-01T04:52:14.326" v="5102" actId="123"/>
        <pc:sldMkLst>
          <pc:docMk/>
          <pc:sldMk cId="71382832" sldId="374"/>
        </pc:sldMkLst>
        <pc:spChg chg="mod">
          <ac:chgData name="ralph kemp" userId="b9b5e5f6d19aaab0" providerId="LiveId" clId="{A29C7B4F-934B-4D14-826A-A7708455A20A}" dt="2020-06-01T04:35:15.019" v="4557" actId="1076"/>
          <ac:spMkLst>
            <pc:docMk/>
            <pc:sldMk cId="71382832" sldId="374"/>
            <ac:spMk id="2" creationId="{7BE82CEB-7BFC-4BA5-A222-7AFE87257DB3}"/>
          </ac:spMkLst>
        </pc:spChg>
        <pc:spChg chg="mod">
          <ac:chgData name="ralph kemp" userId="b9b5e5f6d19aaab0" providerId="LiveId" clId="{A29C7B4F-934B-4D14-826A-A7708455A20A}" dt="2020-06-01T04:52:14.326" v="5102" actId="123"/>
          <ac:spMkLst>
            <pc:docMk/>
            <pc:sldMk cId="71382832" sldId="374"/>
            <ac:spMk id="3" creationId="{8F70A449-5265-4453-838D-72D90D5514BA}"/>
          </ac:spMkLst>
        </pc:spChg>
      </pc:sldChg>
      <pc:sldChg chg="modSp new mod">
        <pc:chgData name="ralph kemp" userId="b9b5e5f6d19aaab0" providerId="LiveId" clId="{A29C7B4F-934B-4D14-826A-A7708455A20A}" dt="2020-06-01T05:05:47.291" v="5143" actId="115"/>
        <pc:sldMkLst>
          <pc:docMk/>
          <pc:sldMk cId="1692836413" sldId="375"/>
        </pc:sldMkLst>
        <pc:spChg chg="mod">
          <ac:chgData name="ralph kemp" userId="b9b5e5f6d19aaab0" providerId="LiveId" clId="{A29C7B4F-934B-4D14-826A-A7708455A20A}" dt="2020-06-01T04:48:56.617" v="5007" actId="1076"/>
          <ac:spMkLst>
            <pc:docMk/>
            <pc:sldMk cId="1692836413" sldId="375"/>
            <ac:spMk id="2" creationId="{6CE0038B-4DD7-4B9E-ABB0-4C653B1DDE02}"/>
          </ac:spMkLst>
        </pc:spChg>
        <pc:spChg chg="mod">
          <ac:chgData name="ralph kemp" userId="b9b5e5f6d19aaab0" providerId="LiveId" clId="{A29C7B4F-934B-4D14-826A-A7708455A20A}" dt="2020-06-01T05:05:47.291" v="5143" actId="115"/>
          <ac:spMkLst>
            <pc:docMk/>
            <pc:sldMk cId="1692836413" sldId="375"/>
            <ac:spMk id="3" creationId="{7495A271-2B79-42CD-A9B3-0FDBC0387218}"/>
          </ac:spMkLst>
        </pc:spChg>
      </pc:sldChg>
      <pc:sldChg chg="modSp add mod ord">
        <pc:chgData name="ralph kemp" userId="b9b5e5f6d19aaab0" providerId="LiveId" clId="{A29C7B4F-934B-4D14-826A-A7708455A20A}" dt="2020-06-01T04:43:45.804" v="4904" actId="20577"/>
        <pc:sldMkLst>
          <pc:docMk/>
          <pc:sldMk cId="2064718107" sldId="376"/>
        </pc:sldMkLst>
        <pc:spChg chg="mod">
          <ac:chgData name="ralph kemp" userId="b9b5e5f6d19aaab0" providerId="LiveId" clId="{A29C7B4F-934B-4D14-826A-A7708455A20A}" dt="2020-06-01T04:43:20.916" v="4831" actId="20577"/>
          <ac:spMkLst>
            <pc:docMk/>
            <pc:sldMk cId="2064718107" sldId="376"/>
            <ac:spMk id="2" creationId="{9B8402EB-46F7-43DF-B19F-535E1A578482}"/>
          </ac:spMkLst>
        </pc:spChg>
        <pc:spChg chg="mod">
          <ac:chgData name="ralph kemp" userId="b9b5e5f6d19aaab0" providerId="LiveId" clId="{A29C7B4F-934B-4D14-826A-A7708455A20A}" dt="2020-06-01T04:43:45.804" v="4904" actId="20577"/>
          <ac:spMkLst>
            <pc:docMk/>
            <pc:sldMk cId="2064718107" sldId="376"/>
            <ac:spMk id="3" creationId="{3375DA01-26A3-4286-B00E-6677D7B9A8D4}"/>
          </ac:spMkLst>
        </pc:spChg>
      </pc:sldChg>
      <pc:sldChg chg="modSp add mod">
        <pc:chgData name="ralph kemp" userId="b9b5e5f6d19aaab0" providerId="LiveId" clId="{A29C7B4F-934B-4D14-826A-A7708455A20A}" dt="2020-06-01T04:53:43.791" v="5122" actId="1076"/>
        <pc:sldMkLst>
          <pc:docMk/>
          <pc:sldMk cId="942535379" sldId="377"/>
        </pc:sldMkLst>
        <pc:spChg chg="mod">
          <ac:chgData name="ralph kemp" userId="b9b5e5f6d19aaab0" providerId="LiveId" clId="{A29C7B4F-934B-4D14-826A-A7708455A20A}" dt="2020-06-01T04:53:43.791" v="5122" actId="1076"/>
          <ac:spMkLst>
            <pc:docMk/>
            <pc:sldMk cId="942535379" sldId="377"/>
            <ac:spMk id="2" creationId="{6CE0038B-4DD7-4B9E-ABB0-4C653B1DDE02}"/>
          </ac:spMkLst>
        </pc:spChg>
        <pc:spChg chg="mod">
          <ac:chgData name="ralph kemp" userId="b9b5e5f6d19aaab0" providerId="LiveId" clId="{A29C7B4F-934B-4D14-826A-A7708455A20A}" dt="2020-06-01T04:53:37.561" v="5121" actId="5793"/>
          <ac:spMkLst>
            <pc:docMk/>
            <pc:sldMk cId="942535379" sldId="377"/>
            <ac:spMk id="3" creationId="{7495A271-2B79-42CD-A9B3-0FDBC0387218}"/>
          </ac:spMkLst>
        </pc:spChg>
      </pc:sldChg>
      <pc:sldChg chg="modSp add mod">
        <pc:chgData name="ralph kemp" userId="b9b5e5f6d19aaab0" providerId="LiveId" clId="{A29C7B4F-934B-4D14-826A-A7708455A20A}" dt="2020-06-01T05:16:09.801" v="5420" actId="114"/>
        <pc:sldMkLst>
          <pc:docMk/>
          <pc:sldMk cId="344518562" sldId="378"/>
        </pc:sldMkLst>
        <pc:spChg chg="mod">
          <ac:chgData name="ralph kemp" userId="b9b5e5f6d19aaab0" providerId="LiveId" clId="{A29C7B4F-934B-4D14-826A-A7708455A20A}" dt="2020-06-01T05:12:16.016" v="5385" actId="1076"/>
          <ac:spMkLst>
            <pc:docMk/>
            <pc:sldMk cId="344518562" sldId="378"/>
            <ac:spMk id="2" creationId="{6CE0038B-4DD7-4B9E-ABB0-4C653B1DDE02}"/>
          </ac:spMkLst>
        </pc:spChg>
        <pc:spChg chg="mod">
          <ac:chgData name="ralph kemp" userId="b9b5e5f6d19aaab0" providerId="LiveId" clId="{A29C7B4F-934B-4D14-826A-A7708455A20A}" dt="2020-06-01T05:16:09.801" v="5420" actId="114"/>
          <ac:spMkLst>
            <pc:docMk/>
            <pc:sldMk cId="344518562" sldId="378"/>
            <ac:spMk id="3" creationId="{7495A271-2B79-42CD-A9B3-0FDBC0387218}"/>
          </ac:spMkLst>
        </pc:spChg>
      </pc:sldChg>
      <pc:sldChg chg="modSp add mod">
        <pc:chgData name="ralph kemp" userId="b9b5e5f6d19aaab0" providerId="LiveId" clId="{A29C7B4F-934B-4D14-826A-A7708455A20A}" dt="2020-06-01T05:19:00.438" v="5468" actId="115"/>
        <pc:sldMkLst>
          <pc:docMk/>
          <pc:sldMk cId="4288113910" sldId="379"/>
        </pc:sldMkLst>
        <pc:spChg chg="mod">
          <ac:chgData name="ralph kemp" userId="b9b5e5f6d19aaab0" providerId="LiveId" clId="{A29C7B4F-934B-4D14-826A-A7708455A20A}" dt="2020-06-01T05:15:12.008" v="5414" actId="20577"/>
          <ac:spMkLst>
            <pc:docMk/>
            <pc:sldMk cId="4288113910" sldId="379"/>
            <ac:spMk id="2" creationId="{6CE0038B-4DD7-4B9E-ABB0-4C653B1DDE02}"/>
          </ac:spMkLst>
        </pc:spChg>
        <pc:spChg chg="mod">
          <ac:chgData name="ralph kemp" userId="b9b5e5f6d19aaab0" providerId="LiveId" clId="{A29C7B4F-934B-4D14-826A-A7708455A20A}" dt="2020-06-01T05:19:00.438" v="5468" actId="115"/>
          <ac:spMkLst>
            <pc:docMk/>
            <pc:sldMk cId="4288113910" sldId="379"/>
            <ac:spMk id="3" creationId="{7495A271-2B79-42CD-A9B3-0FDBC0387218}"/>
          </ac:spMkLst>
        </pc:spChg>
      </pc:sldChg>
      <pc:sldChg chg="modSp add mod ord">
        <pc:chgData name="ralph kemp" userId="b9b5e5f6d19aaab0" providerId="LiveId" clId="{A29C7B4F-934B-4D14-826A-A7708455A20A}" dt="2020-06-01T05:30:22.971" v="5831" actId="255"/>
        <pc:sldMkLst>
          <pc:docMk/>
          <pc:sldMk cId="2973172349" sldId="380"/>
        </pc:sldMkLst>
        <pc:spChg chg="mod">
          <ac:chgData name="ralph kemp" userId="b9b5e5f6d19aaab0" providerId="LiveId" clId="{A29C7B4F-934B-4D14-826A-A7708455A20A}" dt="2020-06-01T05:20:19.390" v="5507" actId="20577"/>
          <ac:spMkLst>
            <pc:docMk/>
            <pc:sldMk cId="2973172349" sldId="380"/>
            <ac:spMk id="2" creationId="{9B8402EB-46F7-43DF-B19F-535E1A578482}"/>
          </ac:spMkLst>
        </pc:spChg>
        <pc:spChg chg="mod">
          <ac:chgData name="ralph kemp" userId="b9b5e5f6d19aaab0" providerId="LiveId" clId="{A29C7B4F-934B-4D14-826A-A7708455A20A}" dt="2020-06-01T05:30:22.971" v="5831" actId="255"/>
          <ac:spMkLst>
            <pc:docMk/>
            <pc:sldMk cId="2973172349" sldId="380"/>
            <ac:spMk id="3" creationId="{3375DA01-26A3-4286-B00E-6677D7B9A8D4}"/>
          </ac:spMkLst>
        </pc:spChg>
      </pc:sldChg>
      <pc:sldChg chg="modSp add mod ord">
        <pc:chgData name="ralph kemp" userId="b9b5e5f6d19aaab0" providerId="LiveId" clId="{A29C7B4F-934B-4D14-826A-A7708455A20A}" dt="2020-06-01T05:32:59.598" v="5850" actId="20577"/>
        <pc:sldMkLst>
          <pc:docMk/>
          <pc:sldMk cId="2443015215" sldId="381"/>
        </pc:sldMkLst>
        <pc:spChg chg="mod">
          <ac:chgData name="ralph kemp" userId="b9b5e5f6d19aaab0" providerId="LiveId" clId="{A29C7B4F-934B-4D14-826A-A7708455A20A}" dt="2020-06-01T05:22:31.416" v="5647" actId="20577"/>
          <ac:spMkLst>
            <pc:docMk/>
            <pc:sldMk cId="2443015215" sldId="381"/>
            <ac:spMk id="2" creationId="{6CE0038B-4DD7-4B9E-ABB0-4C653B1DDE02}"/>
          </ac:spMkLst>
        </pc:spChg>
        <pc:spChg chg="mod">
          <ac:chgData name="ralph kemp" userId="b9b5e5f6d19aaab0" providerId="LiveId" clId="{A29C7B4F-934B-4D14-826A-A7708455A20A}" dt="2020-06-01T05:32:59.598" v="5850" actId="20577"/>
          <ac:spMkLst>
            <pc:docMk/>
            <pc:sldMk cId="2443015215" sldId="381"/>
            <ac:spMk id="3" creationId="{7495A271-2B79-42CD-A9B3-0FDBC0387218}"/>
          </ac:spMkLst>
        </pc:spChg>
      </pc:sldChg>
      <pc:sldChg chg="modSp new mod">
        <pc:chgData name="ralph kemp" userId="b9b5e5f6d19aaab0" providerId="LiveId" clId="{A29C7B4F-934B-4D14-826A-A7708455A20A}" dt="2020-06-01T06:00:16.191" v="5950" actId="14100"/>
        <pc:sldMkLst>
          <pc:docMk/>
          <pc:sldMk cId="826154884" sldId="382"/>
        </pc:sldMkLst>
        <pc:spChg chg="mod">
          <ac:chgData name="ralph kemp" userId="b9b5e5f6d19aaab0" providerId="LiveId" clId="{A29C7B4F-934B-4D14-826A-A7708455A20A}" dt="2020-06-01T06:00:16.191" v="5950" actId="14100"/>
          <ac:spMkLst>
            <pc:docMk/>
            <pc:sldMk cId="826154884" sldId="382"/>
            <ac:spMk id="2" creationId="{DC75DCB0-0E87-4C8D-814B-7C79AFC7C4F3}"/>
          </ac:spMkLst>
        </pc:spChg>
        <pc:spChg chg="mod">
          <ac:chgData name="ralph kemp" userId="b9b5e5f6d19aaab0" providerId="LiveId" clId="{A29C7B4F-934B-4D14-826A-A7708455A20A}" dt="2020-06-01T05:58:04.017" v="5912" actId="20577"/>
          <ac:spMkLst>
            <pc:docMk/>
            <pc:sldMk cId="826154884" sldId="382"/>
            <ac:spMk id="3" creationId="{64ED7A10-D128-47DF-BCD4-618A41DE3F8D}"/>
          </ac:spMkLst>
        </pc:spChg>
      </pc:sldChg>
      <pc:sldChg chg="modSp add del mod ord">
        <pc:chgData name="ralph kemp" userId="b9b5e5f6d19aaab0" providerId="LiveId" clId="{A29C7B4F-934B-4D14-826A-A7708455A20A}" dt="2020-06-01T05:55:57.148" v="5858" actId="2696"/>
        <pc:sldMkLst>
          <pc:docMk/>
          <pc:sldMk cId="1561934001" sldId="382"/>
        </pc:sldMkLst>
        <pc:spChg chg="mod">
          <ac:chgData name="ralph kemp" userId="b9b5e5f6d19aaab0" providerId="LiveId" clId="{A29C7B4F-934B-4D14-826A-A7708455A20A}" dt="2020-06-01T05:32:26.805" v="5837" actId="21"/>
          <ac:spMkLst>
            <pc:docMk/>
            <pc:sldMk cId="1561934001" sldId="382"/>
            <ac:spMk id="3" creationId="{7495A271-2B79-42CD-A9B3-0FDBC0387218}"/>
          </ac:spMkLst>
        </pc:spChg>
      </pc:sldChg>
    </pc:docChg>
  </pc:docChgLst>
  <pc:docChgLst>
    <pc:chgData name="ralph kemp" userId="b9b5e5f6d19aaab0" providerId="LiveId" clId="{E76598A3-A913-4822-A8F1-CB075C0F86B7}"/>
    <pc:docChg chg="undo custSel modSld">
      <pc:chgData name="ralph kemp" userId="b9b5e5f6d19aaab0" providerId="LiveId" clId="{E76598A3-A913-4822-A8F1-CB075C0F86B7}" dt="2020-06-01T12:48:45.842" v="293" actId="14100"/>
      <pc:docMkLst>
        <pc:docMk/>
      </pc:docMkLst>
      <pc:sldChg chg="modTransition">
        <pc:chgData name="ralph kemp" userId="b9b5e5f6d19aaab0" providerId="LiveId" clId="{E76598A3-A913-4822-A8F1-CB075C0F86B7}" dt="2020-06-01T12:13:28.752" v="0"/>
        <pc:sldMkLst>
          <pc:docMk/>
          <pc:sldMk cId="2363639681" sldId="259"/>
        </pc:sldMkLst>
      </pc:sldChg>
      <pc:sldChg chg="modTransition">
        <pc:chgData name="ralph kemp" userId="b9b5e5f6d19aaab0" providerId="LiveId" clId="{E76598A3-A913-4822-A8F1-CB075C0F86B7}" dt="2020-06-01T12:13:28.752" v="0"/>
        <pc:sldMkLst>
          <pc:docMk/>
          <pc:sldMk cId="2701221404" sldId="261"/>
        </pc:sldMkLst>
      </pc:sldChg>
      <pc:sldChg chg="modTransition">
        <pc:chgData name="ralph kemp" userId="b9b5e5f6d19aaab0" providerId="LiveId" clId="{E76598A3-A913-4822-A8F1-CB075C0F86B7}" dt="2020-06-01T12:13:28.752" v="0"/>
        <pc:sldMkLst>
          <pc:docMk/>
          <pc:sldMk cId="2547356398" sldId="263"/>
        </pc:sldMkLst>
      </pc:sldChg>
      <pc:sldChg chg="modTransition">
        <pc:chgData name="ralph kemp" userId="b9b5e5f6d19aaab0" providerId="LiveId" clId="{E76598A3-A913-4822-A8F1-CB075C0F86B7}" dt="2020-06-01T12:13:28.752" v="0"/>
        <pc:sldMkLst>
          <pc:docMk/>
          <pc:sldMk cId="862864849" sldId="264"/>
        </pc:sldMkLst>
      </pc:sldChg>
      <pc:sldChg chg="modTransition">
        <pc:chgData name="ralph kemp" userId="b9b5e5f6d19aaab0" providerId="LiveId" clId="{E76598A3-A913-4822-A8F1-CB075C0F86B7}" dt="2020-06-01T12:13:28.752" v="0"/>
        <pc:sldMkLst>
          <pc:docMk/>
          <pc:sldMk cId="1073301653" sldId="265"/>
        </pc:sldMkLst>
      </pc:sldChg>
      <pc:sldChg chg="modTransition">
        <pc:chgData name="ralph kemp" userId="b9b5e5f6d19aaab0" providerId="LiveId" clId="{E76598A3-A913-4822-A8F1-CB075C0F86B7}" dt="2020-06-01T12:13:28.752" v="0"/>
        <pc:sldMkLst>
          <pc:docMk/>
          <pc:sldMk cId="4241626609" sldId="266"/>
        </pc:sldMkLst>
      </pc:sldChg>
      <pc:sldChg chg="modTransition">
        <pc:chgData name="ralph kemp" userId="b9b5e5f6d19aaab0" providerId="LiveId" clId="{E76598A3-A913-4822-A8F1-CB075C0F86B7}" dt="2020-06-01T12:13:28.752" v="0"/>
        <pc:sldMkLst>
          <pc:docMk/>
          <pc:sldMk cId="408362590" sldId="267"/>
        </pc:sldMkLst>
      </pc:sldChg>
      <pc:sldChg chg="modTransition">
        <pc:chgData name="ralph kemp" userId="b9b5e5f6d19aaab0" providerId="LiveId" clId="{E76598A3-A913-4822-A8F1-CB075C0F86B7}" dt="2020-06-01T12:13:28.752" v="0"/>
        <pc:sldMkLst>
          <pc:docMk/>
          <pc:sldMk cId="346588168" sldId="271"/>
        </pc:sldMkLst>
      </pc:sldChg>
      <pc:sldChg chg="modTransition">
        <pc:chgData name="ralph kemp" userId="b9b5e5f6d19aaab0" providerId="LiveId" clId="{E76598A3-A913-4822-A8F1-CB075C0F86B7}" dt="2020-06-01T12:13:28.752" v="0"/>
        <pc:sldMkLst>
          <pc:docMk/>
          <pc:sldMk cId="1755588568" sldId="272"/>
        </pc:sldMkLst>
      </pc:sldChg>
      <pc:sldChg chg="modTransition">
        <pc:chgData name="ralph kemp" userId="b9b5e5f6d19aaab0" providerId="LiveId" clId="{E76598A3-A913-4822-A8F1-CB075C0F86B7}" dt="2020-06-01T12:13:28.752" v="0"/>
        <pc:sldMkLst>
          <pc:docMk/>
          <pc:sldMk cId="3918976556" sldId="273"/>
        </pc:sldMkLst>
      </pc:sldChg>
      <pc:sldChg chg="modTransition">
        <pc:chgData name="ralph kemp" userId="b9b5e5f6d19aaab0" providerId="LiveId" clId="{E76598A3-A913-4822-A8F1-CB075C0F86B7}" dt="2020-06-01T12:13:28.752" v="0"/>
        <pc:sldMkLst>
          <pc:docMk/>
          <pc:sldMk cId="1875805434" sldId="274"/>
        </pc:sldMkLst>
      </pc:sldChg>
      <pc:sldChg chg="modTransition">
        <pc:chgData name="ralph kemp" userId="b9b5e5f6d19aaab0" providerId="LiveId" clId="{E76598A3-A913-4822-A8F1-CB075C0F86B7}" dt="2020-06-01T12:13:28.752" v="0"/>
        <pc:sldMkLst>
          <pc:docMk/>
          <pc:sldMk cId="515912946" sldId="276"/>
        </pc:sldMkLst>
      </pc:sldChg>
      <pc:sldChg chg="modTransition">
        <pc:chgData name="ralph kemp" userId="b9b5e5f6d19aaab0" providerId="LiveId" clId="{E76598A3-A913-4822-A8F1-CB075C0F86B7}" dt="2020-06-01T12:13:28.752" v="0"/>
        <pc:sldMkLst>
          <pc:docMk/>
          <pc:sldMk cId="1072159602" sldId="277"/>
        </pc:sldMkLst>
      </pc:sldChg>
      <pc:sldChg chg="modTransition">
        <pc:chgData name="ralph kemp" userId="b9b5e5f6d19aaab0" providerId="LiveId" clId="{E76598A3-A913-4822-A8F1-CB075C0F86B7}" dt="2020-06-01T12:13:28.752" v="0"/>
        <pc:sldMkLst>
          <pc:docMk/>
          <pc:sldMk cId="3241968902" sldId="278"/>
        </pc:sldMkLst>
      </pc:sldChg>
      <pc:sldChg chg="modTransition">
        <pc:chgData name="ralph kemp" userId="b9b5e5f6d19aaab0" providerId="LiveId" clId="{E76598A3-A913-4822-A8F1-CB075C0F86B7}" dt="2020-06-01T12:13:28.752" v="0"/>
        <pc:sldMkLst>
          <pc:docMk/>
          <pc:sldMk cId="3582666542" sldId="280"/>
        </pc:sldMkLst>
      </pc:sldChg>
      <pc:sldChg chg="modTransition">
        <pc:chgData name="ralph kemp" userId="b9b5e5f6d19aaab0" providerId="LiveId" clId="{E76598A3-A913-4822-A8F1-CB075C0F86B7}" dt="2020-06-01T12:13:28.752" v="0"/>
        <pc:sldMkLst>
          <pc:docMk/>
          <pc:sldMk cId="2948794998" sldId="283"/>
        </pc:sldMkLst>
      </pc:sldChg>
      <pc:sldChg chg="modTransition">
        <pc:chgData name="ralph kemp" userId="b9b5e5f6d19aaab0" providerId="LiveId" clId="{E76598A3-A913-4822-A8F1-CB075C0F86B7}" dt="2020-06-01T12:13:28.752" v="0"/>
        <pc:sldMkLst>
          <pc:docMk/>
          <pc:sldMk cId="1035910379" sldId="284"/>
        </pc:sldMkLst>
      </pc:sldChg>
      <pc:sldChg chg="modTransition">
        <pc:chgData name="ralph kemp" userId="b9b5e5f6d19aaab0" providerId="LiveId" clId="{E76598A3-A913-4822-A8F1-CB075C0F86B7}" dt="2020-06-01T12:13:28.752" v="0"/>
        <pc:sldMkLst>
          <pc:docMk/>
          <pc:sldMk cId="1596027900" sldId="288"/>
        </pc:sldMkLst>
      </pc:sldChg>
      <pc:sldChg chg="modTransition">
        <pc:chgData name="ralph kemp" userId="b9b5e5f6d19aaab0" providerId="LiveId" clId="{E76598A3-A913-4822-A8F1-CB075C0F86B7}" dt="2020-06-01T12:13:28.752" v="0"/>
        <pc:sldMkLst>
          <pc:docMk/>
          <pc:sldMk cId="1944636126" sldId="289"/>
        </pc:sldMkLst>
      </pc:sldChg>
      <pc:sldChg chg="modTransition">
        <pc:chgData name="ralph kemp" userId="b9b5e5f6d19aaab0" providerId="LiveId" clId="{E76598A3-A913-4822-A8F1-CB075C0F86B7}" dt="2020-06-01T12:13:28.752" v="0"/>
        <pc:sldMkLst>
          <pc:docMk/>
          <pc:sldMk cId="578906670" sldId="292"/>
        </pc:sldMkLst>
      </pc:sldChg>
      <pc:sldChg chg="modTransition">
        <pc:chgData name="ralph kemp" userId="b9b5e5f6d19aaab0" providerId="LiveId" clId="{E76598A3-A913-4822-A8F1-CB075C0F86B7}" dt="2020-06-01T12:13:28.752" v="0"/>
        <pc:sldMkLst>
          <pc:docMk/>
          <pc:sldMk cId="2018706929" sldId="298"/>
        </pc:sldMkLst>
      </pc:sldChg>
      <pc:sldChg chg="modTransition">
        <pc:chgData name="ralph kemp" userId="b9b5e5f6d19aaab0" providerId="LiveId" clId="{E76598A3-A913-4822-A8F1-CB075C0F86B7}" dt="2020-06-01T12:13:28.752" v="0"/>
        <pc:sldMkLst>
          <pc:docMk/>
          <pc:sldMk cId="3412516943" sldId="301"/>
        </pc:sldMkLst>
      </pc:sldChg>
      <pc:sldChg chg="modSp mod modTransition">
        <pc:chgData name="ralph kemp" userId="b9b5e5f6d19aaab0" providerId="LiveId" clId="{E76598A3-A913-4822-A8F1-CB075C0F86B7}" dt="2020-06-01T12:39:43.215" v="186" actId="14100"/>
        <pc:sldMkLst>
          <pc:docMk/>
          <pc:sldMk cId="2398991298" sldId="302"/>
        </pc:sldMkLst>
        <pc:spChg chg="mod">
          <ac:chgData name="ralph kemp" userId="b9b5e5f6d19aaab0" providerId="LiveId" clId="{E76598A3-A913-4822-A8F1-CB075C0F86B7}" dt="2020-06-01T12:37:29.902" v="163" actId="1076"/>
          <ac:spMkLst>
            <pc:docMk/>
            <pc:sldMk cId="2398991298" sldId="302"/>
            <ac:spMk id="2" creationId="{00000000-0000-0000-0000-000000000000}"/>
          </ac:spMkLst>
        </pc:spChg>
        <pc:spChg chg="mod">
          <ac:chgData name="ralph kemp" userId="b9b5e5f6d19aaab0" providerId="LiveId" clId="{E76598A3-A913-4822-A8F1-CB075C0F86B7}" dt="2020-06-01T12:39:43.215" v="186" actId="14100"/>
          <ac:spMkLst>
            <pc:docMk/>
            <pc:sldMk cId="2398991298" sldId="302"/>
            <ac:spMk id="3" creationId="{00000000-0000-0000-0000-000000000000}"/>
          </ac:spMkLst>
        </pc:spChg>
      </pc:sldChg>
      <pc:sldChg chg="modSp mod modTransition">
        <pc:chgData name="ralph kemp" userId="b9b5e5f6d19aaab0" providerId="LiveId" clId="{E76598A3-A913-4822-A8F1-CB075C0F86B7}" dt="2020-06-01T12:38:54.565" v="178" actId="1076"/>
        <pc:sldMkLst>
          <pc:docMk/>
          <pc:sldMk cId="222315872" sldId="303"/>
        </pc:sldMkLst>
        <pc:spChg chg="mod">
          <ac:chgData name="ralph kemp" userId="b9b5e5f6d19aaab0" providerId="LiveId" clId="{E76598A3-A913-4822-A8F1-CB075C0F86B7}" dt="2020-06-01T12:38:49.814" v="177" actId="1076"/>
          <ac:spMkLst>
            <pc:docMk/>
            <pc:sldMk cId="222315872" sldId="303"/>
            <ac:spMk id="2" creationId="{00000000-0000-0000-0000-000000000000}"/>
          </ac:spMkLst>
        </pc:spChg>
        <pc:spChg chg="mod">
          <ac:chgData name="ralph kemp" userId="b9b5e5f6d19aaab0" providerId="LiveId" clId="{E76598A3-A913-4822-A8F1-CB075C0F86B7}" dt="2020-06-01T12:38:54.565" v="178" actId="1076"/>
          <ac:spMkLst>
            <pc:docMk/>
            <pc:sldMk cId="222315872" sldId="303"/>
            <ac:spMk id="3" creationId="{00000000-0000-0000-0000-000000000000}"/>
          </ac:spMkLst>
        </pc:spChg>
      </pc:sldChg>
      <pc:sldChg chg="modSp mod modTransition">
        <pc:chgData name="ralph kemp" userId="b9b5e5f6d19aaab0" providerId="LiveId" clId="{E76598A3-A913-4822-A8F1-CB075C0F86B7}" dt="2020-06-01T12:34:11.423" v="146" actId="1076"/>
        <pc:sldMkLst>
          <pc:docMk/>
          <pc:sldMk cId="694610766" sldId="304"/>
        </pc:sldMkLst>
        <pc:spChg chg="mod">
          <ac:chgData name="ralph kemp" userId="b9b5e5f6d19aaab0" providerId="LiveId" clId="{E76598A3-A913-4822-A8F1-CB075C0F86B7}" dt="2020-06-01T12:34:08.069" v="145" actId="1076"/>
          <ac:spMkLst>
            <pc:docMk/>
            <pc:sldMk cId="694610766" sldId="304"/>
            <ac:spMk id="2" creationId="{00000000-0000-0000-0000-000000000000}"/>
          </ac:spMkLst>
        </pc:spChg>
        <pc:picChg chg="mod modCrop">
          <ac:chgData name="ralph kemp" userId="b9b5e5f6d19aaab0" providerId="LiveId" clId="{E76598A3-A913-4822-A8F1-CB075C0F86B7}" dt="2020-06-01T12:34:11.423" v="146" actId="1076"/>
          <ac:picMkLst>
            <pc:docMk/>
            <pc:sldMk cId="694610766" sldId="304"/>
            <ac:picMk id="5" creationId="{00000000-0000-0000-0000-000000000000}"/>
          </ac:picMkLst>
        </pc:picChg>
      </pc:sldChg>
      <pc:sldChg chg="modTransition">
        <pc:chgData name="ralph kemp" userId="b9b5e5f6d19aaab0" providerId="LiveId" clId="{E76598A3-A913-4822-A8F1-CB075C0F86B7}" dt="2020-06-01T12:13:28.752" v="0"/>
        <pc:sldMkLst>
          <pc:docMk/>
          <pc:sldMk cId="4112560276" sldId="305"/>
        </pc:sldMkLst>
      </pc:sldChg>
      <pc:sldChg chg="modSp mod modTransition">
        <pc:chgData name="ralph kemp" userId="b9b5e5f6d19aaab0" providerId="LiveId" clId="{E76598A3-A913-4822-A8F1-CB075C0F86B7}" dt="2020-06-01T12:40:34.110" v="194" actId="1076"/>
        <pc:sldMkLst>
          <pc:docMk/>
          <pc:sldMk cId="2742209578" sldId="306"/>
        </pc:sldMkLst>
        <pc:spChg chg="mod">
          <ac:chgData name="ralph kemp" userId="b9b5e5f6d19aaab0" providerId="LiveId" clId="{E76598A3-A913-4822-A8F1-CB075C0F86B7}" dt="2020-06-01T12:40:18.769" v="191" actId="1076"/>
          <ac:spMkLst>
            <pc:docMk/>
            <pc:sldMk cId="2742209578" sldId="306"/>
            <ac:spMk id="2" creationId="{00000000-0000-0000-0000-000000000000}"/>
          </ac:spMkLst>
        </pc:spChg>
        <pc:spChg chg="mod">
          <ac:chgData name="ralph kemp" userId="b9b5e5f6d19aaab0" providerId="LiveId" clId="{E76598A3-A913-4822-A8F1-CB075C0F86B7}" dt="2020-06-01T12:40:34.110" v="194" actId="1076"/>
          <ac:spMkLst>
            <pc:docMk/>
            <pc:sldMk cId="2742209578" sldId="306"/>
            <ac:spMk id="3" creationId="{00000000-0000-0000-0000-000000000000}"/>
          </ac:spMkLst>
        </pc:spChg>
      </pc:sldChg>
      <pc:sldChg chg="modTransition">
        <pc:chgData name="ralph kemp" userId="b9b5e5f6d19aaab0" providerId="LiveId" clId="{E76598A3-A913-4822-A8F1-CB075C0F86B7}" dt="2020-06-01T12:13:28.752" v="0"/>
        <pc:sldMkLst>
          <pc:docMk/>
          <pc:sldMk cId="2434945104" sldId="308"/>
        </pc:sldMkLst>
      </pc:sldChg>
      <pc:sldChg chg="modTransition">
        <pc:chgData name="ralph kemp" userId="b9b5e5f6d19aaab0" providerId="LiveId" clId="{E76598A3-A913-4822-A8F1-CB075C0F86B7}" dt="2020-06-01T12:13:28.752" v="0"/>
        <pc:sldMkLst>
          <pc:docMk/>
          <pc:sldMk cId="1674193263" sldId="309"/>
        </pc:sldMkLst>
      </pc:sldChg>
      <pc:sldChg chg="modSp mod modTransition">
        <pc:chgData name="ralph kemp" userId="b9b5e5f6d19aaab0" providerId="LiveId" clId="{E76598A3-A913-4822-A8F1-CB075C0F86B7}" dt="2020-06-01T12:41:03.151" v="200" actId="14100"/>
        <pc:sldMkLst>
          <pc:docMk/>
          <pc:sldMk cId="1290577488" sldId="310"/>
        </pc:sldMkLst>
        <pc:spChg chg="mod">
          <ac:chgData name="ralph kemp" userId="b9b5e5f6d19aaab0" providerId="LiveId" clId="{E76598A3-A913-4822-A8F1-CB075C0F86B7}" dt="2020-06-01T12:40:55.917" v="198" actId="1076"/>
          <ac:spMkLst>
            <pc:docMk/>
            <pc:sldMk cId="1290577488" sldId="310"/>
            <ac:spMk id="2" creationId="{00000000-0000-0000-0000-000000000000}"/>
          </ac:spMkLst>
        </pc:spChg>
        <pc:spChg chg="mod">
          <ac:chgData name="ralph kemp" userId="b9b5e5f6d19aaab0" providerId="LiveId" clId="{E76598A3-A913-4822-A8F1-CB075C0F86B7}" dt="2020-06-01T12:41:03.151" v="200" actId="14100"/>
          <ac:spMkLst>
            <pc:docMk/>
            <pc:sldMk cId="1290577488" sldId="310"/>
            <ac:spMk id="3" creationId="{00000000-0000-0000-0000-000000000000}"/>
          </ac:spMkLst>
        </pc:spChg>
      </pc:sldChg>
      <pc:sldChg chg="modTransition">
        <pc:chgData name="ralph kemp" userId="b9b5e5f6d19aaab0" providerId="LiveId" clId="{E76598A3-A913-4822-A8F1-CB075C0F86B7}" dt="2020-06-01T12:13:28.752" v="0"/>
        <pc:sldMkLst>
          <pc:docMk/>
          <pc:sldMk cId="3001452231" sldId="311"/>
        </pc:sldMkLst>
      </pc:sldChg>
      <pc:sldChg chg="modSp mod modTransition">
        <pc:chgData name="ralph kemp" userId="b9b5e5f6d19aaab0" providerId="LiveId" clId="{E76598A3-A913-4822-A8F1-CB075C0F86B7}" dt="2020-06-01T12:22:19.595" v="50" actId="1076"/>
        <pc:sldMkLst>
          <pc:docMk/>
          <pc:sldMk cId="2176367710" sldId="312"/>
        </pc:sldMkLst>
        <pc:spChg chg="mod">
          <ac:chgData name="ralph kemp" userId="b9b5e5f6d19aaab0" providerId="LiveId" clId="{E76598A3-A913-4822-A8F1-CB075C0F86B7}" dt="2020-06-01T12:22:19.595" v="50" actId="1076"/>
          <ac:spMkLst>
            <pc:docMk/>
            <pc:sldMk cId="2176367710" sldId="312"/>
            <ac:spMk id="2" creationId="{00000000-0000-0000-0000-000000000000}"/>
          </ac:spMkLst>
        </pc:spChg>
        <pc:spChg chg="mod">
          <ac:chgData name="ralph kemp" userId="b9b5e5f6d19aaab0" providerId="LiveId" clId="{E76598A3-A913-4822-A8F1-CB075C0F86B7}" dt="2020-06-01T12:22:14.133" v="48" actId="1076"/>
          <ac:spMkLst>
            <pc:docMk/>
            <pc:sldMk cId="2176367710" sldId="312"/>
            <ac:spMk id="3" creationId="{00000000-0000-0000-0000-000000000000}"/>
          </ac:spMkLst>
        </pc:spChg>
      </pc:sldChg>
      <pc:sldChg chg="modTransition">
        <pc:chgData name="ralph kemp" userId="b9b5e5f6d19aaab0" providerId="LiveId" clId="{E76598A3-A913-4822-A8F1-CB075C0F86B7}" dt="2020-06-01T12:13:28.752" v="0"/>
        <pc:sldMkLst>
          <pc:docMk/>
          <pc:sldMk cId="3918392554" sldId="313"/>
        </pc:sldMkLst>
      </pc:sldChg>
      <pc:sldChg chg="modTransition">
        <pc:chgData name="ralph kemp" userId="b9b5e5f6d19aaab0" providerId="LiveId" clId="{E76598A3-A913-4822-A8F1-CB075C0F86B7}" dt="2020-06-01T12:13:28.752" v="0"/>
        <pc:sldMkLst>
          <pc:docMk/>
          <pc:sldMk cId="2550916923" sldId="315"/>
        </pc:sldMkLst>
      </pc:sldChg>
      <pc:sldChg chg="modSp mod modTransition">
        <pc:chgData name="ralph kemp" userId="b9b5e5f6d19aaab0" providerId="LiveId" clId="{E76598A3-A913-4822-A8F1-CB075C0F86B7}" dt="2020-06-01T12:42:46.365" v="223" actId="1076"/>
        <pc:sldMkLst>
          <pc:docMk/>
          <pc:sldMk cId="1425193999" sldId="317"/>
        </pc:sldMkLst>
        <pc:spChg chg="mod">
          <ac:chgData name="ralph kemp" userId="b9b5e5f6d19aaab0" providerId="LiveId" clId="{E76598A3-A913-4822-A8F1-CB075C0F86B7}" dt="2020-06-01T12:42:38.008" v="220" actId="1076"/>
          <ac:spMkLst>
            <pc:docMk/>
            <pc:sldMk cId="1425193999" sldId="317"/>
            <ac:spMk id="2" creationId="{00000000-0000-0000-0000-000000000000}"/>
          </ac:spMkLst>
        </pc:spChg>
        <pc:spChg chg="mod">
          <ac:chgData name="ralph kemp" userId="b9b5e5f6d19aaab0" providerId="LiveId" clId="{E76598A3-A913-4822-A8F1-CB075C0F86B7}" dt="2020-06-01T12:42:46.365" v="223" actId="1076"/>
          <ac:spMkLst>
            <pc:docMk/>
            <pc:sldMk cId="1425193999" sldId="317"/>
            <ac:spMk id="3" creationId="{00000000-0000-0000-0000-000000000000}"/>
          </ac:spMkLst>
        </pc:spChg>
      </pc:sldChg>
      <pc:sldChg chg="modTransition">
        <pc:chgData name="ralph kemp" userId="b9b5e5f6d19aaab0" providerId="LiveId" clId="{E76598A3-A913-4822-A8F1-CB075C0F86B7}" dt="2020-06-01T12:13:28.752" v="0"/>
        <pc:sldMkLst>
          <pc:docMk/>
          <pc:sldMk cId="264504982" sldId="318"/>
        </pc:sldMkLst>
      </pc:sldChg>
      <pc:sldChg chg="modSp mod modTransition">
        <pc:chgData name="ralph kemp" userId="b9b5e5f6d19aaab0" providerId="LiveId" clId="{E76598A3-A913-4822-A8F1-CB075C0F86B7}" dt="2020-06-01T12:43:21.503" v="230" actId="14100"/>
        <pc:sldMkLst>
          <pc:docMk/>
          <pc:sldMk cId="2287186540" sldId="319"/>
        </pc:sldMkLst>
        <pc:spChg chg="mod">
          <ac:chgData name="ralph kemp" userId="b9b5e5f6d19aaab0" providerId="LiveId" clId="{E76598A3-A913-4822-A8F1-CB075C0F86B7}" dt="2020-06-01T12:43:14.236" v="228" actId="1076"/>
          <ac:spMkLst>
            <pc:docMk/>
            <pc:sldMk cId="2287186540" sldId="319"/>
            <ac:spMk id="2" creationId="{00000000-0000-0000-0000-000000000000}"/>
          </ac:spMkLst>
        </pc:spChg>
        <pc:spChg chg="mod">
          <ac:chgData name="ralph kemp" userId="b9b5e5f6d19aaab0" providerId="LiveId" clId="{E76598A3-A913-4822-A8F1-CB075C0F86B7}" dt="2020-06-01T12:43:21.503" v="230" actId="14100"/>
          <ac:spMkLst>
            <pc:docMk/>
            <pc:sldMk cId="2287186540" sldId="319"/>
            <ac:spMk id="3" creationId="{00000000-0000-0000-0000-000000000000}"/>
          </ac:spMkLst>
        </pc:spChg>
      </pc:sldChg>
      <pc:sldChg chg="modSp mod modTransition">
        <pc:chgData name="ralph kemp" userId="b9b5e5f6d19aaab0" providerId="LiveId" clId="{E76598A3-A913-4822-A8F1-CB075C0F86B7}" dt="2020-06-01T12:43:52.261" v="236" actId="14100"/>
        <pc:sldMkLst>
          <pc:docMk/>
          <pc:sldMk cId="2398188027" sldId="320"/>
        </pc:sldMkLst>
        <pc:spChg chg="mod">
          <ac:chgData name="ralph kemp" userId="b9b5e5f6d19aaab0" providerId="LiveId" clId="{E76598A3-A913-4822-A8F1-CB075C0F86B7}" dt="2020-06-01T12:43:45.400" v="234" actId="1076"/>
          <ac:spMkLst>
            <pc:docMk/>
            <pc:sldMk cId="2398188027" sldId="320"/>
            <ac:spMk id="2" creationId="{00000000-0000-0000-0000-000000000000}"/>
          </ac:spMkLst>
        </pc:spChg>
        <pc:spChg chg="mod">
          <ac:chgData name="ralph kemp" userId="b9b5e5f6d19aaab0" providerId="LiveId" clId="{E76598A3-A913-4822-A8F1-CB075C0F86B7}" dt="2020-06-01T12:43:52.261" v="236" actId="14100"/>
          <ac:spMkLst>
            <pc:docMk/>
            <pc:sldMk cId="2398188027" sldId="320"/>
            <ac:spMk id="3" creationId="{00000000-0000-0000-0000-000000000000}"/>
          </ac:spMkLst>
        </pc:spChg>
      </pc:sldChg>
      <pc:sldChg chg="modSp mod modTransition">
        <pc:chgData name="ralph kemp" userId="b9b5e5f6d19aaab0" providerId="LiveId" clId="{E76598A3-A913-4822-A8F1-CB075C0F86B7}" dt="2020-06-01T12:41:42.326" v="207" actId="14100"/>
        <pc:sldMkLst>
          <pc:docMk/>
          <pc:sldMk cId="1232176280" sldId="321"/>
        </pc:sldMkLst>
        <pc:spChg chg="mod">
          <ac:chgData name="ralph kemp" userId="b9b5e5f6d19aaab0" providerId="LiveId" clId="{E76598A3-A913-4822-A8F1-CB075C0F86B7}" dt="2020-06-01T12:41:35.199" v="205" actId="1076"/>
          <ac:spMkLst>
            <pc:docMk/>
            <pc:sldMk cId="1232176280" sldId="321"/>
            <ac:spMk id="2" creationId="{00000000-0000-0000-0000-000000000000}"/>
          </ac:spMkLst>
        </pc:spChg>
        <pc:spChg chg="mod">
          <ac:chgData name="ralph kemp" userId="b9b5e5f6d19aaab0" providerId="LiveId" clId="{E76598A3-A913-4822-A8F1-CB075C0F86B7}" dt="2020-06-01T12:41:42.326" v="207" actId="14100"/>
          <ac:spMkLst>
            <pc:docMk/>
            <pc:sldMk cId="1232176280" sldId="321"/>
            <ac:spMk id="3" creationId="{00000000-0000-0000-0000-000000000000}"/>
          </ac:spMkLst>
        </pc:spChg>
      </pc:sldChg>
      <pc:sldChg chg="modTransition">
        <pc:chgData name="ralph kemp" userId="b9b5e5f6d19aaab0" providerId="LiveId" clId="{E76598A3-A913-4822-A8F1-CB075C0F86B7}" dt="2020-06-01T12:13:28.752" v="0"/>
        <pc:sldMkLst>
          <pc:docMk/>
          <pc:sldMk cId="3929557409" sldId="322"/>
        </pc:sldMkLst>
      </pc:sldChg>
      <pc:sldChg chg="modTransition">
        <pc:chgData name="ralph kemp" userId="b9b5e5f6d19aaab0" providerId="LiveId" clId="{E76598A3-A913-4822-A8F1-CB075C0F86B7}" dt="2020-06-01T12:13:28.752" v="0"/>
        <pc:sldMkLst>
          <pc:docMk/>
          <pc:sldMk cId="4134885952" sldId="323"/>
        </pc:sldMkLst>
      </pc:sldChg>
      <pc:sldChg chg="modSp mod modTransition">
        <pc:chgData name="ralph kemp" userId="b9b5e5f6d19aaab0" providerId="LiveId" clId="{E76598A3-A913-4822-A8F1-CB075C0F86B7}" dt="2020-06-01T12:42:17.996" v="215" actId="1076"/>
        <pc:sldMkLst>
          <pc:docMk/>
          <pc:sldMk cId="4136516791" sldId="324"/>
        </pc:sldMkLst>
        <pc:spChg chg="mod">
          <ac:chgData name="ralph kemp" userId="b9b5e5f6d19aaab0" providerId="LiveId" clId="{E76598A3-A913-4822-A8F1-CB075C0F86B7}" dt="2020-06-01T12:42:09.599" v="212" actId="1076"/>
          <ac:spMkLst>
            <pc:docMk/>
            <pc:sldMk cId="4136516791" sldId="324"/>
            <ac:spMk id="2" creationId="{00000000-0000-0000-0000-000000000000}"/>
          </ac:spMkLst>
        </pc:spChg>
        <pc:spChg chg="mod">
          <ac:chgData name="ralph kemp" userId="b9b5e5f6d19aaab0" providerId="LiveId" clId="{E76598A3-A913-4822-A8F1-CB075C0F86B7}" dt="2020-06-01T12:42:17.996" v="215" actId="1076"/>
          <ac:spMkLst>
            <pc:docMk/>
            <pc:sldMk cId="4136516791" sldId="324"/>
            <ac:spMk id="3" creationId="{00000000-0000-0000-0000-000000000000}"/>
          </ac:spMkLst>
        </pc:spChg>
      </pc:sldChg>
      <pc:sldChg chg="modSp mod modTransition">
        <pc:chgData name="ralph kemp" userId="b9b5e5f6d19aaab0" providerId="LiveId" clId="{E76598A3-A913-4822-A8F1-CB075C0F86B7}" dt="2020-06-01T12:44:33.906" v="243" actId="14100"/>
        <pc:sldMkLst>
          <pc:docMk/>
          <pc:sldMk cId="1160497468" sldId="326"/>
        </pc:sldMkLst>
        <pc:spChg chg="mod">
          <ac:chgData name="ralph kemp" userId="b9b5e5f6d19aaab0" providerId="LiveId" clId="{E76598A3-A913-4822-A8F1-CB075C0F86B7}" dt="2020-06-01T12:44:26.597" v="241" actId="1076"/>
          <ac:spMkLst>
            <pc:docMk/>
            <pc:sldMk cId="1160497468" sldId="326"/>
            <ac:spMk id="2" creationId="{00000000-0000-0000-0000-000000000000}"/>
          </ac:spMkLst>
        </pc:spChg>
        <pc:spChg chg="mod">
          <ac:chgData name="ralph kemp" userId="b9b5e5f6d19aaab0" providerId="LiveId" clId="{E76598A3-A913-4822-A8F1-CB075C0F86B7}" dt="2020-06-01T12:44:33.906" v="243" actId="14100"/>
          <ac:spMkLst>
            <pc:docMk/>
            <pc:sldMk cId="1160497468" sldId="326"/>
            <ac:spMk id="3" creationId="{00000000-0000-0000-0000-000000000000}"/>
          </ac:spMkLst>
        </pc:spChg>
      </pc:sldChg>
      <pc:sldChg chg="modTransition">
        <pc:chgData name="ralph kemp" userId="b9b5e5f6d19aaab0" providerId="LiveId" clId="{E76598A3-A913-4822-A8F1-CB075C0F86B7}" dt="2020-06-01T12:13:28.752" v="0"/>
        <pc:sldMkLst>
          <pc:docMk/>
          <pc:sldMk cId="3151281634" sldId="327"/>
        </pc:sldMkLst>
      </pc:sldChg>
      <pc:sldChg chg="modTransition">
        <pc:chgData name="ralph kemp" userId="b9b5e5f6d19aaab0" providerId="LiveId" clId="{E76598A3-A913-4822-A8F1-CB075C0F86B7}" dt="2020-06-01T12:13:28.752" v="0"/>
        <pc:sldMkLst>
          <pc:docMk/>
          <pc:sldMk cId="971539953" sldId="328"/>
        </pc:sldMkLst>
      </pc:sldChg>
      <pc:sldChg chg="modTransition">
        <pc:chgData name="ralph kemp" userId="b9b5e5f6d19aaab0" providerId="LiveId" clId="{E76598A3-A913-4822-A8F1-CB075C0F86B7}" dt="2020-06-01T12:13:28.752" v="0"/>
        <pc:sldMkLst>
          <pc:docMk/>
          <pc:sldMk cId="2557532438" sldId="329"/>
        </pc:sldMkLst>
      </pc:sldChg>
      <pc:sldChg chg="modTransition">
        <pc:chgData name="ralph kemp" userId="b9b5e5f6d19aaab0" providerId="LiveId" clId="{E76598A3-A913-4822-A8F1-CB075C0F86B7}" dt="2020-06-01T12:13:28.752" v="0"/>
        <pc:sldMkLst>
          <pc:docMk/>
          <pc:sldMk cId="1863611705" sldId="331"/>
        </pc:sldMkLst>
      </pc:sldChg>
      <pc:sldChg chg="modTransition">
        <pc:chgData name="ralph kemp" userId="b9b5e5f6d19aaab0" providerId="LiveId" clId="{E76598A3-A913-4822-A8F1-CB075C0F86B7}" dt="2020-06-01T12:13:28.752" v="0"/>
        <pc:sldMkLst>
          <pc:docMk/>
          <pc:sldMk cId="4227298669" sldId="332"/>
        </pc:sldMkLst>
      </pc:sldChg>
      <pc:sldChg chg="modTransition">
        <pc:chgData name="ralph kemp" userId="b9b5e5f6d19aaab0" providerId="LiveId" clId="{E76598A3-A913-4822-A8F1-CB075C0F86B7}" dt="2020-06-01T12:13:28.752" v="0"/>
        <pc:sldMkLst>
          <pc:docMk/>
          <pc:sldMk cId="2475952560" sldId="333"/>
        </pc:sldMkLst>
      </pc:sldChg>
      <pc:sldChg chg="modTransition">
        <pc:chgData name="ralph kemp" userId="b9b5e5f6d19aaab0" providerId="LiveId" clId="{E76598A3-A913-4822-A8F1-CB075C0F86B7}" dt="2020-06-01T12:13:28.752" v="0"/>
        <pc:sldMkLst>
          <pc:docMk/>
          <pc:sldMk cId="264528751" sldId="335"/>
        </pc:sldMkLst>
      </pc:sldChg>
      <pc:sldChg chg="modSp mod modTransition">
        <pc:chgData name="ralph kemp" userId="b9b5e5f6d19aaab0" providerId="LiveId" clId="{E76598A3-A913-4822-A8F1-CB075C0F86B7}" dt="2020-06-01T12:45:06.321" v="249" actId="14100"/>
        <pc:sldMkLst>
          <pc:docMk/>
          <pc:sldMk cId="3839753162" sldId="337"/>
        </pc:sldMkLst>
        <pc:spChg chg="mod">
          <ac:chgData name="ralph kemp" userId="b9b5e5f6d19aaab0" providerId="LiveId" clId="{E76598A3-A913-4822-A8F1-CB075C0F86B7}" dt="2020-06-01T12:45:00.045" v="247" actId="1076"/>
          <ac:spMkLst>
            <pc:docMk/>
            <pc:sldMk cId="3839753162" sldId="337"/>
            <ac:spMk id="2" creationId="{00000000-0000-0000-0000-000000000000}"/>
          </ac:spMkLst>
        </pc:spChg>
        <pc:spChg chg="mod">
          <ac:chgData name="ralph kemp" userId="b9b5e5f6d19aaab0" providerId="LiveId" clId="{E76598A3-A913-4822-A8F1-CB075C0F86B7}" dt="2020-06-01T12:45:06.321" v="249" actId="14100"/>
          <ac:spMkLst>
            <pc:docMk/>
            <pc:sldMk cId="3839753162" sldId="337"/>
            <ac:spMk id="3" creationId="{00000000-0000-0000-0000-000000000000}"/>
          </ac:spMkLst>
        </pc:spChg>
      </pc:sldChg>
      <pc:sldChg chg="modTransition">
        <pc:chgData name="ralph kemp" userId="b9b5e5f6d19aaab0" providerId="LiveId" clId="{E76598A3-A913-4822-A8F1-CB075C0F86B7}" dt="2020-06-01T12:13:28.752" v="0"/>
        <pc:sldMkLst>
          <pc:docMk/>
          <pc:sldMk cId="2972049134" sldId="338"/>
        </pc:sldMkLst>
      </pc:sldChg>
      <pc:sldChg chg="modTransition">
        <pc:chgData name="ralph kemp" userId="b9b5e5f6d19aaab0" providerId="LiveId" clId="{E76598A3-A913-4822-A8F1-CB075C0F86B7}" dt="2020-06-01T12:13:28.752" v="0"/>
        <pc:sldMkLst>
          <pc:docMk/>
          <pc:sldMk cId="3284780536" sldId="341"/>
        </pc:sldMkLst>
      </pc:sldChg>
      <pc:sldChg chg="modTransition">
        <pc:chgData name="ralph kemp" userId="b9b5e5f6d19aaab0" providerId="LiveId" clId="{E76598A3-A913-4822-A8F1-CB075C0F86B7}" dt="2020-06-01T12:13:28.752" v="0"/>
        <pc:sldMkLst>
          <pc:docMk/>
          <pc:sldMk cId="328619256" sldId="342"/>
        </pc:sldMkLst>
      </pc:sldChg>
      <pc:sldChg chg="modTransition">
        <pc:chgData name="ralph kemp" userId="b9b5e5f6d19aaab0" providerId="LiveId" clId="{E76598A3-A913-4822-A8F1-CB075C0F86B7}" dt="2020-06-01T12:13:28.752" v="0"/>
        <pc:sldMkLst>
          <pc:docMk/>
          <pc:sldMk cId="1643734443" sldId="343"/>
        </pc:sldMkLst>
      </pc:sldChg>
      <pc:sldChg chg="modTransition">
        <pc:chgData name="ralph kemp" userId="b9b5e5f6d19aaab0" providerId="LiveId" clId="{E76598A3-A913-4822-A8F1-CB075C0F86B7}" dt="2020-06-01T12:13:28.752" v="0"/>
        <pc:sldMkLst>
          <pc:docMk/>
          <pc:sldMk cId="1599361600" sldId="344"/>
        </pc:sldMkLst>
      </pc:sldChg>
      <pc:sldChg chg="modSp mod modTransition">
        <pc:chgData name="ralph kemp" userId="b9b5e5f6d19aaab0" providerId="LiveId" clId="{E76598A3-A913-4822-A8F1-CB075C0F86B7}" dt="2020-06-01T12:45:38.832" v="257" actId="14100"/>
        <pc:sldMkLst>
          <pc:docMk/>
          <pc:sldMk cId="645575516" sldId="345"/>
        </pc:sldMkLst>
        <pc:spChg chg="mod">
          <ac:chgData name="ralph kemp" userId="b9b5e5f6d19aaab0" providerId="LiveId" clId="{E76598A3-A913-4822-A8F1-CB075C0F86B7}" dt="2020-06-01T12:45:31.614" v="255" actId="1076"/>
          <ac:spMkLst>
            <pc:docMk/>
            <pc:sldMk cId="645575516" sldId="345"/>
            <ac:spMk id="2" creationId="{00000000-0000-0000-0000-000000000000}"/>
          </ac:spMkLst>
        </pc:spChg>
        <pc:spChg chg="mod">
          <ac:chgData name="ralph kemp" userId="b9b5e5f6d19aaab0" providerId="LiveId" clId="{E76598A3-A913-4822-A8F1-CB075C0F86B7}" dt="2020-06-01T12:45:38.832" v="257" actId="14100"/>
          <ac:spMkLst>
            <pc:docMk/>
            <pc:sldMk cId="645575516" sldId="345"/>
            <ac:spMk id="3" creationId="{00000000-0000-0000-0000-000000000000}"/>
          </ac:spMkLst>
        </pc:spChg>
      </pc:sldChg>
      <pc:sldChg chg="modTransition">
        <pc:chgData name="ralph kemp" userId="b9b5e5f6d19aaab0" providerId="LiveId" clId="{E76598A3-A913-4822-A8F1-CB075C0F86B7}" dt="2020-06-01T12:13:28.752" v="0"/>
        <pc:sldMkLst>
          <pc:docMk/>
          <pc:sldMk cId="1331112328" sldId="346"/>
        </pc:sldMkLst>
      </pc:sldChg>
      <pc:sldChg chg="modSp mod modTransition">
        <pc:chgData name="ralph kemp" userId="b9b5e5f6d19aaab0" providerId="LiveId" clId="{E76598A3-A913-4822-A8F1-CB075C0F86B7}" dt="2020-06-01T12:46:42.448" v="270" actId="14100"/>
        <pc:sldMkLst>
          <pc:docMk/>
          <pc:sldMk cId="1507173055" sldId="347"/>
        </pc:sldMkLst>
        <pc:spChg chg="mod">
          <ac:chgData name="ralph kemp" userId="b9b5e5f6d19aaab0" providerId="LiveId" clId="{E76598A3-A913-4822-A8F1-CB075C0F86B7}" dt="2020-06-01T12:45:59.684" v="261" actId="1076"/>
          <ac:spMkLst>
            <pc:docMk/>
            <pc:sldMk cId="1507173055" sldId="347"/>
            <ac:spMk id="2" creationId="{00000000-0000-0000-0000-000000000000}"/>
          </ac:spMkLst>
        </pc:spChg>
        <pc:spChg chg="mod">
          <ac:chgData name="ralph kemp" userId="b9b5e5f6d19aaab0" providerId="LiveId" clId="{E76598A3-A913-4822-A8F1-CB075C0F86B7}" dt="2020-06-01T12:46:42.448" v="270" actId="14100"/>
          <ac:spMkLst>
            <pc:docMk/>
            <pc:sldMk cId="1507173055" sldId="347"/>
            <ac:spMk id="3" creationId="{00000000-0000-0000-0000-000000000000}"/>
          </ac:spMkLst>
        </pc:spChg>
      </pc:sldChg>
      <pc:sldChg chg="modTransition">
        <pc:chgData name="ralph kemp" userId="b9b5e5f6d19aaab0" providerId="LiveId" clId="{E76598A3-A913-4822-A8F1-CB075C0F86B7}" dt="2020-06-01T12:13:28.752" v="0"/>
        <pc:sldMkLst>
          <pc:docMk/>
          <pc:sldMk cId="2304467881" sldId="348"/>
        </pc:sldMkLst>
      </pc:sldChg>
      <pc:sldChg chg="modTransition">
        <pc:chgData name="ralph kemp" userId="b9b5e5f6d19aaab0" providerId="LiveId" clId="{E76598A3-A913-4822-A8F1-CB075C0F86B7}" dt="2020-06-01T12:13:28.752" v="0"/>
        <pc:sldMkLst>
          <pc:docMk/>
          <pc:sldMk cId="3850330184" sldId="350"/>
        </pc:sldMkLst>
      </pc:sldChg>
      <pc:sldChg chg="modTransition">
        <pc:chgData name="ralph kemp" userId="b9b5e5f6d19aaab0" providerId="LiveId" clId="{E76598A3-A913-4822-A8F1-CB075C0F86B7}" dt="2020-06-01T12:13:28.752" v="0"/>
        <pc:sldMkLst>
          <pc:docMk/>
          <pc:sldMk cId="1934171882" sldId="351"/>
        </pc:sldMkLst>
      </pc:sldChg>
      <pc:sldChg chg="modSp mod modTransition">
        <pc:chgData name="ralph kemp" userId="b9b5e5f6d19aaab0" providerId="LiveId" clId="{E76598A3-A913-4822-A8F1-CB075C0F86B7}" dt="2020-06-01T12:46:34.445" v="269" actId="14100"/>
        <pc:sldMkLst>
          <pc:docMk/>
          <pc:sldMk cId="4205939445" sldId="352"/>
        </pc:sldMkLst>
        <pc:spChg chg="mod">
          <ac:chgData name="ralph kemp" userId="b9b5e5f6d19aaab0" providerId="LiveId" clId="{E76598A3-A913-4822-A8F1-CB075C0F86B7}" dt="2020-06-01T12:46:27.286" v="267" actId="1076"/>
          <ac:spMkLst>
            <pc:docMk/>
            <pc:sldMk cId="4205939445" sldId="352"/>
            <ac:spMk id="2" creationId="{00000000-0000-0000-0000-000000000000}"/>
          </ac:spMkLst>
        </pc:spChg>
        <pc:spChg chg="mod">
          <ac:chgData name="ralph kemp" userId="b9b5e5f6d19aaab0" providerId="LiveId" clId="{E76598A3-A913-4822-A8F1-CB075C0F86B7}" dt="2020-06-01T12:46:34.445" v="269" actId="14100"/>
          <ac:spMkLst>
            <pc:docMk/>
            <pc:sldMk cId="4205939445" sldId="352"/>
            <ac:spMk id="3" creationId="{00000000-0000-0000-0000-000000000000}"/>
          </ac:spMkLst>
        </pc:spChg>
      </pc:sldChg>
      <pc:sldChg chg="modTransition">
        <pc:chgData name="ralph kemp" userId="b9b5e5f6d19aaab0" providerId="LiveId" clId="{E76598A3-A913-4822-A8F1-CB075C0F86B7}" dt="2020-06-01T12:13:28.752" v="0"/>
        <pc:sldMkLst>
          <pc:docMk/>
          <pc:sldMk cId="2567278368" sldId="353"/>
        </pc:sldMkLst>
      </pc:sldChg>
      <pc:sldChg chg="modTransition">
        <pc:chgData name="ralph kemp" userId="b9b5e5f6d19aaab0" providerId="LiveId" clId="{E76598A3-A913-4822-A8F1-CB075C0F86B7}" dt="2020-06-01T12:13:28.752" v="0"/>
        <pc:sldMkLst>
          <pc:docMk/>
          <pc:sldMk cId="766531159" sldId="354"/>
        </pc:sldMkLst>
      </pc:sldChg>
      <pc:sldChg chg="modTransition">
        <pc:chgData name="ralph kemp" userId="b9b5e5f6d19aaab0" providerId="LiveId" clId="{E76598A3-A913-4822-A8F1-CB075C0F86B7}" dt="2020-06-01T12:13:28.752" v="0"/>
        <pc:sldMkLst>
          <pc:docMk/>
          <pc:sldMk cId="1936610978" sldId="355"/>
        </pc:sldMkLst>
      </pc:sldChg>
      <pc:sldChg chg="modTransition">
        <pc:chgData name="ralph kemp" userId="b9b5e5f6d19aaab0" providerId="LiveId" clId="{E76598A3-A913-4822-A8F1-CB075C0F86B7}" dt="2020-06-01T12:13:28.752" v="0"/>
        <pc:sldMkLst>
          <pc:docMk/>
          <pc:sldMk cId="2483444541" sldId="357"/>
        </pc:sldMkLst>
      </pc:sldChg>
      <pc:sldChg chg="modTransition">
        <pc:chgData name="ralph kemp" userId="b9b5e5f6d19aaab0" providerId="LiveId" clId="{E76598A3-A913-4822-A8F1-CB075C0F86B7}" dt="2020-06-01T12:13:28.752" v="0"/>
        <pc:sldMkLst>
          <pc:docMk/>
          <pc:sldMk cId="3732397597" sldId="358"/>
        </pc:sldMkLst>
      </pc:sldChg>
      <pc:sldChg chg="modSp mod modTransition">
        <pc:chgData name="ralph kemp" userId="b9b5e5f6d19aaab0" providerId="LiveId" clId="{E76598A3-A913-4822-A8F1-CB075C0F86B7}" dt="2020-06-01T12:34:30.686" v="148" actId="1076"/>
        <pc:sldMkLst>
          <pc:docMk/>
          <pc:sldMk cId="3567683259" sldId="361"/>
        </pc:sldMkLst>
        <pc:spChg chg="mod">
          <ac:chgData name="ralph kemp" userId="b9b5e5f6d19aaab0" providerId="LiveId" clId="{E76598A3-A913-4822-A8F1-CB075C0F86B7}" dt="2020-06-01T12:34:23.796" v="147" actId="1076"/>
          <ac:spMkLst>
            <pc:docMk/>
            <pc:sldMk cId="3567683259" sldId="361"/>
            <ac:spMk id="2" creationId="{68CDBF0D-96A8-41AB-A5B9-5E09640AB07B}"/>
          </ac:spMkLst>
        </pc:spChg>
        <pc:spChg chg="mod">
          <ac:chgData name="ralph kemp" userId="b9b5e5f6d19aaab0" providerId="LiveId" clId="{E76598A3-A913-4822-A8F1-CB075C0F86B7}" dt="2020-06-01T12:34:30.686" v="148" actId="1076"/>
          <ac:spMkLst>
            <pc:docMk/>
            <pc:sldMk cId="3567683259" sldId="361"/>
            <ac:spMk id="3" creationId="{D1B07D69-A409-49B8-91B9-8AE6AA720E1D}"/>
          </ac:spMkLst>
        </pc:spChg>
      </pc:sldChg>
      <pc:sldChg chg="modTransition">
        <pc:chgData name="ralph kemp" userId="b9b5e5f6d19aaab0" providerId="LiveId" clId="{E76598A3-A913-4822-A8F1-CB075C0F86B7}" dt="2020-06-01T12:13:28.752" v="0"/>
        <pc:sldMkLst>
          <pc:docMk/>
          <pc:sldMk cId="1703884431" sldId="362"/>
        </pc:sldMkLst>
      </pc:sldChg>
      <pc:sldChg chg="modTransition">
        <pc:chgData name="ralph kemp" userId="b9b5e5f6d19aaab0" providerId="LiveId" clId="{E76598A3-A913-4822-A8F1-CB075C0F86B7}" dt="2020-06-01T12:13:28.752" v="0"/>
        <pc:sldMkLst>
          <pc:docMk/>
          <pc:sldMk cId="4222241252" sldId="363"/>
        </pc:sldMkLst>
      </pc:sldChg>
      <pc:sldChg chg="modTransition">
        <pc:chgData name="ralph kemp" userId="b9b5e5f6d19aaab0" providerId="LiveId" clId="{E76598A3-A913-4822-A8F1-CB075C0F86B7}" dt="2020-06-01T12:13:28.752" v="0"/>
        <pc:sldMkLst>
          <pc:docMk/>
          <pc:sldMk cId="1001696727" sldId="364"/>
        </pc:sldMkLst>
      </pc:sldChg>
      <pc:sldChg chg="modSp mod modTransition">
        <pc:chgData name="ralph kemp" userId="b9b5e5f6d19aaab0" providerId="LiveId" clId="{E76598A3-A913-4822-A8F1-CB075C0F86B7}" dt="2020-06-01T12:37:16.078" v="161" actId="1076"/>
        <pc:sldMkLst>
          <pc:docMk/>
          <pc:sldMk cId="1545210314" sldId="365"/>
        </pc:sldMkLst>
        <pc:spChg chg="mod">
          <ac:chgData name="ralph kemp" userId="b9b5e5f6d19aaab0" providerId="LiveId" clId="{E76598A3-A913-4822-A8F1-CB075C0F86B7}" dt="2020-06-01T12:37:07.855" v="160" actId="1076"/>
          <ac:spMkLst>
            <pc:docMk/>
            <pc:sldMk cId="1545210314" sldId="365"/>
            <ac:spMk id="2" creationId="{32B3D774-C43D-446E-9800-DF7EB43F5E3F}"/>
          </ac:spMkLst>
        </pc:spChg>
        <pc:spChg chg="mod">
          <ac:chgData name="ralph kemp" userId="b9b5e5f6d19aaab0" providerId="LiveId" clId="{E76598A3-A913-4822-A8F1-CB075C0F86B7}" dt="2020-06-01T12:37:16.078" v="161" actId="1076"/>
          <ac:spMkLst>
            <pc:docMk/>
            <pc:sldMk cId="1545210314" sldId="365"/>
            <ac:spMk id="3" creationId="{B18BE60D-E78B-4C56-8EF0-A98DC3C2372C}"/>
          </ac:spMkLst>
        </pc:spChg>
      </pc:sldChg>
      <pc:sldChg chg="modTransition">
        <pc:chgData name="ralph kemp" userId="b9b5e5f6d19aaab0" providerId="LiveId" clId="{E76598A3-A913-4822-A8F1-CB075C0F86B7}" dt="2020-06-01T12:13:28.752" v="0"/>
        <pc:sldMkLst>
          <pc:docMk/>
          <pc:sldMk cId="207066477" sldId="366"/>
        </pc:sldMkLst>
      </pc:sldChg>
      <pc:sldChg chg="modTransition">
        <pc:chgData name="ralph kemp" userId="b9b5e5f6d19aaab0" providerId="LiveId" clId="{E76598A3-A913-4822-A8F1-CB075C0F86B7}" dt="2020-06-01T12:13:28.752" v="0"/>
        <pc:sldMkLst>
          <pc:docMk/>
          <pc:sldMk cId="1416648217" sldId="367"/>
        </pc:sldMkLst>
      </pc:sldChg>
      <pc:sldChg chg="modSp mod modTransition">
        <pc:chgData name="ralph kemp" userId="b9b5e5f6d19aaab0" providerId="LiveId" clId="{E76598A3-A913-4822-A8F1-CB075C0F86B7}" dt="2020-06-01T12:39:29.549" v="184" actId="14100"/>
        <pc:sldMkLst>
          <pc:docMk/>
          <pc:sldMk cId="601660888" sldId="368"/>
        </pc:sldMkLst>
        <pc:spChg chg="mod">
          <ac:chgData name="ralph kemp" userId="b9b5e5f6d19aaab0" providerId="LiveId" clId="{E76598A3-A913-4822-A8F1-CB075C0F86B7}" dt="2020-06-01T12:39:23.610" v="182" actId="1076"/>
          <ac:spMkLst>
            <pc:docMk/>
            <pc:sldMk cId="601660888" sldId="368"/>
            <ac:spMk id="2" creationId="{07908575-1C45-4BFB-B116-0EDC023034AB}"/>
          </ac:spMkLst>
        </pc:spChg>
        <pc:spChg chg="mod">
          <ac:chgData name="ralph kemp" userId="b9b5e5f6d19aaab0" providerId="LiveId" clId="{E76598A3-A913-4822-A8F1-CB075C0F86B7}" dt="2020-06-01T12:39:29.549" v="184" actId="14100"/>
          <ac:spMkLst>
            <pc:docMk/>
            <pc:sldMk cId="601660888" sldId="368"/>
            <ac:spMk id="3" creationId="{4A2BC565-F9F0-41CE-A4F0-7355B520FAA5}"/>
          </ac:spMkLst>
        </pc:spChg>
      </pc:sldChg>
      <pc:sldChg chg="modTransition">
        <pc:chgData name="ralph kemp" userId="b9b5e5f6d19aaab0" providerId="LiveId" clId="{E76598A3-A913-4822-A8F1-CB075C0F86B7}" dt="2020-06-01T12:13:28.752" v="0"/>
        <pc:sldMkLst>
          <pc:docMk/>
          <pc:sldMk cId="3361327146" sldId="369"/>
        </pc:sldMkLst>
      </pc:sldChg>
      <pc:sldChg chg="modTransition">
        <pc:chgData name="ralph kemp" userId="b9b5e5f6d19aaab0" providerId="LiveId" clId="{E76598A3-A913-4822-A8F1-CB075C0F86B7}" dt="2020-06-01T12:13:28.752" v="0"/>
        <pc:sldMkLst>
          <pc:docMk/>
          <pc:sldMk cId="1757389547" sldId="370"/>
        </pc:sldMkLst>
      </pc:sldChg>
      <pc:sldChg chg="modSp mod modTransition">
        <pc:chgData name="ralph kemp" userId="b9b5e5f6d19aaab0" providerId="LiveId" clId="{E76598A3-A913-4822-A8F1-CB075C0F86B7}" dt="2020-06-01T12:47:15.886" v="276" actId="14100"/>
        <pc:sldMkLst>
          <pc:docMk/>
          <pc:sldMk cId="3587715963" sldId="371"/>
        </pc:sldMkLst>
        <pc:spChg chg="mod">
          <ac:chgData name="ralph kemp" userId="b9b5e5f6d19aaab0" providerId="LiveId" clId="{E76598A3-A913-4822-A8F1-CB075C0F86B7}" dt="2020-06-01T12:47:09.494" v="274" actId="1076"/>
          <ac:spMkLst>
            <pc:docMk/>
            <pc:sldMk cId="3587715963" sldId="371"/>
            <ac:spMk id="2" creationId="{9B8402EB-46F7-43DF-B19F-535E1A578482}"/>
          </ac:spMkLst>
        </pc:spChg>
        <pc:spChg chg="mod">
          <ac:chgData name="ralph kemp" userId="b9b5e5f6d19aaab0" providerId="LiveId" clId="{E76598A3-A913-4822-A8F1-CB075C0F86B7}" dt="2020-06-01T12:47:15.886" v="276" actId="14100"/>
          <ac:spMkLst>
            <pc:docMk/>
            <pc:sldMk cId="3587715963" sldId="371"/>
            <ac:spMk id="3" creationId="{3375DA01-26A3-4286-B00E-6677D7B9A8D4}"/>
          </ac:spMkLst>
        </pc:spChg>
      </pc:sldChg>
      <pc:sldChg chg="modTransition">
        <pc:chgData name="ralph kemp" userId="b9b5e5f6d19aaab0" providerId="LiveId" clId="{E76598A3-A913-4822-A8F1-CB075C0F86B7}" dt="2020-06-01T12:13:28.752" v="0"/>
        <pc:sldMkLst>
          <pc:docMk/>
          <pc:sldMk cId="3274128297" sldId="372"/>
        </pc:sldMkLst>
      </pc:sldChg>
      <pc:sldChg chg="modTransition">
        <pc:chgData name="ralph kemp" userId="b9b5e5f6d19aaab0" providerId="LiveId" clId="{E76598A3-A913-4822-A8F1-CB075C0F86B7}" dt="2020-06-01T12:13:28.752" v="0"/>
        <pc:sldMkLst>
          <pc:docMk/>
          <pc:sldMk cId="496615968" sldId="373"/>
        </pc:sldMkLst>
      </pc:sldChg>
      <pc:sldChg chg="modTransition">
        <pc:chgData name="ralph kemp" userId="b9b5e5f6d19aaab0" providerId="LiveId" clId="{E76598A3-A913-4822-A8F1-CB075C0F86B7}" dt="2020-06-01T12:13:28.752" v="0"/>
        <pc:sldMkLst>
          <pc:docMk/>
          <pc:sldMk cId="71382832" sldId="374"/>
        </pc:sldMkLst>
      </pc:sldChg>
      <pc:sldChg chg="modTransition">
        <pc:chgData name="ralph kemp" userId="b9b5e5f6d19aaab0" providerId="LiveId" clId="{E76598A3-A913-4822-A8F1-CB075C0F86B7}" dt="2020-06-01T12:13:28.752" v="0"/>
        <pc:sldMkLst>
          <pc:docMk/>
          <pc:sldMk cId="1692836413" sldId="375"/>
        </pc:sldMkLst>
      </pc:sldChg>
      <pc:sldChg chg="modSp mod modTransition">
        <pc:chgData name="ralph kemp" userId="b9b5e5f6d19aaab0" providerId="LiveId" clId="{E76598A3-A913-4822-A8F1-CB075C0F86B7}" dt="2020-06-01T12:47:47.660" v="282" actId="14100"/>
        <pc:sldMkLst>
          <pc:docMk/>
          <pc:sldMk cId="2064718107" sldId="376"/>
        </pc:sldMkLst>
        <pc:spChg chg="mod">
          <ac:chgData name="ralph kemp" userId="b9b5e5f6d19aaab0" providerId="LiveId" clId="{E76598A3-A913-4822-A8F1-CB075C0F86B7}" dt="2020-06-01T12:47:39.718" v="280" actId="1076"/>
          <ac:spMkLst>
            <pc:docMk/>
            <pc:sldMk cId="2064718107" sldId="376"/>
            <ac:spMk id="2" creationId="{9B8402EB-46F7-43DF-B19F-535E1A578482}"/>
          </ac:spMkLst>
        </pc:spChg>
        <pc:spChg chg="mod">
          <ac:chgData name="ralph kemp" userId="b9b5e5f6d19aaab0" providerId="LiveId" clId="{E76598A3-A913-4822-A8F1-CB075C0F86B7}" dt="2020-06-01T12:47:47.660" v="282" actId="14100"/>
          <ac:spMkLst>
            <pc:docMk/>
            <pc:sldMk cId="2064718107" sldId="376"/>
            <ac:spMk id="3" creationId="{3375DA01-26A3-4286-B00E-6677D7B9A8D4}"/>
          </ac:spMkLst>
        </pc:spChg>
      </pc:sldChg>
      <pc:sldChg chg="modTransition">
        <pc:chgData name="ralph kemp" userId="b9b5e5f6d19aaab0" providerId="LiveId" clId="{E76598A3-A913-4822-A8F1-CB075C0F86B7}" dt="2020-06-01T12:13:28.752" v="0"/>
        <pc:sldMkLst>
          <pc:docMk/>
          <pc:sldMk cId="942535379" sldId="377"/>
        </pc:sldMkLst>
      </pc:sldChg>
      <pc:sldChg chg="modTransition">
        <pc:chgData name="ralph kemp" userId="b9b5e5f6d19aaab0" providerId="LiveId" clId="{E76598A3-A913-4822-A8F1-CB075C0F86B7}" dt="2020-06-01T12:13:28.752" v="0"/>
        <pc:sldMkLst>
          <pc:docMk/>
          <pc:sldMk cId="344518562" sldId="378"/>
        </pc:sldMkLst>
      </pc:sldChg>
      <pc:sldChg chg="modTransition">
        <pc:chgData name="ralph kemp" userId="b9b5e5f6d19aaab0" providerId="LiveId" clId="{E76598A3-A913-4822-A8F1-CB075C0F86B7}" dt="2020-06-01T12:13:28.752" v="0"/>
        <pc:sldMkLst>
          <pc:docMk/>
          <pc:sldMk cId="4288113910" sldId="379"/>
        </pc:sldMkLst>
      </pc:sldChg>
      <pc:sldChg chg="modSp mod modTransition">
        <pc:chgData name="ralph kemp" userId="b9b5e5f6d19aaab0" providerId="LiveId" clId="{E76598A3-A913-4822-A8F1-CB075C0F86B7}" dt="2020-06-01T12:48:18.584" v="287" actId="1076"/>
        <pc:sldMkLst>
          <pc:docMk/>
          <pc:sldMk cId="2973172349" sldId="380"/>
        </pc:sldMkLst>
        <pc:spChg chg="mod">
          <ac:chgData name="ralph kemp" userId="b9b5e5f6d19aaab0" providerId="LiveId" clId="{E76598A3-A913-4822-A8F1-CB075C0F86B7}" dt="2020-06-01T12:48:08.075" v="284" actId="1076"/>
          <ac:spMkLst>
            <pc:docMk/>
            <pc:sldMk cId="2973172349" sldId="380"/>
            <ac:spMk id="2" creationId="{9B8402EB-46F7-43DF-B19F-535E1A578482}"/>
          </ac:spMkLst>
        </pc:spChg>
        <pc:spChg chg="mod">
          <ac:chgData name="ralph kemp" userId="b9b5e5f6d19aaab0" providerId="LiveId" clId="{E76598A3-A913-4822-A8F1-CB075C0F86B7}" dt="2020-06-01T12:48:18.584" v="287" actId="1076"/>
          <ac:spMkLst>
            <pc:docMk/>
            <pc:sldMk cId="2973172349" sldId="380"/>
            <ac:spMk id="3" creationId="{3375DA01-26A3-4286-B00E-6677D7B9A8D4}"/>
          </ac:spMkLst>
        </pc:spChg>
      </pc:sldChg>
      <pc:sldChg chg="modTransition">
        <pc:chgData name="ralph kemp" userId="b9b5e5f6d19aaab0" providerId="LiveId" clId="{E76598A3-A913-4822-A8F1-CB075C0F86B7}" dt="2020-06-01T12:13:28.752" v="0"/>
        <pc:sldMkLst>
          <pc:docMk/>
          <pc:sldMk cId="2443015215" sldId="381"/>
        </pc:sldMkLst>
      </pc:sldChg>
      <pc:sldChg chg="modSp mod modTransition">
        <pc:chgData name="ralph kemp" userId="b9b5e5f6d19aaab0" providerId="LiveId" clId="{E76598A3-A913-4822-A8F1-CB075C0F86B7}" dt="2020-06-01T12:48:45.842" v="293" actId="14100"/>
        <pc:sldMkLst>
          <pc:docMk/>
          <pc:sldMk cId="826154884" sldId="382"/>
        </pc:sldMkLst>
        <pc:spChg chg="mod">
          <ac:chgData name="ralph kemp" userId="b9b5e5f6d19aaab0" providerId="LiveId" clId="{E76598A3-A913-4822-A8F1-CB075C0F86B7}" dt="2020-06-01T12:48:39.569" v="291" actId="1076"/>
          <ac:spMkLst>
            <pc:docMk/>
            <pc:sldMk cId="826154884" sldId="382"/>
            <ac:spMk id="2" creationId="{DC75DCB0-0E87-4C8D-814B-7C79AFC7C4F3}"/>
          </ac:spMkLst>
        </pc:spChg>
        <pc:spChg chg="mod">
          <ac:chgData name="ralph kemp" userId="b9b5e5f6d19aaab0" providerId="LiveId" clId="{E76598A3-A913-4822-A8F1-CB075C0F86B7}" dt="2020-06-01T12:48:45.842" v="293" actId="14100"/>
          <ac:spMkLst>
            <pc:docMk/>
            <pc:sldMk cId="826154884" sldId="382"/>
            <ac:spMk id="3" creationId="{64ED7A10-D128-47DF-BCD4-618A41DE3F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1B515-D64E-4A6D-86DE-D44065EC59AD}" type="datetimeFigureOut">
              <a:rPr lang="lb-LU" smtClean="0"/>
              <a:t>04.10.24</a:t>
            </a:fld>
            <a:endParaRPr lang="lb-LU"/>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04.10.24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04.10.24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04.10.24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douanes.public.lu/fr/prohibitions-restrictions.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fr-CH" smtClean="0"/>
              <a:t>Simplifications</a:t>
            </a:r>
            <a:endParaRPr lang="en-US" dirty="0"/>
          </a:p>
        </p:txBody>
      </p:sp>
      <p:sp>
        <p:nvSpPr>
          <p:cNvPr id="3" name="Untertitel 2"/>
          <p:cNvSpPr>
            <a:spLocks noGrp="1"/>
          </p:cNvSpPr>
          <p:nvPr>
            <p:ph type="subTitle" idx="1"/>
          </p:nvPr>
        </p:nvSpPr>
        <p:spPr/>
        <p:txBody>
          <a:bodyPr/>
          <a:lstStyle/>
          <a:p>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a:t>
            </a:fld>
            <a:endParaRPr lang="lb-LU"/>
          </a:p>
        </p:txBody>
      </p:sp>
    </p:spTree>
    <p:extLst>
      <p:ext uri="{BB962C8B-B14F-4D97-AF65-F5344CB8AC3E}">
        <p14:creationId xmlns:p14="http://schemas.microsoft.com/office/powerpoint/2010/main" val="201974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smtClean="0"/>
              <a:t>Types de simplifications</a:t>
            </a:r>
            <a:endParaRPr lang="en-US" dirty="0"/>
          </a:p>
        </p:txBody>
      </p:sp>
      <p:sp>
        <p:nvSpPr>
          <p:cNvPr id="3" name="Inhaltsplatzhalter 2"/>
          <p:cNvSpPr>
            <a:spLocks noGrp="1"/>
          </p:cNvSpPr>
          <p:nvPr>
            <p:ph idx="1"/>
          </p:nvPr>
        </p:nvSpPr>
        <p:spPr/>
        <p:txBody>
          <a:bodyPr/>
          <a:lstStyle/>
          <a:p>
            <a:r>
              <a:rPr lang="en-US" smtClean="0"/>
              <a:t>A côté de la déclaration simplifiée, le </a:t>
            </a:r>
            <a:r>
              <a:rPr lang="en-US" dirty="0" smtClean="0"/>
              <a:t>code des Douanes </a:t>
            </a:r>
            <a:r>
              <a:rPr lang="en-US" dirty="0" err="1" smtClean="0"/>
              <a:t>prévoit</a:t>
            </a:r>
            <a:r>
              <a:rPr lang="en-US" dirty="0" smtClean="0"/>
              <a:t> </a:t>
            </a:r>
            <a:r>
              <a:rPr lang="en-US" smtClean="0"/>
              <a:t>4 autres </a:t>
            </a:r>
            <a:r>
              <a:rPr lang="en-US" dirty="0" smtClean="0"/>
              <a:t>types </a:t>
            </a:r>
            <a:r>
              <a:rPr lang="en-US" smtClean="0"/>
              <a:t>de simplifications </a:t>
            </a:r>
            <a:r>
              <a:rPr lang="en-US" dirty="0" smtClean="0"/>
              <a:t>relatives à </a:t>
            </a:r>
            <a:r>
              <a:rPr lang="en-US" smtClean="0"/>
              <a:t>la déclaration </a:t>
            </a:r>
            <a:r>
              <a:rPr lang="en-US" dirty="0" err="1" smtClean="0"/>
              <a:t>en</a:t>
            </a:r>
            <a:r>
              <a:rPr lang="en-US" dirty="0" smtClean="0"/>
              <a:t> </a:t>
            </a:r>
            <a:r>
              <a:rPr lang="en-US" dirty="0" err="1" smtClean="0"/>
              <a:t>douane</a:t>
            </a:r>
            <a:r>
              <a:rPr lang="en-US" dirty="0" smtClean="0"/>
              <a:t>:</a:t>
            </a:r>
          </a:p>
          <a:p>
            <a:pPr marL="923925" indent="-923925">
              <a:buNone/>
            </a:pPr>
            <a:r>
              <a:rPr lang="en-US" dirty="0"/>
              <a:t>	</a:t>
            </a:r>
            <a:r>
              <a:rPr lang="en-US" dirty="0" smtClean="0"/>
              <a:t>- Simplification de </a:t>
            </a:r>
            <a:r>
              <a:rPr lang="en-US" dirty="0" err="1" smtClean="0"/>
              <a:t>l’établissement</a:t>
            </a:r>
            <a:r>
              <a:rPr lang="en-US" dirty="0" smtClean="0"/>
              <a:t> </a:t>
            </a:r>
            <a:r>
              <a:rPr lang="en-US" smtClean="0"/>
              <a:t>des déclarations </a:t>
            </a:r>
            <a:r>
              <a:rPr lang="en-US" dirty="0" err="1" smtClean="0"/>
              <a:t>en</a:t>
            </a:r>
            <a:r>
              <a:rPr lang="en-US" dirty="0" smtClean="0"/>
              <a:t> </a:t>
            </a:r>
            <a:r>
              <a:rPr lang="en-US" dirty="0" err="1" smtClean="0"/>
              <a:t>douane</a:t>
            </a:r>
            <a:r>
              <a:rPr lang="en-US" dirty="0" smtClean="0"/>
              <a:t> relatives à des </a:t>
            </a:r>
            <a:r>
              <a:rPr lang="en-US" dirty="0" err="1" smtClean="0"/>
              <a:t>marchandises</a:t>
            </a:r>
            <a:r>
              <a:rPr lang="en-US" dirty="0" smtClean="0"/>
              <a:t> relevant de </a:t>
            </a:r>
            <a:r>
              <a:rPr lang="en-US" dirty="0" err="1" smtClean="0"/>
              <a:t>différentes</a:t>
            </a:r>
            <a:r>
              <a:rPr lang="en-US" dirty="0" smtClean="0"/>
              <a:t> sous-positions </a:t>
            </a:r>
            <a:r>
              <a:rPr lang="en-US" dirty="0" err="1" smtClean="0"/>
              <a:t>tarifaires</a:t>
            </a:r>
            <a:endParaRPr lang="en-US" dirty="0" smtClean="0"/>
          </a:p>
          <a:p>
            <a:pPr marL="923925" indent="-923925">
              <a:buNone/>
            </a:pPr>
            <a:r>
              <a:rPr lang="en-US" dirty="0"/>
              <a:t>	</a:t>
            </a:r>
            <a:r>
              <a:rPr lang="en-US" dirty="0" smtClean="0"/>
              <a:t>- </a:t>
            </a:r>
            <a:r>
              <a:rPr lang="en-US" dirty="0" err="1" smtClean="0"/>
              <a:t>Dédouanement</a:t>
            </a:r>
            <a:r>
              <a:rPr lang="en-US" dirty="0" smtClean="0"/>
              <a:t> </a:t>
            </a:r>
            <a:r>
              <a:rPr lang="en-US" dirty="0" err="1" smtClean="0"/>
              <a:t>centralisé</a:t>
            </a:r>
            <a:endParaRPr lang="en-US" dirty="0" smtClean="0"/>
          </a:p>
          <a:p>
            <a:pPr marL="923925" indent="-923925">
              <a:buNone/>
            </a:pPr>
            <a:r>
              <a:rPr lang="en-US" dirty="0"/>
              <a:t>	</a:t>
            </a:r>
            <a:r>
              <a:rPr lang="en-US" dirty="0" smtClean="0"/>
              <a:t>- Inscription </a:t>
            </a:r>
            <a:r>
              <a:rPr lang="en-US" dirty="0" err="1" smtClean="0"/>
              <a:t>dans</a:t>
            </a:r>
            <a:r>
              <a:rPr lang="en-US" dirty="0" smtClean="0"/>
              <a:t> les </a:t>
            </a:r>
            <a:r>
              <a:rPr lang="en-US" dirty="0" err="1" smtClean="0"/>
              <a:t>écritures</a:t>
            </a:r>
            <a:r>
              <a:rPr lang="en-US" dirty="0" smtClean="0"/>
              <a:t> du declarant</a:t>
            </a:r>
          </a:p>
          <a:p>
            <a:pPr marL="923925" indent="-923925">
              <a:buNone/>
            </a:pPr>
            <a:r>
              <a:rPr lang="en-US" dirty="0"/>
              <a:t>	</a:t>
            </a:r>
            <a:r>
              <a:rPr lang="en-US" dirty="0" smtClean="0"/>
              <a:t>- </a:t>
            </a:r>
            <a:r>
              <a:rPr lang="en-US" dirty="0" err="1" smtClean="0"/>
              <a:t>Autoévaluation</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3110988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dirty="0" smtClean="0"/>
              <a:t>Simplification de </a:t>
            </a:r>
            <a:r>
              <a:rPr lang="en-US" dirty="0" err="1" smtClean="0"/>
              <a:t>l’établissement</a:t>
            </a:r>
            <a:r>
              <a:rPr lang="en-US" dirty="0" smtClean="0"/>
              <a:t> </a:t>
            </a:r>
            <a:r>
              <a:rPr lang="en-US" smtClean="0"/>
              <a:t>des déclarations </a:t>
            </a:r>
            <a:r>
              <a:rPr lang="en-US" dirty="0" err="1" smtClean="0"/>
              <a:t>en</a:t>
            </a:r>
            <a:r>
              <a:rPr lang="en-US" dirty="0" smtClean="0"/>
              <a:t> </a:t>
            </a:r>
            <a:r>
              <a:rPr lang="en-US" dirty="0" err="1" smtClean="0"/>
              <a:t>douane</a:t>
            </a:r>
            <a:r>
              <a:rPr lang="en-US" dirty="0" smtClean="0"/>
              <a:t> relatives à des </a:t>
            </a:r>
            <a:r>
              <a:rPr lang="en-US" dirty="0" err="1" smtClean="0"/>
              <a:t>marchandises</a:t>
            </a:r>
            <a:r>
              <a:rPr lang="en-US" dirty="0" smtClean="0"/>
              <a:t> relevant de </a:t>
            </a:r>
            <a:r>
              <a:rPr lang="en-US" dirty="0" err="1" smtClean="0"/>
              <a:t>différentes</a:t>
            </a:r>
            <a:r>
              <a:rPr lang="en-US" dirty="0" smtClean="0"/>
              <a:t> sous-positions </a:t>
            </a:r>
            <a:r>
              <a:rPr lang="en-US" dirty="0" err="1" smtClean="0"/>
              <a:t>tarifaires</a:t>
            </a:r>
            <a:r>
              <a:rPr lang="en-US" dirty="0" smtClean="0"/>
              <a:t> 1/2</a:t>
            </a:r>
            <a:endParaRPr lang="en-US" dirty="0"/>
          </a:p>
        </p:txBody>
      </p:sp>
      <p:sp>
        <p:nvSpPr>
          <p:cNvPr id="3" name="Inhaltsplatzhalter 2"/>
          <p:cNvSpPr>
            <a:spLocks noGrp="1"/>
          </p:cNvSpPr>
          <p:nvPr>
            <p:ph idx="1"/>
          </p:nvPr>
        </p:nvSpPr>
        <p:spPr/>
        <p:txBody>
          <a:bodyPr/>
          <a:lstStyle/>
          <a:p>
            <a:r>
              <a:rPr lang="en-US" dirty="0" err="1" smtClean="0"/>
              <a:t>Cette</a:t>
            </a:r>
            <a:r>
              <a:rPr lang="en-US" dirty="0" smtClean="0"/>
              <a:t> </a:t>
            </a:r>
            <a:r>
              <a:rPr lang="en-US" dirty="0" err="1" smtClean="0"/>
              <a:t>autorisation</a:t>
            </a:r>
            <a:r>
              <a:rPr lang="en-US" dirty="0" smtClean="0"/>
              <a:t> </a:t>
            </a:r>
            <a:r>
              <a:rPr lang="en-US" dirty="0" err="1" smtClean="0"/>
              <a:t>permet</a:t>
            </a:r>
            <a:r>
              <a:rPr lang="en-US" dirty="0" smtClean="0"/>
              <a:t> </a:t>
            </a:r>
            <a:r>
              <a:rPr lang="en-US" dirty="0" err="1" smtClean="0"/>
              <a:t>d’établir</a:t>
            </a:r>
            <a:r>
              <a:rPr lang="en-US" dirty="0" smtClean="0"/>
              <a:t> </a:t>
            </a:r>
            <a:r>
              <a:rPr lang="en-US" dirty="0" err="1" smtClean="0"/>
              <a:t>une</a:t>
            </a:r>
            <a:r>
              <a:rPr lang="en-US" dirty="0" smtClean="0"/>
              <a:t> </a:t>
            </a:r>
            <a:r>
              <a:rPr lang="en-US" err="1" smtClean="0"/>
              <a:t>seule</a:t>
            </a:r>
            <a:r>
              <a:rPr lang="en-US" smtClean="0"/>
              <a:t> déclaration </a:t>
            </a:r>
            <a:r>
              <a:rPr lang="en-US" dirty="0" err="1" smtClean="0"/>
              <a:t>en</a:t>
            </a:r>
            <a:r>
              <a:rPr lang="en-US" dirty="0" smtClean="0"/>
              <a:t> </a:t>
            </a:r>
            <a:r>
              <a:rPr lang="en-US" dirty="0" err="1" smtClean="0"/>
              <a:t>douane</a:t>
            </a:r>
            <a:r>
              <a:rPr lang="en-US" dirty="0" smtClean="0"/>
              <a:t> pour des </a:t>
            </a:r>
            <a:r>
              <a:rPr lang="en-US" dirty="0" err="1" smtClean="0"/>
              <a:t>marchandises</a:t>
            </a:r>
            <a:r>
              <a:rPr lang="en-US" dirty="0" smtClean="0"/>
              <a:t> relevant de </a:t>
            </a:r>
            <a:r>
              <a:rPr lang="en-US" dirty="0" err="1" smtClean="0"/>
              <a:t>différentes</a:t>
            </a:r>
            <a:r>
              <a:rPr lang="en-US" dirty="0" smtClean="0"/>
              <a:t> </a:t>
            </a:r>
            <a:r>
              <a:rPr lang="en-US" smtClean="0"/>
              <a:t>sous-positions tarifaires.</a:t>
            </a:r>
            <a:endParaRPr lang="en-US" dirty="0" smtClean="0"/>
          </a:p>
          <a:p>
            <a:r>
              <a:rPr lang="en-US" dirty="0" smtClean="0"/>
              <a:t>Les droits </a:t>
            </a:r>
            <a:r>
              <a:rPr lang="en-US" smtClean="0"/>
              <a:t>à l’importation </a:t>
            </a:r>
            <a:r>
              <a:rPr lang="en-US" dirty="0" err="1" smtClean="0"/>
              <a:t>sont</a:t>
            </a:r>
            <a:r>
              <a:rPr lang="en-US" dirty="0" smtClean="0"/>
              <a:t> </a:t>
            </a:r>
            <a:r>
              <a:rPr lang="en-US" dirty="0" err="1" smtClean="0"/>
              <a:t>perçus</a:t>
            </a:r>
            <a:r>
              <a:rPr lang="en-US" dirty="0" smtClean="0"/>
              <a:t> </a:t>
            </a:r>
            <a:r>
              <a:rPr lang="en-US" dirty="0" err="1" smtClean="0"/>
              <a:t>en</a:t>
            </a:r>
            <a:r>
              <a:rPr lang="en-US" dirty="0" smtClean="0"/>
              <a:t> </a:t>
            </a:r>
            <a:r>
              <a:rPr lang="en-US" dirty="0" err="1" smtClean="0"/>
              <a:t>retenant</a:t>
            </a:r>
            <a:r>
              <a:rPr lang="en-US" dirty="0" smtClean="0"/>
              <a:t> la sous-position </a:t>
            </a:r>
            <a:r>
              <a:rPr lang="en-US" dirty="0" err="1" smtClean="0"/>
              <a:t>tarifaire</a:t>
            </a:r>
            <a:r>
              <a:rPr lang="en-US" dirty="0" smtClean="0"/>
              <a:t> de </a:t>
            </a:r>
            <a:r>
              <a:rPr lang="en-US" dirty="0" err="1" smtClean="0"/>
              <a:t>celle</a:t>
            </a:r>
            <a:r>
              <a:rPr lang="en-US" dirty="0" smtClean="0"/>
              <a:t> de </a:t>
            </a:r>
            <a:r>
              <a:rPr lang="en-US" dirty="0" err="1" smtClean="0"/>
              <a:t>ces</a:t>
            </a:r>
            <a:r>
              <a:rPr lang="en-US" dirty="0" smtClean="0"/>
              <a:t> </a:t>
            </a:r>
            <a:r>
              <a:rPr lang="en-US" dirty="0" err="1" smtClean="0"/>
              <a:t>marchandises</a:t>
            </a:r>
            <a:r>
              <a:rPr lang="en-US" dirty="0" smtClean="0"/>
              <a:t> qui </a:t>
            </a:r>
            <a:r>
              <a:rPr lang="en-US" dirty="0" err="1" smtClean="0"/>
              <a:t>est</a:t>
            </a:r>
            <a:r>
              <a:rPr lang="en-US" dirty="0" smtClean="0"/>
              <a:t> </a:t>
            </a:r>
            <a:r>
              <a:rPr lang="en-US" dirty="0" err="1" smtClean="0"/>
              <a:t>soumise</a:t>
            </a:r>
            <a:r>
              <a:rPr lang="en-US" dirty="0" smtClean="0"/>
              <a:t> au droit le </a:t>
            </a:r>
            <a:r>
              <a:rPr lang="en-US" smtClean="0"/>
              <a:t>plus élevé.</a:t>
            </a:r>
            <a:endParaRPr lang="en-US" dirty="0" smtClean="0"/>
          </a:p>
          <a:p>
            <a:r>
              <a:rPr lang="en-US" smtClean="0"/>
              <a:t>L’autorisation </a:t>
            </a:r>
            <a:r>
              <a:rPr lang="en-US" dirty="0" err="1" smtClean="0"/>
              <a:t>est</a:t>
            </a:r>
            <a:r>
              <a:rPr lang="en-US" dirty="0" smtClean="0"/>
              <a:t> </a:t>
            </a:r>
            <a:r>
              <a:rPr lang="en-US" dirty="0" err="1" smtClean="0"/>
              <a:t>seulement</a:t>
            </a:r>
            <a:r>
              <a:rPr lang="en-US" dirty="0" smtClean="0"/>
              <a:t> </a:t>
            </a:r>
            <a:r>
              <a:rPr lang="en-US" dirty="0" err="1" smtClean="0"/>
              <a:t>accordée</a:t>
            </a:r>
            <a:r>
              <a:rPr lang="en-US" dirty="0" smtClean="0"/>
              <a:t> </a:t>
            </a:r>
            <a:r>
              <a:rPr lang="en-US" dirty="0" err="1" smtClean="0"/>
              <a:t>si</a:t>
            </a:r>
            <a:r>
              <a:rPr lang="en-US" dirty="0" smtClean="0"/>
              <a:t> le fait </a:t>
            </a:r>
            <a:r>
              <a:rPr lang="en-US" dirty="0" err="1" smtClean="0"/>
              <a:t>d’établir</a:t>
            </a:r>
            <a:r>
              <a:rPr lang="en-US" dirty="0" smtClean="0"/>
              <a:t> </a:t>
            </a:r>
            <a:r>
              <a:rPr lang="en-US" dirty="0" err="1" smtClean="0"/>
              <a:t>une</a:t>
            </a:r>
            <a:r>
              <a:rPr lang="en-US" dirty="0" smtClean="0"/>
              <a:t> </a:t>
            </a:r>
            <a:r>
              <a:rPr lang="en-US" dirty="0" err="1" smtClean="0"/>
              <a:t>déclaration</a:t>
            </a:r>
            <a:r>
              <a:rPr lang="en-US" dirty="0" smtClean="0"/>
              <a:t> par sous-position </a:t>
            </a:r>
            <a:r>
              <a:rPr lang="en-US" dirty="0" err="1" smtClean="0"/>
              <a:t>aurait</a:t>
            </a:r>
            <a:r>
              <a:rPr lang="en-US" dirty="0" smtClean="0"/>
              <a:t> pour </a:t>
            </a:r>
            <a:r>
              <a:rPr lang="en-US" dirty="0" err="1" smtClean="0"/>
              <a:t>conséquence</a:t>
            </a:r>
            <a:r>
              <a:rPr lang="en-US" dirty="0" smtClean="0"/>
              <a:t> un travail et des </a:t>
            </a:r>
            <a:r>
              <a:rPr lang="en-US" dirty="0" err="1" smtClean="0"/>
              <a:t>frais</a:t>
            </a:r>
            <a:r>
              <a:rPr lang="en-US" dirty="0" smtClean="0"/>
              <a:t> hors proportion avec le </a:t>
            </a:r>
            <a:r>
              <a:rPr lang="en-US" dirty="0" err="1" smtClean="0"/>
              <a:t>montant</a:t>
            </a:r>
            <a:r>
              <a:rPr lang="en-US" dirty="0" smtClean="0"/>
              <a:t> des </a:t>
            </a:r>
            <a:r>
              <a:rPr lang="en-US" smtClean="0"/>
              <a:t>droits applicables.</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3349091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dirty="0"/>
              <a:t>Simplification de </a:t>
            </a:r>
            <a:r>
              <a:rPr lang="en-US" dirty="0" err="1"/>
              <a:t>l’établissement</a:t>
            </a:r>
            <a:r>
              <a:rPr lang="en-US" dirty="0"/>
              <a:t> </a:t>
            </a:r>
            <a:r>
              <a:rPr lang="en-US"/>
              <a:t>des </a:t>
            </a:r>
            <a:r>
              <a:rPr lang="en-US" smtClean="0"/>
              <a:t>déclarations </a:t>
            </a:r>
            <a:r>
              <a:rPr lang="en-US" dirty="0" err="1"/>
              <a:t>en</a:t>
            </a:r>
            <a:r>
              <a:rPr lang="en-US" dirty="0"/>
              <a:t> </a:t>
            </a:r>
            <a:r>
              <a:rPr lang="en-US" dirty="0" err="1"/>
              <a:t>douane</a:t>
            </a:r>
            <a:r>
              <a:rPr lang="en-US" dirty="0"/>
              <a:t> relatives à des </a:t>
            </a:r>
            <a:r>
              <a:rPr lang="en-US" dirty="0" err="1"/>
              <a:t>marchandises</a:t>
            </a:r>
            <a:r>
              <a:rPr lang="en-US" dirty="0"/>
              <a:t> relevant de </a:t>
            </a:r>
            <a:r>
              <a:rPr lang="en-US" dirty="0" err="1"/>
              <a:t>différentes</a:t>
            </a:r>
            <a:r>
              <a:rPr lang="en-US" dirty="0"/>
              <a:t> sous-positions </a:t>
            </a:r>
            <a:r>
              <a:rPr lang="en-US" dirty="0" err="1"/>
              <a:t>tarifaires</a:t>
            </a:r>
            <a:r>
              <a:rPr lang="en-US" dirty="0"/>
              <a:t> </a:t>
            </a:r>
            <a:r>
              <a:rPr lang="en-US" dirty="0" smtClean="0"/>
              <a:t>2/2</a:t>
            </a:r>
            <a:endParaRPr lang="en-US" dirty="0"/>
          </a:p>
        </p:txBody>
      </p:sp>
      <p:sp>
        <p:nvSpPr>
          <p:cNvPr id="3" name="Inhaltsplatzhalter 2"/>
          <p:cNvSpPr>
            <a:spLocks noGrp="1"/>
          </p:cNvSpPr>
          <p:nvPr>
            <p:ph idx="1"/>
          </p:nvPr>
        </p:nvSpPr>
        <p:spPr/>
        <p:txBody>
          <a:bodyPr>
            <a:normAutofit fontScale="92500"/>
          </a:bodyPr>
          <a:lstStyle/>
          <a:p>
            <a:r>
              <a:rPr lang="en-US" dirty="0" smtClean="0"/>
              <a:t>La simplification </a:t>
            </a:r>
            <a:r>
              <a:rPr lang="en-US" dirty="0" err="1" smtClean="0"/>
              <a:t>n’est</a:t>
            </a:r>
            <a:r>
              <a:rPr lang="en-US" dirty="0" smtClean="0"/>
              <a:t> pas </a:t>
            </a:r>
            <a:r>
              <a:rPr lang="en-US" dirty="0" err="1" smtClean="0"/>
              <a:t>accordée</a:t>
            </a:r>
            <a:r>
              <a:rPr lang="en-US" dirty="0" smtClean="0"/>
              <a:t> </a:t>
            </a:r>
            <a:r>
              <a:rPr lang="en-US" dirty="0" err="1" smtClean="0"/>
              <a:t>dans</a:t>
            </a:r>
            <a:r>
              <a:rPr lang="en-US" dirty="0" smtClean="0"/>
              <a:t> le </a:t>
            </a:r>
            <a:r>
              <a:rPr lang="en-US" dirty="0" err="1" smtClean="0"/>
              <a:t>cas</a:t>
            </a:r>
            <a:r>
              <a:rPr lang="en-US" dirty="0" smtClean="0"/>
              <a:t> </a:t>
            </a:r>
            <a:r>
              <a:rPr lang="en-US" dirty="0" err="1" smtClean="0"/>
              <a:t>où</a:t>
            </a:r>
            <a:r>
              <a:rPr lang="en-US" dirty="0" smtClean="0"/>
              <a:t> </a:t>
            </a:r>
            <a:r>
              <a:rPr lang="en-US" dirty="0" err="1" smtClean="0"/>
              <a:t>une</a:t>
            </a:r>
            <a:r>
              <a:rPr lang="en-US" dirty="0" smtClean="0"/>
              <a:t> </a:t>
            </a:r>
            <a:r>
              <a:rPr lang="en-US" dirty="0" err="1" smtClean="0"/>
              <a:t>tarification</a:t>
            </a:r>
            <a:r>
              <a:rPr lang="en-US" dirty="0" smtClean="0"/>
              <a:t> </a:t>
            </a:r>
            <a:r>
              <a:rPr lang="en-US" dirty="0" err="1" smtClean="0"/>
              <a:t>correcte</a:t>
            </a:r>
            <a:r>
              <a:rPr lang="en-US" dirty="0" smtClean="0"/>
              <a:t> </a:t>
            </a:r>
            <a:r>
              <a:rPr lang="en-US" err="1" smtClean="0"/>
              <a:t>est</a:t>
            </a:r>
            <a:r>
              <a:rPr lang="en-US" smtClean="0"/>
              <a:t> nécessaire </a:t>
            </a:r>
            <a:r>
              <a:rPr lang="en-US" dirty="0" smtClean="0"/>
              <a:t>pour</a:t>
            </a:r>
          </a:p>
          <a:p>
            <a:pPr marL="933450" indent="-933450">
              <a:buNone/>
            </a:pPr>
            <a:r>
              <a:rPr lang="en-US" dirty="0"/>
              <a:t>	</a:t>
            </a:r>
            <a:r>
              <a:rPr lang="en-US" dirty="0" smtClean="0"/>
              <a:t>- </a:t>
            </a:r>
            <a:r>
              <a:rPr lang="en-US" dirty="0" err="1" smtClean="0"/>
              <a:t>l’application</a:t>
            </a:r>
            <a:r>
              <a:rPr lang="en-US" dirty="0" smtClean="0"/>
              <a:t> </a:t>
            </a:r>
            <a:r>
              <a:rPr lang="en-US" dirty="0" err="1" smtClean="0"/>
              <a:t>éventuelle</a:t>
            </a:r>
            <a:r>
              <a:rPr lang="en-US" dirty="0" smtClean="0"/>
              <a:t> de </a:t>
            </a:r>
            <a:r>
              <a:rPr lang="en-US" dirty="0" err="1" smtClean="0"/>
              <a:t>mesures</a:t>
            </a:r>
            <a:r>
              <a:rPr lang="en-US" dirty="0" smtClean="0"/>
              <a:t> de prohibition </a:t>
            </a:r>
            <a:r>
              <a:rPr lang="en-US" dirty="0" err="1" smtClean="0"/>
              <a:t>ou</a:t>
            </a:r>
            <a:r>
              <a:rPr lang="en-US" dirty="0" smtClean="0"/>
              <a:t> de restriction</a:t>
            </a:r>
          </a:p>
          <a:p>
            <a:pPr marL="933450" indent="-9525">
              <a:buNone/>
            </a:pPr>
            <a:r>
              <a:rPr lang="en-US" dirty="0" smtClean="0"/>
              <a:t> </a:t>
            </a:r>
            <a:r>
              <a:rPr lang="en-US" dirty="0" err="1" smtClean="0"/>
              <a:t>ou</a:t>
            </a:r>
            <a:endParaRPr lang="en-US" dirty="0" smtClean="0"/>
          </a:p>
          <a:p>
            <a:pPr marL="923925" indent="0">
              <a:buNone/>
            </a:pPr>
            <a:r>
              <a:rPr lang="en-US" dirty="0" smtClean="0"/>
              <a:t>- pour le </a:t>
            </a:r>
            <a:r>
              <a:rPr lang="en-US" dirty="0" err="1" smtClean="0"/>
              <a:t>calcul</a:t>
            </a:r>
            <a:r>
              <a:rPr lang="en-US" dirty="0" smtClean="0"/>
              <a:t> correct de droits </a:t>
            </a:r>
            <a:r>
              <a:rPr lang="en-US" dirty="0" err="1" smtClean="0"/>
              <a:t>d’accises</a:t>
            </a:r>
            <a:r>
              <a:rPr lang="en-US" dirty="0" smtClean="0"/>
              <a:t> </a:t>
            </a:r>
            <a:r>
              <a:rPr lang="en-US" dirty="0" err="1" smtClean="0"/>
              <a:t>éventuellement</a:t>
            </a:r>
            <a:r>
              <a:rPr lang="en-US" dirty="0" smtClean="0"/>
              <a:t> </a:t>
            </a:r>
            <a:r>
              <a:rPr lang="en-US" dirty="0" err="1" smtClean="0"/>
              <a:t>applicables</a:t>
            </a:r>
            <a:endParaRPr lang="en-US" dirty="0" smtClean="0"/>
          </a:p>
          <a:p>
            <a:pPr marL="923925" indent="0">
              <a:buNone/>
            </a:pPr>
            <a:endParaRPr lang="en-US" dirty="0" smtClean="0"/>
          </a:p>
          <a:p>
            <a:pPr marL="238125" indent="0">
              <a:buNone/>
            </a:pPr>
            <a:r>
              <a:rPr lang="en-US" dirty="0" err="1" smtClean="0"/>
              <a:t>Cette</a:t>
            </a:r>
            <a:r>
              <a:rPr lang="en-US" dirty="0" smtClean="0"/>
              <a:t> simplification </a:t>
            </a:r>
            <a:r>
              <a:rPr lang="en-US" dirty="0" err="1" smtClean="0"/>
              <a:t>est</a:t>
            </a:r>
            <a:r>
              <a:rPr lang="en-US" dirty="0" smtClean="0"/>
              <a:t> </a:t>
            </a:r>
            <a:r>
              <a:rPr lang="en-US" dirty="0" err="1" smtClean="0"/>
              <a:t>demandée</a:t>
            </a:r>
            <a:r>
              <a:rPr lang="en-US" dirty="0" smtClean="0"/>
              <a:t> par </a:t>
            </a:r>
            <a:r>
              <a:rPr lang="en-US" dirty="0" err="1" smtClean="0"/>
              <a:t>l’OE</a:t>
            </a:r>
            <a:r>
              <a:rPr lang="en-US" dirty="0" smtClean="0"/>
              <a:t> </a:t>
            </a:r>
            <a:r>
              <a:rPr lang="en-US" dirty="0" err="1" smtClean="0"/>
              <a:t>ou</a:t>
            </a:r>
            <a:r>
              <a:rPr lang="en-US" dirty="0" smtClean="0"/>
              <a:t> son </a:t>
            </a:r>
            <a:r>
              <a:rPr lang="en-US" dirty="0" err="1" smtClean="0"/>
              <a:t>représentant</a:t>
            </a:r>
            <a:r>
              <a:rPr lang="en-US" dirty="0" smtClean="0"/>
              <a:t> </a:t>
            </a:r>
            <a:r>
              <a:rPr lang="en-US" dirty="0" err="1" smtClean="0"/>
              <a:t>directement</a:t>
            </a:r>
            <a:r>
              <a:rPr lang="en-US" dirty="0" smtClean="0"/>
              <a:t> sur </a:t>
            </a:r>
            <a:r>
              <a:rPr lang="en-US" smtClean="0"/>
              <a:t>la déclaration </a:t>
            </a:r>
            <a:r>
              <a:rPr lang="en-US" err="1" smtClean="0"/>
              <a:t>en</a:t>
            </a:r>
            <a:r>
              <a:rPr lang="en-US" smtClean="0"/>
              <a:t> douane.</a:t>
            </a:r>
            <a:endParaRPr lang="en-US" dirty="0"/>
          </a:p>
          <a:p>
            <a:pPr marL="923925" indent="0">
              <a:buNone/>
            </a:pPr>
            <a:r>
              <a:rPr lang="en-US" dirty="0" smtClean="0"/>
              <a:t> </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382765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Dédouanement</a:t>
            </a:r>
            <a:r>
              <a:rPr lang="en-US" dirty="0" smtClean="0"/>
              <a:t> </a:t>
            </a:r>
            <a:r>
              <a:rPr lang="en-US" err="1" smtClean="0"/>
              <a:t>centralisé</a:t>
            </a:r>
            <a:r>
              <a:rPr lang="en-US" smtClean="0"/>
              <a:t> </a:t>
            </a:r>
            <a:endParaRPr lang="en-US" dirty="0"/>
          </a:p>
        </p:txBody>
      </p:sp>
      <p:sp>
        <p:nvSpPr>
          <p:cNvPr id="3" name="Inhaltsplatzhalter 2"/>
          <p:cNvSpPr>
            <a:spLocks noGrp="1"/>
          </p:cNvSpPr>
          <p:nvPr>
            <p:ph idx="1"/>
          </p:nvPr>
        </p:nvSpPr>
        <p:spPr/>
        <p:txBody>
          <a:bodyPr/>
          <a:lstStyle/>
          <a:p>
            <a:r>
              <a:rPr lang="en-US" dirty="0" err="1" smtClean="0"/>
              <a:t>Cette</a:t>
            </a:r>
            <a:r>
              <a:rPr lang="en-US" dirty="0" smtClean="0"/>
              <a:t> </a:t>
            </a:r>
            <a:r>
              <a:rPr lang="en-US" dirty="0" err="1" smtClean="0"/>
              <a:t>autorisation</a:t>
            </a:r>
            <a:r>
              <a:rPr lang="en-US" dirty="0" smtClean="0"/>
              <a:t> </a:t>
            </a:r>
            <a:r>
              <a:rPr lang="en-US" dirty="0" err="1" smtClean="0"/>
              <a:t>permet</a:t>
            </a:r>
            <a:r>
              <a:rPr lang="en-US" dirty="0" smtClean="0"/>
              <a:t> au </a:t>
            </a:r>
            <a:r>
              <a:rPr lang="en-US" dirty="0" err="1" smtClean="0"/>
              <a:t>titulaire</a:t>
            </a:r>
            <a:r>
              <a:rPr lang="en-US" dirty="0" smtClean="0"/>
              <a:t> de </a:t>
            </a:r>
            <a:r>
              <a:rPr lang="en-US" dirty="0" err="1" smtClean="0"/>
              <a:t>l’autorisation</a:t>
            </a:r>
            <a:r>
              <a:rPr lang="en-US" dirty="0" smtClean="0"/>
              <a:t> </a:t>
            </a:r>
            <a:r>
              <a:rPr lang="en-US" smtClean="0"/>
              <a:t>à déposer</a:t>
            </a:r>
            <a:r>
              <a:rPr lang="en-US" dirty="0" smtClean="0"/>
              <a:t>, au bureau de </a:t>
            </a:r>
            <a:r>
              <a:rPr lang="en-US" dirty="0" err="1" smtClean="0"/>
              <a:t>douane</a:t>
            </a:r>
            <a:r>
              <a:rPr lang="en-US" dirty="0" smtClean="0"/>
              <a:t> </a:t>
            </a:r>
            <a:r>
              <a:rPr lang="en-US" dirty="0" err="1" smtClean="0"/>
              <a:t>où</a:t>
            </a:r>
            <a:r>
              <a:rPr lang="en-US" dirty="0" smtClean="0"/>
              <a:t> </a:t>
            </a:r>
            <a:r>
              <a:rPr lang="en-US" dirty="0" err="1" smtClean="0"/>
              <a:t>il</a:t>
            </a:r>
            <a:r>
              <a:rPr lang="en-US" dirty="0" smtClean="0"/>
              <a:t> </a:t>
            </a:r>
            <a:r>
              <a:rPr lang="en-US" dirty="0" err="1" smtClean="0"/>
              <a:t>est</a:t>
            </a:r>
            <a:r>
              <a:rPr lang="en-US" dirty="0" smtClean="0"/>
              <a:t> </a:t>
            </a:r>
            <a:r>
              <a:rPr lang="en-US" dirty="0" err="1" smtClean="0"/>
              <a:t>établi</a:t>
            </a:r>
            <a:r>
              <a:rPr lang="en-US" dirty="0" smtClean="0"/>
              <a:t>, </a:t>
            </a:r>
            <a:r>
              <a:rPr lang="en-US" err="1" smtClean="0"/>
              <a:t>une</a:t>
            </a:r>
            <a:r>
              <a:rPr lang="en-US" smtClean="0"/>
              <a:t> déclaration </a:t>
            </a:r>
            <a:r>
              <a:rPr lang="en-US" dirty="0" err="1" smtClean="0"/>
              <a:t>en</a:t>
            </a:r>
            <a:r>
              <a:rPr lang="en-US" dirty="0" smtClean="0"/>
              <a:t> </a:t>
            </a:r>
            <a:r>
              <a:rPr lang="en-US" dirty="0" err="1" smtClean="0"/>
              <a:t>douane</a:t>
            </a:r>
            <a:r>
              <a:rPr lang="en-US" dirty="0" smtClean="0"/>
              <a:t> pour des </a:t>
            </a:r>
            <a:r>
              <a:rPr lang="en-US" dirty="0" err="1" smtClean="0"/>
              <a:t>marchandises</a:t>
            </a:r>
            <a:r>
              <a:rPr lang="en-US" dirty="0" smtClean="0"/>
              <a:t> qui </a:t>
            </a:r>
            <a:r>
              <a:rPr lang="en-US" dirty="0" err="1" smtClean="0"/>
              <a:t>sont</a:t>
            </a:r>
            <a:r>
              <a:rPr lang="en-US" dirty="0" smtClean="0"/>
              <a:t> </a:t>
            </a:r>
            <a:r>
              <a:rPr lang="en-US" dirty="0" err="1" smtClean="0"/>
              <a:t>présentées</a:t>
            </a:r>
            <a:r>
              <a:rPr lang="en-US" dirty="0" smtClean="0"/>
              <a:t> </a:t>
            </a:r>
            <a:r>
              <a:rPr lang="en-US" dirty="0" err="1" smtClean="0"/>
              <a:t>en</a:t>
            </a:r>
            <a:r>
              <a:rPr lang="en-US" dirty="0" smtClean="0"/>
              <a:t> </a:t>
            </a:r>
            <a:r>
              <a:rPr lang="en-US" dirty="0" err="1" smtClean="0"/>
              <a:t>douane</a:t>
            </a:r>
            <a:r>
              <a:rPr lang="en-US" dirty="0" smtClean="0"/>
              <a:t> à un </a:t>
            </a:r>
            <a:r>
              <a:rPr lang="en-US" dirty="0" err="1" smtClean="0"/>
              <a:t>autre</a:t>
            </a:r>
            <a:r>
              <a:rPr lang="en-US" dirty="0" smtClean="0"/>
              <a:t> bureau de </a:t>
            </a:r>
            <a:r>
              <a:rPr lang="en-US" dirty="0" err="1" smtClean="0"/>
              <a:t>douane</a:t>
            </a:r>
            <a:r>
              <a:rPr lang="en-US" dirty="0" smtClean="0"/>
              <a:t> </a:t>
            </a:r>
            <a:r>
              <a:rPr lang="en-US" smtClean="0"/>
              <a:t>de l’Union.</a:t>
            </a:r>
            <a:endParaRPr lang="en-US" dirty="0" smtClean="0"/>
          </a:p>
        </p:txBody>
      </p:sp>
      <p:sp>
        <p:nvSpPr>
          <p:cNvPr id="4" name="Foliennummernplatzhalt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61452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err="1" smtClean="0"/>
              <a:t>Dédouanement</a:t>
            </a:r>
            <a:r>
              <a:rPr lang="en-US" smtClean="0"/>
              <a:t> centralisé: Régimes concernées</a:t>
            </a:r>
            <a:endParaRPr lang="en-US" dirty="0"/>
          </a:p>
        </p:txBody>
      </p:sp>
      <p:sp>
        <p:nvSpPr>
          <p:cNvPr id="3" name="Inhaltsplatzhalter 2"/>
          <p:cNvSpPr>
            <a:spLocks noGrp="1"/>
          </p:cNvSpPr>
          <p:nvPr>
            <p:ph idx="1"/>
          </p:nvPr>
        </p:nvSpPr>
        <p:spPr/>
        <p:txBody>
          <a:bodyPr>
            <a:normAutofit lnSpcReduction="10000"/>
          </a:bodyPr>
          <a:lstStyle/>
          <a:p>
            <a:r>
              <a:rPr lang="en-US" dirty="0" smtClean="0"/>
              <a:t>Les </a:t>
            </a:r>
            <a:r>
              <a:rPr lang="en-US" dirty="0" err="1" smtClean="0"/>
              <a:t>demandes</a:t>
            </a:r>
            <a:r>
              <a:rPr lang="en-US" dirty="0" smtClean="0"/>
              <a:t> </a:t>
            </a:r>
            <a:r>
              <a:rPr lang="en-US" dirty="0" err="1" smtClean="0"/>
              <a:t>d’autorisation</a:t>
            </a:r>
            <a:r>
              <a:rPr lang="en-US" dirty="0" smtClean="0"/>
              <a:t> </a:t>
            </a:r>
            <a:r>
              <a:rPr lang="en-US" dirty="0" err="1" smtClean="0"/>
              <a:t>peuvent</a:t>
            </a:r>
            <a:r>
              <a:rPr lang="en-US" dirty="0" smtClean="0"/>
              <a:t> porter sur un des régimes </a:t>
            </a:r>
            <a:r>
              <a:rPr lang="en-US" dirty="0" err="1" smtClean="0"/>
              <a:t>suivants</a:t>
            </a:r>
            <a:r>
              <a:rPr lang="en-US" dirty="0" smtClean="0"/>
              <a:t>:</a:t>
            </a:r>
          </a:p>
          <a:p>
            <a:pPr marL="0" indent="0">
              <a:buNone/>
            </a:pPr>
            <a:r>
              <a:rPr lang="en-US" dirty="0"/>
              <a:t>	</a:t>
            </a:r>
            <a:r>
              <a:rPr lang="en-US" dirty="0" smtClean="0"/>
              <a:t>- la </a:t>
            </a:r>
            <a:r>
              <a:rPr lang="en-US" dirty="0" err="1" smtClean="0"/>
              <a:t>mise</a:t>
            </a:r>
            <a:r>
              <a:rPr lang="en-US" dirty="0" smtClean="0"/>
              <a:t> </a:t>
            </a:r>
            <a:r>
              <a:rPr lang="en-US" dirty="0" err="1" smtClean="0"/>
              <a:t>en</a:t>
            </a:r>
            <a:r>
              <a:rPr lang="en-US" dirty="0" smtClean="0"/>
              <a:t> </a:t>
            </a:r>
            <a:r>
              <a:rPr lang="en-US" dirty="0" err="1" smtClean="0"/>
              <a:t>libre</a:t>
            </a:r>
            <a:r>
              <a:rPr lang="en-US" dirty="0" smtClean="0"/>
              <a:t> </a:t>
            </a:r>
            <a:r>
              <a:rPr lang="en-US" dirty="0" err="1" smtClean="0"/>
              <a:t>pratique</a:t>
            </a:r>
            <a:endParaRPr lang="en-US" dirty="0" smtClean="0"/>
          </a:p>
          <a:p>
            <a:pPr marL="0" indent="0">
              <a:buNone/>
            </a:pPr>
            <a:r>
              <a:rPr lang="en-US" dirty="0"/>
              <a:t>	</a:t>
            </a:r>
            <a:r>
              <a:rPr lang="en-US" dirty="0" smtClean="0"/>
              <a:t>- </a:t>
            </a:r>
            <a:r>
              <a:rPr lang="en-US" dirty="0" err="1" smtClean="0"/>
              <a:t>l’entrepôt</a:t>
            </a:r>
            <a:r>
              <a:rPr lang="en-US" dirty="0" smtClean="0"/>
              <a:t> </a:t>
            </a:r>
            <a:r>
              <a:rPr lang="en-US" dirty="0" err="1" smtClean="0"/>
              <a:t>douanier</a:t>
            </a:r>
            <a:endParaRPr lang="en-US" dirty="0" smtClean="0"/>
          </a:p>
          <a:p>
            <a:pPr marL="0" indent="0">
              <a:buNone/>
            </a:pPr>
            <a:r>
              <a:rPr lang="en-US" dirty="0"/>
              <a:t>	</a:t>
            </a:r>
            <a:r>
              <a:rPr lang="en-US" dirty="0" smtClean="0"/>
              <a:t>- </a:t>
            </a:r>
            <a:r>
              <a:rPr lang="en-US" dirty="0" err="1" smtClean="0"/>
              <a:t>l’admission</a:t>
            </a:r>
            <a:r>
              <a:rPr lang="en-US" dirty="0" smtClean="0"/>
              <a:t> </a:t>
            </a:r>
            <a:r>
              <a:rPr lang="en-US" dirty="0" err="1" smtClean="0"/>
              <a:t>temporaire</a:t>
            </a:r>
            <a:endParaRPr lang="en-US" dirty="0" smtClean="0"/>
          </a:p>
          <a:p>
            <a:pPr marL="0" indent="0">
              <a:buNone/>
            </a:pPr>
            <a:r>
              <a:rPr lang="en-US" dirty="0"/>
              <a:t>	</a:t>
            </a:r>
            <a:r>
              <a:rPr lang="en-US" dirty="0" smtClean="0"/>
              <a:t>- la destination </a:t>
            </a:r>
            <a:r>
              <a:rPr lang="en-US" dirty="0" err="1" smtClean="0"/>
              <a:t>particulière</a:t>
            </a:r>
            <a:endParaRPr lang="en-US" dirty="0" smtClean="0"/>
          </a:p>
          <a:p>
            <a:pPr marL="0" indent="0">
              <a:buNone/>
            </a:pPr>
            <a:r>
              <a:rPr lang="en-US" dirty="0"/>
              <a:t>	</a:t>
            </a:r>
            <a:r>
              <a:rPr lang="en-US" dirty="0" smtClean="0"/>
              <a:t>- le </a:t>
            </a:r>
            <a:r>
              <a:rPr lang="en-US" dirty="0" err="1" smtClean="0"/>
              <a:t>perfectionnement</a:t>
            </a:r>
            <a:r>
              <a:rPr lang="en-US" dirty="0" smtClean="0"/>
              <a:t> </a:t>
            </a:r>
            <a:r>
              <a:rPr lang="en-US" dirty="0" err="1" smtClean="0"/>
              <a:t>actif</a:t>
            </a:r>
            <a:endParaRPr lang="en-US" dirty="0" smtClean="0"/>
          </a:p>
          <a:p>
            <a:pPr marL="0" indent="0">
              <a:buNone/>
            </a:pPr>
            <a:r>
              <a:rPr lang="en-US" dirty="0"/>
              <a:t>	</a:t>
            </a:r>
            <a:r>
              <a:rPr lang="en-US" dirty="0" smtClean="0"/>
              <a:t>- le </a:t>
            </a:r>
            <a:r>
              <a:rPr lang="en-US" dirty="0" err="1" smtClean="0"/>
              <a:t>perfectionnement</a:t>
            </a:r>
            <a:r>
              <a:rPr lang="en-US" dirty="0" smtClean="0"/>
              <a:t> </a:t>
            </a:r>
            <a:r>
              <a:rPr lang="en-US" dirty="0" err="1" smtClean="0"/>
              <a:t>passif</a:t>
            </a:r>
            <a:endParaRPr lang="en-US" dirty="0" smtClean="0"/>
          </a:p>
          <a:p>
            <a:pPr marL="0" indent="0">
              <a:buNone/>
            </a:pPr>
            <a:r>
              <a:rPr lang="en-US" dirty="0"/>
              <a:t>	</a:t>
            </a:r>
            <a:r>
              <a:rPr lang="en-US" dirty="0" smtClean="0"/>
              <a:t>- </a:t>
            </a:r>
            <a:r>
              <a:rPr lang="en-US" dirty="0" err="1" smtClean="0"/>
              <a:t>l’exportation</a:t>
            </a:r>
            <a:r>
              <a:rPr lang="en-US" dirty="0" smtClean="0"/>
              <a:t> et </a:t>
            </a:r>
            <a:r>
              <a:rPr lang="en-US" smtClean="0"/>
              <a:t>la réexportation</a:t>
            </a:r>
            <a:endParaRPr lang="en-US" dirty="0" smtClean="0"/>
          </a:p>
        </p:txBody>
      </p:sp>
      <p:sp>
        <p:nvSpPr>
          <p:cNvPr id="4" name="Foliennummernplatzhalt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305633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fr-FR" smtClean="0"/>
              <a:t>Conditions pour pouvoir demander une autorisation de dédouanement centralisé</a:t>
            </a:r>
            <a:endParaRPr lang="fr-FR"/>
          </a:p>
        </p:txBody>
      </p:sp>
      <p:sp>
        <p:nvSpPr>
          <p:cNvPr id="3" name="Inhaltsplatzhalter 2"/>
          <p:cNvSpPr>
            <a:spLocks noGrp="1"/>
          </p:cNvSpPr>
          <p:nvPr>
            <p:ph idx="1"/>
          </p:nvPr>
        </p:nvSpPr>
        <p:spPr/>
        <p:txBody>
          <a:bodyPr/>
          <a:lstStyle/>
          <a:p>
            <a:r>
              <a:rPr lang="en-US" smtClean="0"/>
              <a:t>Le demandeur doit </a:t>
            </a:r>
            <a:r>
              <a:rPr lang="en-US"/>
              <a:t>être un OEA pour les simplifications douanières</a:t>
            </a:r>
            <a:r>
              <a:rPr lang="en-US" smtClean="0"/>
              <a:t>.</a:t>
            </a:r>
          </a:p>
          <a:p>
            <a:r>
              <a:rPr lang="en-US" smtClean="0"/>
              <a:t>Le demandeur doit avoir un numéro EORI valide.</a:t>
            </a:r>
          </a:p>
          <a:p>
            <a:r>
              <a:rPr lang="fr-FR"/>
              <a:t>Le demandeur doit solliciter l’autorisation dans l’Etat membre où il est établi.</a:t>
            </a:r>
          </a:p>
          <a:p>
            <a:pPr marL="0" indent="0">
              <a:buNone/>
            </a:pPr>
            <a:endParaRPr lang="en-US" smtClean="0"/>
          </a:p>
          <a:p>
            <a:pPr marL="0" indent="0">
              <a:buNone/>
            </a:pPr>
            <a:r>
              <a:rPr lang="en-US" smtClean="0"/>
              <a:t> </a:t>
            </a:r>
            <a:endParaRPr lang="en-US"/>
          </a:p>
          <a:p>
            <a:endParaRPr lang="fr-FR" smtClean="0"/>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881613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fr-FR" smtClean="0"/>
              <a:t>Demande d’autorisation de la demande de dédouanement centralisé</a:t>
            </a:r>
            <a:endParaRPr lang="fr-FR"/>
          </a:p>
        </p:txBody>
      </p:sp>
      <p:sp>
        <p:nvSpPr>
          <p:cNvPr id="3" name="Inhaltsplatzhalter 2"/>
          <p:cNvSpPr>
            <a:spLocks noGrp="1"/>
          </p:cNvSpPr>
          <p:nvPr>
            <p:ph idx="1"/>
          </p:nvPr>
        </p:nvSpPr>
        <p:spPr/>
        <p:txBody>
          <a:bodyPr/>
          <a:lstStyle/>
          <a:p>
            <a:r>
              <a:rPr lang="en-US"/>
              <a:t>L’autorisation de dédouanement centralisé est </a:t>
            </a:r>
            <a:r>
              <a:rPr lang="en-US" smtClean="0"/>
              <a:t>demandée </a:t>
            </a:r>
            <a:r>
              <a:rPr lang="en-US"/>
              <a:t>par l’OE via le système des </a:t>
            </a:r>
            <a:r>
              <a:rPr lang="en-US" smtClean="0"/>
              <a:t>décisions </a:t>
            </a:r>
            <a:r>
              <a:rPr lang="en-US"/>
              <a:t>douanières </a:t>
            </a:r>
            <a:r>
              <a:rPr lang="en-US" smtClean="0"/>
              <a:t>CDS</a:t>
            </a:r>
          </a:p>
          <a:p>
            <a:r>
              <a:rPr lang="en-US"/>
              <a:t>Les informations à fournir dans la demande sont répertoriés dans la colonne </a:t>
            </a:r>
            <a:r>
              <a:rPr lang="en-US" smtClean="0"/>
              <a:t>7b </a:t>
            </a:r>
            <a:r>
              <a:rPr lang="en-US"/>
              <a:t>de l’</a:t>
            </a:r>
            <a:r>
              <a:rPr lang="en-US">
                <a:hlinkClick r:id="rId2"/>
              </a:rPr>
              <a:t>annexe A du règlement délégué</a:t>
            </a:r>
            <a:r>
              <a:rPr lang="en-US"/>
              <a:t>.</a:t>
            </a:r>
          </a:p>
          <a:p>
            <a:endParaRPr lang="en-US" smtClean="0"/>
          </a:p>
          <a:p>
            <a:endParaRPr lang="en-US"/>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8124001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Traitement de la demande par la douane 1/2</a:t>
            </a:r>
            <a:endParaRPr lang="fr-FR"/>
          </a:p>
        </p:txBody>
      </p:sp>
      <p:sp>
        <p:nvSpPr>
          <p:cNvPr id="3" name="Inhaltsplatzhalter 2"/>
          <p:cNvSpPr>
            <a:spLocks noGrp="1"/>
          </p:cNvSpPr>
          <p:nvPr>
            <p:ph idx="1"/>
          </p:nvPr>
        </p:nvSpPr>
        <p:spPr/>
        <p:txBody>
          <a:bodyPr>
            <a:normAutofit lnSpcReduction="10000"/>
          </a:bodyPr>
          <a:lstStyle/>
          <a:p>
            <a:r>
              <a:rPr lang="fr-FR" smtClean="0"/>
              <a:t>Dans les 30 jours suivant la réception de la demande, la douane notifie l’acceptation de la demande</a:t>
            </a:r>
          </a:p>
          <a:p>
            <a:r>
              <a:rPr lang="fr-FR" smtClean="0"/>
              <a:t>Si par contre la demande n’est pas complète, le demandeur dispose d’un délai supplémentaire de 30 jours (à partir du moment de la demande de la douane) pour fournir les informations manquantes </a:t>
            </a:r>
          </a:p>
          <a:p>
            <a:r>
              <a:rPr lang="fr-FR" smtClean="0"/>
              <a:t>Après la notification de l’acceptation de la demande, la douane envoie un projet d’autorisation et un plan de contrôle à l’Etat membre participant, ceci au plus tard 60 jours après l’acceptation de la demande</a:t>
            </a:r>
          </a:p>
          <a:p>
            <a:r>
              <a:rPr lang="fr-FR" smtClean="0"/>
              <a:t>L’Etat membre participant communique son accord ou ses objections dans un délai de 60 jours</a:t>
            </a:r>
          </a:p>
          <a:p>
            <a:pPr marL="0" indent="0">
              <a:buNone/>
            </a:pPr>
            <a:endParaRPr lang="fr-FR" smtClean="0"/>
          </a:p>
          <a:p>
            <a:endParaRPr lang="fr-FR"/>
          </a:p>
          <a:p>
            <a:pPr marL="0" indent="0">
              <a:buNone/>
            </a:pPr>
            <a:endParaRPr lang="fr-FR" smtClean="0"/>
          </a:p>
          <a:p>
            <a:endParaRPr lang="fr-FR"/>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164509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Traitement de la demande par la douane 2/2</a:t>
            </a:r>
            <a:endParaRPr lang="fr-FR"/>
          </a:p>
        </p:txBody>
      </p:sp>
      <p:sp>
        <p:nvSpPr>
          <p:cNvPr id="3" name="Inhaltsplatzhalter 2"/>
          <p:cNvSpPr>
            <a:spLocks noGrp="1"/>
          </p:cNvSpPr>
          <p:nvPr>
            <p:ph idx="1"/>
          </p:nvPr>
        </p:nvSpPr>
        <p:spPr/>
        <p:txBody>
          <a:bodyPr/>
          <a:lstStyle/>
          <a:p>
            <a:r>
              <a:rPr lang="fr-FR" smtClean="0"/>
              <a:t>En cas d’objections communiquées par l’Etat membre participant, et si aucun accord avec l’Etat membre est trouvé dans un délai de 90 jours à compter de la date à laquelle le projet d’autorisation a été communiqué, l’autorisation n’est pas accordée pour les parties sur lesquelles les objections ont ètè soulevées. Toutefois ce délai de 90 jours peut être prolongé de 30 jours.</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2161474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ctr"/>
            <a:r>
              <a:rPr lang="fr-FR" smtClean="0"/>
              <a:t>Perception des droits et taxes en cas de dédouanement centralisé</a:t>
            </a:r>
            <a:endParaRPr lang="fr-FR"/>
          </a:p>
        </p:txBody>
      </p:sp>
      <p:sp>
        <p:nvSpPr>
          <p:cNvPr id="3" name="Inhaltsplatzhalter 2"/>
          <p:cNvSpPr>
            <a:spLocks noGrp="1"/>
          </p:cNvSpPr>
          <p:nvPr>
            <p:ph idx="1"/>
          </p:nvPr>
        </p:nvSpPr>
        <p:spPr/>
        <p:txBody>
          <a:bodyPr/>
          <a:lstStyle/>
          <a:p>
            <a:r>
              <a:rPr lang="fr-FR" smtClean="0"/>
              <a:t>Les droits de douane sont perçus par l’Etat membre où la déclaration d’importation est déposée.</a:t>
            </a:r>
          </a:p>
          <a:p>
            <a:r>
              <a:rPr lang="fr-FR" smtClean="0"/>
              <a:t>La TVA et les droits d’accises éventuelles doivent être perçues par l’Etat membre où les marchandises sont présentées. Les dispositions relatives à la perception de ces taxes sont reprises dans l’autorisation.</a:t>
            </a:r>
          </a:p>
          <a:p>
            <a:pPr marL="0" indent="0">
              <a:buNone/>
            </a:pPr>
            <a:endParaRPr lang="fr-FR"/>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4000549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Dépôt de la déclaration de dédouanement centralisé 1/2</a:t>
            </a:r>
            <a:endParaRPr lang="fr-FR"/>
          </a:p>
        </p:txBody>
      </p:sp>
      <p:sp>
        <p:nvSpPr>
          <p:cNvPr id="3" name="Inhaltsplatzhalter 2"/>
          <p:cNvSpPr>
            <a:spLocks noGrp="1"/>
          </p:cNvSpPr>
          <p:nvPr>
            <p:ph idx="1"/>
          </p:nvPr>
        </p:nvSpPr>
        <p:spPr/>
        <p:txBody>
          <a:bodyPr>
            <a:normAutofit fontScale="92500" lnSpcReduction="10000"/>
          </a:bodyPr>
          <a:lstStyle/>
          <a:p>
            <a:pPr marL="514350" indent="-514350">
              <a:buFont typeface="+mj-lt"/>
              <a:buAutoNum type="arabicPeriod"/>
            </a:pPr>
            <a:r>
              <a:rPr lang="fr-FR" smtClean="0"/>
              <a:t>Après le dépôt de la déclaration, le bureau où la déclaration est déposée (SCO) fait une analyse de risque sur base de ladite déclaration.</a:t>
            </a:r>
          </a:p>
          <a:p>
            <a:pPr marL="514350" indent="-514350">
              <a:buFont typeface="+mj-lt"/>
              <a:buAutoNum type="arabicPeriod"/>
            </a:pPr>
            <a:r>
              <a:rPr lang="fr-FR" smtClean="0"/>
              <a:t>Le SCO envoie la déclaration ensemble avec les résultats de l’analyse de risque au bureau de présentation des marchandises (PCO)</a:t>
            </a:r>
          </a:p>
          <a:p>
            <a:pPr marL="514350" indent="-514350">
              <a:buFont typeface="+mj-lt"/>
              <a:buAutoNum type="arabicPeriod"/>
            </a:pPr>
            <a:r>
              <a:rPr lang="fr-FR" smtClean="0"/>
              <a:t>En même temps, le SCO informe le PCO si l’envoi peut faire l’objet d’une mainlevée ou si un contrôle est nécessaire.</a:t>
            </a:r>
          </a:p>
          <a:p>
            <a:pPr marL="514350" indent="-514350">
              <a:buFont typeface="+mj-lt"/>
              <a:buAutoNum type="arabicPeriod"/>
            </a:pPr>
            <a:r>
              <a:rPr lang="fr-FR" smtClean="0"/>
              <a:t>Le PCO effectue sa propre analyse de risque sur base de sa législation nationale afin de déterminer si des propres contrôles doivent être effectuées. Dans l’affirmative le PCO informe le SCO que des contrôles doivent être effectuées et que la mainlevée ne peut donc pas être accordée immédiatement.</a:t>
            </a:r>
          </a:p>
          <a:p>
            <a:pPr marL="514350" indent="-514350">
              <a:buFont typeface="+mj-lt"/>
              <a:buAutoNum type="arabicPeriod"/>
            </a:pPr>
            <a:endParaRPr lang="fr-FR" smtClean="0"/>
          </a:p>
          <a:p>
            <a:pPr marL="514350" indent="-514350">
              <a:buFont typeface="+mj-lt"/>
              <a:buAutoNum type="arabicPeriod"/>
            </a:pPr>
            <a:endParaRPr lang="fr-FR" smtClean="0"/>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3727027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Dépôt de la déclaration de dédouanement centralisé </a:t>
            </a:r>
            <a:r>
              <a:rPr lang="fr-FR" smtClean="0"/>
              <a:t>2/2</a:t>
            </a:r>
            <a:endParaRPr lang="fr-FR"/>
          </a:p>
        </p:txBody>
      </p:sp>
      <p:sp>
        <p:nvSpPr>
          <p:cNvPr id="3" name="Inhaltsplatzhalter 2"/>
          <p:cNvSpPr>
            <a:spLocks noGrp="1"/>
          </p:cNvSpPr>
          <p:nvPr>
            <p:ph idx="1"/>
          </p:nvPr>
        </p:nvSpPr>
        <p:spPr/>
        <p:txBody>
          <a:bodyPr/>
          <a:lstStyle/>
          <a:p>
            <a:pPr marL="514350" indent="-514350">
              <a:buFont typeface="+mj-lt"/>
              <a:buAutoNum type="arabicPeriod" startAt="5"/>
            </a:pPr>
            <a:r>
              <a:rPr lang="fr-FR" smtClean="0"/>
              <a:t>Le PCO accuse aussi réception de de la demande de contrôle éventuelle de la part du SCO.</a:t>
            </a:r>
          </a:p>
          <a:p>
            <a:pPr marL="514350" indent="-514350">
              <a:buFont typeface="+mj-lt"/>
              <a:buAutoNum type="arabicPeriod" startAt="5"/>
            </a:pPr>
            <a:r>
              <a:rPr lang="fr-FR" smtClean="0"/>
              <a:t>Le PCO effectue les contrôles et transmet le résultat des contrôles au SCO.</a:t>
            </a:r>
          </a:p>
          <a:p>
            <a:pPr marL="514350" indent="-514350">
              <a:buFont typeface="+mj-lt"/>
              <a:buAutoNum type="arabicPeriod" startAt="5"/>
            </a:pPr>
            <a:r>
              <a:rPr lang="fr-FR" smtClean="0"/>
              <a:t>Le SCO prend la décision de mainlevée sur base  du résultat des contrôles.</a:t>
            </a:r>
          </a:p>
          <a:p>
            <a:pPr marL="514350" indent="-514350">
              <a:buFont typeface="+mj-lt"/>
              <a:buAutoNum type="arabicPeriod" startAt="5"/>
            </a:pPr>
            <a:r>
              <a:rPr lang="fr-FR" smtClean="0"/>
              <a:t>En cas de mainlevée, le SCO informe immédiatement le PCO de la mainlevée des marchandises.</a:t>
            </a:r>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4852539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fr-FR" smtClean="0"/>
              <a:t>Dédouanement centralisé: Obligations en matière de statistiques </a:t>
            </a:r>
            <a:endParaRPr lang="fr-FR"/>
          </a:p>
        </p:txBody>
      </p:sp>
      <p:sp>
        <p:nvSpPr>
          <p:cNvPr id="3" name="Inhaltsplatzhalter 2"/>
          <p:cNvSpPr>
            <a:spLocks noGrp="1"/>
          </p:cNvSpPr>
          <p:nvPr>
            <p:ph idx="1"/>
          </p:nvPr>
        </p:nvSpPr>
        <p:spPr/>
        <p:txBody>
          <a:bodyPr/>
          <a:lstStyle/>
          <a:p>
            <a:r>
              <a:rPr lang="fr-FR" smtClean="0"/>
              <a:t>Le PCO est responsable pour veiller que les informations statistiques à fournir à EUROSTAT sont transférées à l’office statistique national du PCO.</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14</a:t>
            </a:fld>
            <a:endParaRPr lang="lb-LU"/>
          </a:p>
        </p:txBody>
      </p:sp>
    </p:spTree>
    <p:extLst>
      <p:ext uri="{BB962C8B-B14F-4D97-AF65-F5344CB8AC3E}">
        <p14:creationId xmlns:p14="http://schemas.microsoft.com/office/powerpoint/2010/main" val="3900682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smtClean="0"/>
              <a:t>Inscription </a:t>
            </a:r>
            <a:r>
              <a:rPr lang="en-US" dirty="0" err="1" smtClean="0"/>
              <a:t>dans</a:t>
            </a:r>
            <a:r>
              <a:rPr lang="en-US" dirty="0" smtClean="0"/>
              <a:t> les </a:t>
            </a:r>
            <a:r>
              <a:rPr lang="en-US" dirty="0" err="1" smtClean="0"/>
              <a:t>écritures</a:t>
            </a:r>
            <a:r>
              <a:rPr lang="en-US" dirty="0" smtClean="0"/>
              <a:t> du declarant (</a:t>
            </a:r>
            <a:r>
              <a:rPr lang="en-US" smtClean="0"/>
              <a:t>EIDR)</a:t>
            </a:r>
            <a:endParaRPr lang="en-US" dirty="0"/>
          </a:p>
        </p:txBody>
      </p:sp>
      <p:sp>
        <p:nvSpPr>
          <p:cNvPr id="3" name="Inhaltsplatzhalter 2"/>
          <p:cNvSpPr>
            <a:spLocks noGrp="1"/>
          </p:cNvSpPr>
          <p:nvPr>
            <p:ph idx="1"/>
          </p:nvPr>
        </p:nvSpPr>
        <p:spPr/>
        <p:txBody>
          <a:bodyPr/>
          <a:lstStyle/>
          <a:p>
            <a:r>
              <a:rPr lang="en-US" dirty="0" err="1" smtClean="0"/>
              <a:t>Cette</a:t>
            </a:r>
            <a:r>
              <a:rPr lang="en-US" dirty="0" smtClean="0"/>
              <a:t> </a:t>
            </a:r>
            <a:r>
              <a:rPr lang="en-US" dirty="0" err="1" smtClean="0"/>
              <a:t>autorisation</a:t>
            </a:r>
            <a:r>
              <a:rPr lang="en-US" dirty="0" smtClean="0"/>
              <a:t> </a:t>
            </a:r>
            <a:r>
              <a:rPr lang="en-US" dirty="0" err="1" smtClean="0"/>
              <a:t>permet</a:t>
            </a:r>
            <a:r>
              <a:rPr lang="en-US" dirty="0" smtClean="0"/>
              <a:t> au </a:t>
            </a:r>
            <a:r>
              <a:rPr lang="en-US" dirty="0" err="1" smtClean="0"/>
              <a:t>titulaire</a:t>
            </a:r>
            <a:r>
              <a:rPr lang="en-US" dirty="0" smtClean="0"/>
              <a:t> de </a:t>
            </a:r>
            <a:r>
              <a:rPr lang="en-US" dirty="0" err="1" smtClean="0"/>
              <a:t>l’autorisation</a:t>
            </a:r>
            <a:r>
              <a:rPr lang="en-US" dirty="0" smtClean="0"/>
              <a:t> </a:t>
            </a:r>
            <a:r>
              <a:rPr lang="en-US" smtClean="0"/>
              <a:t>de déposer </a:t>
            </a:r>
            <a:r>
              <a:rPr lang="en-US" err="1" smtClean="0"/>
              <a:t>une</a:t>
            </a:r>
            <a:r>
              <a:rPr lang="en-US" smtClean="0"/>
              <a:t> déclaration </a:t>
            </a:r>
            <a:r>
              <a:rPr lang="en-US" dirty="0" err="1" smtClean="0"/>
              <a:t>en</a:t>
            </a:r>
            <a:r>
              <a:rPr lang="en-US" dirty="0" smtClean="0"/>
              <a:t> </a:t>
            </a:r>
            <a:r>
              <a:rPr lang="en-US" dirty="0" err="1" smtClean="0"/>
              <a:t>douane</a:t>
            </a:r>
            <a:r>
              <a:rPr lang="en-US" dirty="0" smtClean="0"/>
              <a:t>, y </a:t>
            </a:r>
            <a:r>
              <a:rPr lang="en-US" dirty="0" err="1" smtClean="0"/>
              <a:t>compris</a:t>
            </a:r>
            <a:r>
              <a:rPr lang="en-US" dirty="0" smtClean="0"/>
              <a:t> </a:t>
            </a:r>
            <a:r>
              <a:rPr lang="en-US" err="1" smtClean="0"/>
              <a:t>une</a:t>
            </a:r>
            <a:r>
              <a:rPr lang="en-US" smtClean="0"/>
              <a:t> déclaration </a:t>
            </a:r>
            <a:r>
              <a:rPr lang="en-US" dirty="0" err="1" smtClean="0"/>
              <a:t>simplifiée</a:t>
            </a:r>
            <a:r>
              <a:rPr lang="en-US" dirty="0" smtClean="0"/>
              <a:t>, sous la </a:t>
            </a:r>
            <a:r>
              <a:rPr lang="en-US" dirty="0" err="1" smtClean="0"/>
              <a:t>forme</a:t>
            </a:r>
            <a:r>
              <a:rPr lang="en-US" dirty="0" smtClean="0"/>
              <a:t> </a:t>
            </a:r>
            <a:r>
              <a:rPr lang="en-US" dirty="0" err="1" smtClean="0"/>
              <a:t>d’une</a:t>
            </a:r>
            <a:r>
              <a:rPr lang="en-US" dirty="0" smtClean="0"/>
              <a:t> inscription </a:t>
            </a:r>
            <a:r>
              <a:rPr lang="en-US" dirty="0" err="1" smtClean="0"/>
              <a:t>dans</a:t>
            </a:r>
            <a:r>
              <a:rPr lang="en-US" dirty="0" smtClean="0"/>
              <a:t> les </a:t>
            </a:r>
            <a:r>
              <a:rPr lang="en-US" dirty="0" err="1" smtClean="0"/>
              <a:t>écritures</a:t>
            </a:r>
            <a:r>
              <a:rPr lang="en-US" dirty="0" smtClean="0"/>
              <a:t> </a:t>
            </a:r>
            <a:r>
              <a:rPr lang="en-US" smtClean="0"/>
              <a:t>du déclarant.</a:t>
            </a:r>
            <a:endParaRPr lang="en-US" dirty="0" smtClean="0"/>
          </a:p>
          <a:p>
            <a:r>
              <a:rPr lang="en-US" dirty="0" err="1" smtClean="0"/>
              <a:t>L’acceptation</a:t>
            </a:r>
            <a:r>
              <a:rPr lang="en-US" dirty="0" smtClean="0"/>
              <a:t> de </a:t>
            </a:r>
            <a:r>
              <a:rPr lang="en-US" smtClean="0"/>
              <a:t>la déclaration </a:t>
            </a:r>
            <a:r>
              <a:rPr lang="en-US" dirty="0" smtClean="0"/>
              <a:t>a lieu avec </a:t>
            </a:r>
            <a:r>
              <a:rPr lang="en-US" dirty="0" err="1" smtClean="0"/>
              <a:t>l’inscription</a:t>
            </a:r>
            <a:r>
              <a:rPr lang="en-US" dirty="0" smtClean="0"/>
              <a:t> </a:t>
            </a:r>
            <a:r>
              <a:rPr lang="en-US" dirty="0" err="1" smtClean="0"/>
              <a:t>dans</a:t>
            </a:r>
            <a:r>
              <a:rPr lang="en-US" dirty="0" smtClean="0"/>
              <a:t> </a:t>
            </a:r>
            <a:r>
              <a:rPr lang="en-US" smtClean="0"/>
              <a:t>les écritures.</a:t>
            </a:r>
            <a:endParaRPr lang="en-US" dirty="0" smtClean="0"/>
          </a:p>
          <a:p>
            <a:r>
              <a:rPr lang="en-US" dirty="0" err="1" smtClean="0"/>
              <a:t>Dans</a:t>
            </a:r>
            <a:r>
              <a:rPr lang="en-US" dirty="0" smtClean="0"/>
              <a:t> le </a:t>
            </a:r>
            <a:r>
              <a:rPr lang="en-US" dirty="0" err="1" smtClean="0"/>
              <a:t>cas</a:t>
            </a:r>
            <a:r>
              <a:rPr lang="en-US" dirty="0" smtClean="0"/>
              <a:t> </a:t>
            </a:r>
            <a:r>
              <a:rPr lang="en-US" dirty="0" err="1" smtClean="0"/>
              <a:t>où</a:t>
            </a:r>
            <a:r>
              <a:rPr lang="en-US" dirty="0" smtClean="0"/>
              <a:t> la </a:t>
            </a:r>
            <a:r>
              <a:rPr lang="en-US" dirty="0" err="1" smtClean="0"/>
              <a:t>douane</a:t>
            </a:r>
            <a:r>
              <a:rPr lang="en-US" dirty="0" smtClean="0"/>
              <a:t> dispense </a:t>
            </a:r>
            <a:r>
              <a:rPr lang="en-US" smtClean="0"/>
              <a:t>le déclarant </a:t>
            </a:r>
            <a:r>
              <a:rPr lang="en-US" dirty="0" smtClean="0"/>
              <a:t>de son obligation de </a:t>
            </a:r>
            <a:r>
              <a:rPr lang="en-US" dirty="0" err="1" smtClean="0"/>
              <a:t>présenter</a:t>
            </a:r>
            <a:r>
              <a:rPr lang="en-US" dirty="0" smtClean="0"/>
              <a:t> les </a:t>
            </a:r>
            <a:r>
              <a:rPr lang="en-US" dirty="0" err="1" smtClean="0"/>
              <a:t>marchandises</a:t>
            </a:r>
            <a:r>
              <a:rPr lang="en-US" dirty="0" smtClean="0"/>
              <a:t>, </a:t>
            </a:r>
            <a:r>
              <a:rPr lang="en-US" dirty="0" err="1" smtClean="0"/>
              <a:t>aussi</a:t>
            </a:r>
            <a:r>
              <a:rPr lang="en-US" dirty="0" smtClean="0"/>
              <a:t> la </a:t>
            </a:r>
            <a:r>
              <a:rPr lang="en-US" dirty="0" err="1" smtClean="0"/>
              <a:t>mainlevée</a:t>
            </a:r>
            <a:r>
              <a:rPr lang="en-US" dirty="0" smtClean="0"/>
              <a:t> des </a:t>
            </a:r>
            <a:r>
              <a:rPr lang="en-US" dirty="0" err="1" smtClean="0"/>
              <a:t>marchandises</a:t>
            </a:r>
            <a:r>
              <a:rPr lang="en-US" dirty="0" smtClean="0"/>
              <a:t> a lieu avec </a:t>
            </a:r>
            <a:r>
              <a:rPr lang="en-US" dirty="0" err="1" smtClean="0"/>
              <a:t>cette</a:t>
            </a:r>
            <a:r>
              <a:rPr lang="en-US" dirty="0" smtClean="0"/>
              <a:t> inscription </a:t>
            </a:r>
            <a:r>
              <a:rPr lang="en-US" dirty="0" err="1" smtClean="0"/>
              <a:t>dans</a:t>
            </a:r>
            <a:r>
              <a:rPr lang="en-US" dirty="0" smtClean="0"/>
              <a:t> </a:t>
            </a:r>
            <a:r>
              <a:rPr lang="en-US" smtClean="0"/>
              <a:t>les écritures.</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15</a:t>
            </a:fld>
            <a:endParaRPr lang="lb-LU"/>
          </a:p>
        </p:txBody>
      </p:sp>
    </p:spTree>
    <p:extLst>
      <p:ext uri="{BB962C8B-B14F-4D97-AF65-F5344CB8AC3E}">
        <p14:creationId xmlns:p14="http://schemas.microsoft.com/office/powerpoint/2010/main" val="776033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smtClean="0"/>
              <a:t>Dispense de présentation dans le cadre d’EIDR</a:t>
            </a:r>
            <a:endParaRPr lang="en-US" dirty="0"/>
          </a:p>
        </p:txBody>
      </p:sp>
      <p:sp>
        <p:nvSpPr>
          <p:cNvPr id="3" name="Inhaltsplatzhalter 2"/>
          <p:cNvSpPr>
            <a:spLocks noGrp="1"/>
          </p:cNvSpPr>
          <p:nvPr>
            <p:ph idx="1"/>
          </p:nvPr>
        </p:nvSpPr>
        <p:spPr/>
        <p:txBody>
          <a:bodyPr>
            <a:normAutofit fontScale="92500"/>
          </a:bodyPr>
          <a:lstStyle/>
          <a:p>
            <a:r>
              <a:rPr lang="en-US" dirty="0" smtClean="0"/>
              <a:t>La dispense de </a:t>
            </a:r>
            <a:r>
              <a:rPr lang="en-US" dirty="0" err="1" smtClean="0"/>
              <a:t>présentation</a:t>
            </a:r>
            <a:r>
              <a:rPr lang="en-US" dirty="0" smtClean="0"/>
              <a:t> </a:t>
            </a:r>
            <a:r>
              <a:rPr lang="en-US" dirty="0" err="1" smtClean="0"/>
              <a:t>peut</a:t>
            </a:r>
            <a:r>
              <a:rPr lang="en-US" dirty="0" smtClean="0"/>
              <a:t> </a:t>
            </a:r>
            <a:r>
              <a:rPr lang="en-US" dirty="0" err="1" smtClean="0"/>
              <a:t>être</a:t>
            </a:r>
            <a:r>
              <a:rPr lang="en-US" dirty="0" smtClean="0"/>
              <a:t> </a:t>
            </a:r>
            <a:r>
              <a:rPr lang="en-US" dirty="0" err="1" smtClean="0"/>
              <a:t>accordée</a:t>
            </a:r>
            <a:r>
              <a:rPr lang="en-US" dirty="0" smtClean="0"/>
              <a:t> </a:t>
            </a:r>
            <a:r>
              <a:rPr lang="en-US" dirty="0" err="1" smtClean="0"/>
              <a:t>lorsque</a:t>
            </a:r>
            <a:r>
              <a:rPr lang="en-US" dirty="0" smtClean="0"/>
              <a:t> </a:t>
            </a:r>
            <a:r>
              <a:rPr lang="en-US" dirty="0" err="1" smtClean="0"/>
              <a:t>toutes</a:t>
            </a:r>
            <a:r>
              <a:rPr lang="en-US" dirty="0" smtClean="0"/>
              <a:t> les conditions </a:t>
            </a:r>
            <a:r>
              <a:rPr lang="en-US" dirty="0" err="1" smtClean="0"/>
              <a:t>suivantes</a:t>
            </a:r>
            <a:r>
              <a:rPr lang="en-US" dirty="0" smtClean="0"/>
              <a:t> </a:t>
            </a:r>
            <a:r>
              <a:rPr lang="en-US" dirty="0" err="1" smtClean="0"/>
              <a:t>sont</a:t>
            </a:r>
            <a:r>
              <a:rPr lang="en-US" dirty="0" smtClean="0"/>
              <a:t> </a:t>
            </a:r>
            <a:r>
              <a:rPr lang="en-US" dirty="0" err="1" smtClean="0"/>
              <a:t>réunies</a:t>
            </a:r>
            <a:r>
              <a:rPr lang="en-US" dirty="0" smtClean="0"/>
              <a:t>:</a:t>
            </a:r>
          </a:p>
          <a:p>
            <a:pPr marL="0" indent="0">
              <a:buNone/>
            </a:pPr>
            <a:r>
              <a:rPr lang="en-US" dirty="0"/>
              <a:t>	</a:t>
            </a:r>
            <a:r>
              <a:rPr lang="en-US" dirty="0" smtClean="0"/>
              <a:t>- </a:t>
            </a:r>
            <a:r>
              <a:rPr lang="en-US" smtClean="0"/>
              <a:t>le déclarant </a:t>
            </a:r>
            <a:r>
              <a:rPr lang="en-US" dirty="0" err="1" smtClean="0"/>
              <a:t>est</a:t>
            </a:r>
            <a:r>
              <a:rPr lang="en-US" dirty="0" smtClean="0"/>
              <a:t> un OEA pour les simplifications </a:t>
            </a:r>
            <a:r>
              <a:rPr lang="en-US" dirty="0" err="1" smtClean="0"/>
              <a:t>douanières</a:t>
            </a:r>
            <a:endParaRPr lang="en-US" dirty="0" smtClean="0"/>
          </a:p>
          <a:p>
            <a:pPr marL="904875" indent="0">
              <a:buNone/>
            </a:pPr>
            <a:r>
              <a:rPr lang="en-US" dirty="0"/>
              <a:t>	</a:t>
            </a:r>
            <a:r>
              <a:rPr lang="en-US" dirty="0" smtClean="0"/>
              <a:t>- la nature et </a:t>
            </a:r>
            <a:r>
              <a:rPr lang="en-US" smtClean="0"/>
              <a:t>le mouvement </a:t>
            </a:r>
            <a:r>
              <a:rPr lang="en-US" dirty="0" smtClean="0"/>
              <a:t>des </a:t>
            </a:r>
            <a:r>
              <a:rPr lang="en-US" dirty="0" err="1" smtClean="0"/>
              <a:t>marchandises</a:t>
            </a:r>
            <a:r>
              <a:rPr lang="en-US" dirty="0" smtClean="0"/>
              <a:t> </a:t>
            </a:r>
            <a:r>
              <a:rPr lang="en-US" dirty="0" err="1" smtClean="0"/>
              <a:t>concernées</a:t>
            </a:r>
            <a:r>
              <a:rPr lang="en-US" dirty="0" smtClean="0"/>
              <a:t> le </a:t>
            </a:r>
            <a:r>
              <a:rPr lang="en-US" dirty="0" err="1" smtClean="0"/>
              <a:t>justifient</a:t>
            </a:r>
            <a:r>
              <a:rPr lang="en-US" dirty="0" smtClean="0"/>
              <a:t> et </a:t>
            </a:r>
            <a:r>
              <a:rPr lang="en-US" dirty="0" err="1" smtClean="0"/>
              <a:t>sont</a:t>
            </a:r>
            <a:r>
              <a:rPr lang="en-US" dirty="0" smtClean="0"/>
              <a:t> </a:t>
            </a:r>
            <a:r>
              <a:rPr lang="en-US" dirty="0" err="1" smtClean="0"/>
              <a:t>connus</a:t>
            </a:r>
            <a:r>
              <a:rPr lang="en-US" dirty="0" smtClean="0"/>
              <a:t> des </a:t>
            </a:r>
            <a:r>
              <a:rPr lang="en-US" dirty="0" err="1" smtClean="0"/>
              <a:t>autorités</a:t>
            </a:r>
            <a:r>
              <a:rPr lang="en-US" dirty="0" smtClean="0"/>
              <a:t> </a:t>
            </a:r>
            <a:r>
              <a:rPr lang="en-US" dirty="0" err="1" smtClean="0"/>
              <a:t>douanières</a:t>
            </a:r>
            <a:endParaRPr lang="en-US" dirty="0" smtClean="0"/>
          </a:p>
          <a:p>
            <a:pPr marL="904875" indent="0">
              <a:buNone/>
            </a:pPr>
            <a:r>
              <a:rPr lang="en-US" dirty="0" smtClean="0"/>
              <a:t>- le bureau de </a:t>
            </a:r>
            <a:r>
              <a:rPr lang="en-US" dirty="0" err="1" smtClean="0"/>
              <a:t>contrôle</a:t>
            </a:r>
            <a:r>
              <a:rPr lang="en-US" dirty="0" smtClean="0"/>
              <a:t> a </a:t>
            </a:r>
            <a:r>
              <a:rPr lang="en-US" dirty="0" err="1" smtClean="0"/>
              <a:t>accès</a:t>
            </a:r>
            <a:r>
              <a:rPr lang="en-US" dirty="0" smtClean="0"/>
              <a:t> à </a:t>
            </a:r>
            <a:r>
              <a:rPr lang="en-US" dirty="0" err="1" smtClean="0"/>
              <a:t>toutes</a:t>
            </a:r>
            <a:r>
              <a:rPr lang="en-US" dirty="0" smtClean="0"/>
              <a:t> les </a:t>
            </a:r>
            <a:r>
              <a:rPr lang="en-US" dirty="0" err="1" smtClean="0"/>
              <a:t>informations</a:t>
            </a:r>
            <a:r>
              <a:rPr lang="en-US" dirty="0" smtClean="0"/>
              <a:t> </a:t>
            </a:r>
            <a:r>
              <a:rPr lang="en-US" dirty="0" err="1" smtClean="0"/>
              <a:t>qu’il</a:t>
            </a:r>
            <a:r>
              <a:rPr lang="en-US" dirty="0" smtClean="0"/>
              <a:t> </a:t>
            </a:r>
            <a:r>
              <a:rPr lang="en-US" err="1" smtClean="0"/>
              <a:t>juge</a:t>
            </a:r>
            <a:r>
              <a:rPr lang="en-US" smtClean="0"/>
              <a:t> nécessaire </a:t>
            </a:r>
            <a:r>
              <a:rPr lang="en-US" dirty="0" smtClean="0"/>
              <a:t>pour </a:t>
            </a:r>
            <a:r>
              <a:rPr lang="en-US" dirty="0" err="1" smtClean="0"/>
              <a:t>lui</a:t>
            </a:r>
            <a:r>
              <a:rPr lang="en-US" dirty="0" smtClean="0"/>
              <a:t> </a:t>
            </a:r>
            <a:r>
              <a:rPr lang="en-US" dirty="0" err="1" smtClean="0"/>
              <a:t>permettre</a:t>
            </a:r>
            <a:r>
              <a:rPr lang="en-US" dirty="0" smtClean="0"/>
              <a:t> </a:t>
            </a:r>
            <a:r>
              <a:rPr lang="en-US" err="1" smtClean="0"/>
              <a:t>d’exercer</a:t>
            </a:r>
            <a:r>
              <a:rPr lang="en-US" smtClean="0"/>
              <a:t> son </a:t>
            </a:r>
            <a:r>
              <a:rPr lang="en-US" dirty="0" smtClean="0"/>
              <a:t>droit </a:t>
            </a:r>
            <a:r>
              <a:rPr lang="en-US" dirty="0" err="1" smtClean="0"/>
              <a:t>d’examiner</a:t>
            </a:r>
            <a:r>
              <a:rPr lang="en-US" dirty="0" smtClean="0"/>
              <a:t> les </a:t>
            </a:r>
            <a:r>
              <a:rPr lang="en-US" dirty="0" err="1" smtClean="0"/>
              <a:t>marchandises</a:t>
            </a:r>
            <a:r>
              <a:rPr lang="en-US" dirty="0" smtClean="0"/>
              <a:t> </a:t>
            </a:r>
            <a:r>
              <a:rPr lang="en-US" dirty="0" err="1" smtClean="0"/>
              <a:t>en</a:t>
            </a:r>
            <a:r>
              <a:rPr lang="en-US" dirty="0" smtClean="0"/>
              <a:t> </a:t>
            </a:r>
            <a:r>
              <a:rPr lang="en-US" dirty="0" err="1" smtClean="0"/>
              <a:t>cas</a:t>
            </a:r>
            <a:r>
              <a:rPr lang="en-US" dirty="0" smtClean="0"/>
              <a:t> de </a:t>
            </a:r>
            <a:r>
              <a:rPr lang="en-US" dirty="0" err="1" smtClean="0"/>
              <a:t>besoin</a:t>
            </a:r>
            <a:endParaRPr lang="en-US" dirty="0" smtClean="0"/>
          </a:p>
          <a:p>
            <a:pPr marL="904875" indent="0">
              <a:buNone/>
            </a:pPr>
            <a:r>
              <a:rPr lang="en-US" dirty="0" smtClean="0"/>
              <a:t>- au moment de </a:t>
            </a:r>
            <a:r>
              <a:rPr lang="en-US" dirty="0" err="1" smtClean="0"/>
              <a:t>l’inscription</a:t>
            </a:r>
            <a:r>
              <a:rPr lang="en-US" dirty="0" smtClean="0"/>
              <a:t> </a:t>
            </a:r>
            <a:r>
              <a:rPr lang="en-US" dirty="0" err="1" smtClean="0"/>
              <a:t>dans</a:t>
            </a:r>
            <a:r>
              <a:rPr lang="en-US" dirty="0" smtClean="0"/>
              <a:t> les </a:t>
            </a:r>
            <a:r>
              <a:rPr lang="en-US" dirty="0" err="1" smtClean="0"/>
              <a:t>écritures</a:t>
            </a:r>
            <a:r>
              <a:rPr lang="en-US" dirty="0" smtClean="0"/>
              <a:t>, les </a:t>
            </a:r>
            <a:r>
              <a:rPr lang="en-US" dirty="0" err="1" smtClean="0"/>
              <a:t>marchandises</a:t>
            </a:r>
            <a:r>
              <a:rPr lang="en-US" dirty="0" smtClean="0"/>
              <a:t> ne </a:t>
            </a:r>
            <a:r>
              <a:rPr lang="en-US" dirty="0" err="1" smtClean="0"/>
              <a:t>sont</a:t>
            </a:r>
            <a:r>
              <a:rPr lang="en-US" dirty="0" smtClean="0"/>
              <a:t> pas </a:t>
            </a:r>
            <a:r>
              <a:rPr lang="en-US" dirty="0" err="1" smtClean="0"/>
              <a:t>soumises</a:t>
            </a:r>
            <a:r>
              <a:rPr lang="en-US" dirty="0" smtClean="0"/>
              <a:t> à des </a:t>
            </a:r>
            <a:r>
              <a:rPr lang="en-US" dirty="0" err="1" smtClean="0"/>
              <a:t>mesures</a:t>
            </a:r>
            <a:r>
              <a:rPr lang="en-US" dirty="0" smtClean="0"/>
              <a:t> de prohibition </a:t>
            </a:r>
            <a:r>
              <a:rPr lang="en-US" dirty="0" err="1" smtClean="0"/>
              <a:t>ou</a:t>
            </a:r>
            <a:r>
              <a:rPr lang="en-US" dirty="0" smtClean="0"/>
              <a:t> de restriction</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16</a:t>
            </a:fld>
            <a:endParaRPr lang="lb-LU"/>
          </a:p>
        </p:txBody>
      </p:sp>
    </p:spTree>
    <p:extLst>
      <p:ext uri="{BB962C8B-B14F-4D97-AF65-F5344CB8AC3E}">
        <p14:creationId xmlns:p14="http://schemas.microsoft.com/office/powerpoint/2010/main" val="3605515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smtClean="0"/>
              <a:t>EIDR:Régimes concernées</a:t>
            </a:r>
            <a:endParaRPr lang="en-US" dirty="0"/>
          </a:p>
        </p:txBody>
      </p:sp>
      <p:sp>
        <p:nvSpPr>
          <p:cNvPr id="3" name="Inhaltsplatzhalter 2"/>
          <p:cNvSpPr>
            <a:spLocks noGrp="1"/>
          </p:cNvSpPr>
          <p:nvPr>
            <p:ph idx="1"/>
          </p:nvPr>
        </p:nvSpPr>
        <p:spPr/>
        <p:txBody>
          <a:bodyPr>
            <a:normAutofit lnSpcReduction="10000"/>
          </a:bodyPr>
          <a:lstStyle/>
          <a:p>
            <a:r>
              <a:rPr lang="en-US" dirty="0" smtClean="0"/>
              <a:t>Les </a:t>
            </a:r>
            <a:r>
              <a:rPr lang="en-US" dirty="0" err="1" smtClean="0"/>
              <a:t>demandes</a:t>
            </a:r>
            <a:r>
              <a:rPr lang="en-US" dirty="0" smtClean="0"/>
              <a:t> </a:t>
            </a:r>
            <a:r>
              <a:rPr lang="en-US" dirty="0" err="1" smtClean="0"/>
              <a:t>d’autorisation</a:t>
            </a:r>
            <a:r>
              <a:rPr lang="en-US" dirty="0" smtClean="0"/>
              <a:t> </a:t>
            </a:r>
            <a:r>
              <a:rPr lang="en-US" dirty="0" err="1" smtClean="0"/>
              <a:t>peuvent</a:t>
            </a:r>
            <a:r>
              <a:rPr lang="en-US" dirty="0" smtClean="0"/>
              <a:t> porter sur </a:t>
            </a:r>
            <a:r>
              <a:rPr lang="en-US" dirty="0" err="1" smtClean="0"/>
              <a:t>l’un</a:t>
            </a:r>
            <a:r>
              <a:rPr lang="en-US" dirty="0" smtClean="0"/>
              <a:t> des régimes </a:t>
            </a:r>
            <a:r>
              <a:rPr lang="en-US" dirty="0" err="1" smtClean="0"/>
              <a:t>suivants</a:t>
            </a:r>
            <a:r>
              <a:rPr lang="en-US" dirty="0" smtClean="0"/>
              <a:t>:</a:t>
            </a:r>
          </a:p>
          <a:p>
            <a:pPr marL="0" indent="0">
              <a:buNone/>
            </a:pPr>
            <a:r>
              <a:rPr lang="en-US" dirty="0"/>
              <a:t>	</a:t>
            </a:r>
            <a:r>
              <a:rPr lang="en-US" dirty="0" smtClean="0"/>
              <a:t>- la </a:t>
            </a:r>
            <a:r>
              <a:rPr lang="en-US" dirty="0" err="1" smtClean="0"/>
              <a:t>mise</a:t>
            </a:r>
            <a:r>
              <a:rPr lang="en-US" dirty="0" smtClean="0"/>
              <a:t> </a:t>
            </a:r>
            <a:r>
              <a:rPr lang="en-US" dirty="0" err="1" smtClean="0"/>
              <a:t>en</a:t>
            </a:r>
            <a:r>
              <a:rPr lang="en-US" dirty="0" smtClean="0"/>
              <a:t> </a:t>
            </a:r>
            <a:r>
              <a:rPr lang="en-US" dirty="0" err="1" smtClean="0"/>
              <a:t>libre</a:t>
            </a:r>
            <a:r>
              <a:rPr lang="en-US" dirty="0" smtClean="0"/>
              <a:t> </a:t>
            </a:r>
            <a:r>
              <a:rPr lang="en-US" dirty="0" err="1" smtClean="0"/>
              <a:t>pratique</a:t>
            </a:r>
            <a:endParaRPr lang="en-US" dirty="0" smtClean="0"/>
          </a:p>
          <a:p>
            <a:pPr marL="0" indent="0">
              <a:buNone/>
            </a:pPr>
            <a:r>
              <a:rPr lang="en-US" dirty="0"/>
              <a:t>	</a:t>
            </a:r>
            <a:r>
              <a:rPr lang="en-US" dirty="0" smtClean="0"/>
              <a:t>- </a:t>
            </a:r>
            <a:r>
              <a:rPr lang="en-US" dirty="0" err="1" smtClean="0"/>
              <a:t>l’entrepôt</a:t>
            </a:r>
            <a:r>
              <a:rPr lang="en-US" dirty="0" smtClean="0"/>
              <a:t> </a:t>
            </a:r>
            <a:r>
              <a:rPr lang="en-US" dirty="0" err="1" smtClean="0"/>
              <a:t>douanier</a:t>
            </a:r>
            <a:endParaRPr lang="en-US" dirty="0" smtClean="0"/>
          </a:p>
          <a:p>
            <a:pPr marL="0" indent="0">
              <a:buNone/>
            </a:pPr>
            <a:r>
              <a:rPr lang="en-US" dirty="0"/>
              <a:t>	</a:t>
            </a:r>
            <a:r>
              <a:rPr lang="en-US" dirty="0" smtClean="0"/>
              <a:t>- </a:t>
            </a:r>
            <a:r>
              <a:rPr lang="en-US" dirty="0" err="1" smtClean="0"/>
              <a:t>l’admission</a:t>
            </a:r>
            <a:r>
              <a:rPr lang="en-US" dirty="0" smtClean="0"/>
              <a:t> </a:t>
            </a:r>
            <a:r>
              <a:rPr lang="en-US" dirty="0" err="1" smtClean="0"/>
              <a:t>temporaire</a:t>
            </a:r>
            <a:endParaRPr lang="en-US" dirty="0" smtClean="0"/>
          </a:p>
          <a:p>
            <a:pPr marL="0" indent="0">
              <a:buNone/>
            </a:pPr>
            <a:r>
              <a:rPr lang="en-US" dirty="0"/>
              <a:t>	</a:t>
            </a:r>
            <a:r>
              <a:rPr lang="en-US" dirty="0" smtClean="0"/>
              <a:t>- la destination </a:t>
            </a:r>
            <a:r>
              <a:rPr lang="en-US" dirty="0" err="1" smtClean="0"/>
              <a:t>particulière</a:t>
            </a:r>
            <a:endParaRPr lang="en-US" dirty="0" smtClean="0"/>
          </a:p>
          <a:p>
            <a:pPr marL="0" indent="0">
              <a:buNone/>
            </a:pPr>
            <a:r>
              <a:rPr lang="en-US" dirty="0"/>
              <a:t>	</a:t>
            </a:r>
            <a:r>
              <a:rPr lang="en-US" dirty="0" smtClean="0"/>
              <a:t>- le </a:t>
            </a:r>
            <a:r>
              <a:rPr lang="en-US" dirty="0" err="1" smtClean="0"/>
              <a:t>perfectionnement</a:t>
            </a:r>
            <a:r>
              <a:rPr lang="en-US" dirty="0" smtClean="0"/>
              <a:t> </a:t>
            </a:r>
            <a:r>
              <a:rPr lang="en-US" dirty="0" err="1" smtClean="0"/>
              <a:t>actif</a:t>
            </a:r>
            <a:endParaRPr lang="en-US" dirty="0" smtClean="0"/>
          </a:p>
          <a:p>
            <a:pPr marL="0" indent="0">
              <a:buNone/>
            </a:pPr>
            <a:r>
              <a:rPr lang="en-US" dirty="0"/>
              <a:t>	</a:t>
            </a:r>
            <a:r>
              <a:rPr lang="en-US" dirty="0" smtClean="0"/>
              <a:t>- le </a:t>
            </a:r>
            <a:r>
              <a:rPr lang="en-US" dirty="0" err="1" smtClean="0"/>
              <a:t>perfectionnement</a:t>
            </a:r>
            <a:r>
              <a:rPr lang="en-US" dirty="0" smtClean="0"/>
              <a:t> </a:t>
            </a:r>
            <a:r>
              <a:rPr lang="en-US" dirty="0" err="1" smtClean="0"/>
              <a:t>passif</a:t>
            </a:r>
            <a:endParaRPr lang="en-US" dirty="0" smtClean="0"/>
          </a:p>
          <a:p>
            <a:pPr marL="0" indent="0">
              <a:buNone/>
            </a:pPr>
            <a:r>
              <a:rPr lang="en-US" dirty="0"/>
              <a:t>	</a:t>
            </a:r>
            <a:r>
              <a:rPr lang="en-US" dirty="0" smtClean="0"/>
              <a:t>- </a:t>
            </a:r>
            <a:r>
              <a:rPr lang="en-US" dirty="0" err="1" smtClean="0"/>
              <a:t>l’exportation</a:t>
            </a:r>
            <a:r>
              <a:rPr lang="en-US" dirty="0" smtClean="0"/>
              <a:t> et la </a:t>
            </a:r>
            <a:r>
              <a:rPr lang="en-US" dirty="0" err="1" smtClean="0"/>
              <a:t>réexportation</a:t>
            </a:r>
            <a:endParaRPr lang="en-US" dirty="0" smtClean="0"/>
          </a:p>
          <a:p>
            <a:pPr marL="0" indent="0">
              <a:buNone/>
            </a:pPr>
            <a:endParaRPr lang="en-US" dirty="0" smtClean="0"/>
          </a:p>
        </p:txBody>
      </p:sp>
      <p:sp>
        <p:nvSpPr>
          <p:cNvPr id="4" name="Foliennummernplatzhalter 3"/>
          <p:cNvSpPr>
            <a:spLocks noGrp="1"/>
          </p:cNvSpPr>
          <p:nvPr>
            <p:ph type="sldNum" sz="quarter" idx="12"/>
          </p:nvPr>
        </p:nvSpPr>
        <p:spPr/>
        <p:txBody>
          <a:bodyPr/>
          <a:lstStyle/>
          <a:p>
            <a:fld id="{C58F520E-0D3C-4C73-96DF-B271C0F692B0}" type="slidenum">
              <a:rPr lang="lb-LU" smtClean="0"/>
              <a:t>17</a:t>
            </a:fld>
            <a:endParaRPr lang="lb-LU"/>
          </a:p>
        </p:txBody>
      </p:sp>
    </p:spTree>
    <p:extLst>
      <p:ext uri="{BB962C8B-B14F-4D97-AF65-F5344CB8AC3E}">
        <p14:creationId xmlns:p14="http://schemas.microsoft.com/office/powerpoint/2010/main" val="1677511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Conditions pour pouvoir demander une </a:t>
            </a:r>
            <a:r>
              <a:rPr lang="fr-FR" smtClean="0"/>
              <a:t>autorisation EIDR</a:t>
            </a:r>
            <a:endParaRPr lang="fr-FR"/>
          </a:p>
        </p:txBody>
      </p:sp>
      <p:sp>
        <p:nvSpPr>
          <p:cNvPr id="3" name="Inhaltsplatzhalter 2"/>
          <p:cNvSpPr>
            <a:spLocks noGrp="1"/>
          </p:cNvSpPr>
          <p:nvPr>
            <p:ph idx="1"/>
          </p:nvPr>
        </p:nvSpPr>
        <p:spPr/>
        <p:txBody>
          <a:bodyPr/>
          <a:lstStyle/>
          <a:p>
            <a:r>
              <a:rPr lang="fr-FR" smtClean="0"/>
              <a:t>Le demandeur doit avoir un numéro EORI valide</a:t>
            </a:r>
            <a:endParaRPr lang="fr-FR"/>
          </a:p>
          <a:p>
            <a:r>
              <a:rPr lang="fr-FR" smtClean="0"/>
              <a:t>Il ne doit pas avoir commis d’infractions graves ou répétées à la législation douanière et fiscale</a:t>
            </a:r>
          </a:p>
          <a:p>
            <a:r>
              <a:rPr lang="fr-FR" smtClean="0"/>
              <a:t>Il doit démontrer qu’il exerce un niveau de contrôle élevé sur ses opérations et sur le mouvement de ses marchandises</a:t>
            </a:r>
          </a:p>
          <a:p>
            <a:r>
              <a:rPr lang="fr-FR" smtClean="0"/>
              <a:t>Il doit démontrer qu’il a la qualification professionnelle pour pouvoir travailler avec cette autorisation</a:t>
            </a:r>
          </a:p>
          <a:p>
            <a:endParaRPr lang="fr-FR" smtClean="0"/>
          </a:p>
          <a:p>
            <a:endParaRPr lang="fr-FR" smtClean="0"/>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18</a:t>
            </a:fld>
            <a:endParaRPr lang="lb-LU"/>
          </a:p>
        </p:txBody>
      </p:sp>
    </p:spTree>
    <p:extLst>
      <p:ext uri="{BB962C8B-B14F-4D97-AF65-F5344CB8AC3E}">
        <p14:creationId xmlns:p14="http://schemas.microsoft.com/office/powerpoint/2010/main" val="1646284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pPr algn="ctr"/>
            <a:r>
              <a:rPr lang="en-US" smtClean="0"/>
              <a:t>Demande d’autorisation EIDR</a:t>
            </a:r>
            <a:endParaRPr lang="en-US" dirty="0"/>
          </a:p>
        </p:txBody>
      </p:sp>
      <p:sp>
        <p:nvSpPr>
          <p:cNvPr id="3" name="Inhaltsplatzhalter 2"/>
          <p:cNvSpPr>
            <a:spLocks noGrp="1"/>
          </p:cNvSpPr>
          <p:nvPr>
            <p:ph idx="1"/>
          </p:nvPr>
        </p:nvSpPr>
        <p:spPr/>
        <p:txBody>
          <a:bodyPr/>
          <a:lstStyle/>
          <a:p>
            <a:r>
              <a:rPr lang="en-US"/>
              <a:t>L’autorisation </a:t>
            </a:r>
            <a:r>
              <a:rPr lang="en-US" smtClean="0"/>
              <a:t>EIDR </a:t>
            </a:r>
            <a:r>
              <a:rPr lang="en-US"/>
              <a:t>est demandée par l’OE via le système des décisions douanières CDS</a:t>
            </a:r>
          </a:p>
          <a:p>
            <a:r>
              <a:rPr lang="en-US"/>
              <a:t>Les informations à fournir dans la demande sont répertoriés dans la colonne </a:t>
            </a:r>
            <a:r>
              <a:rPr lang="en-US" smtClean="0"/>
              <a:t>7c </a:t>
            </a:r>
            <a:r>
              <a:rPr lang="en-US"/>
              <a:t>de l’</a:t>
            </a:r>
            <a:r>
              <a:rPr lang="en-US">
                <a:hlinkClick r:id="rId2"/>
              </a:rPr>
              <a:t>annexe A du règlement délégué</a:t>
            </a:r>
            <a:r>
              <a:rPr lang="en-US"/>
              <a:t>.</a:t>
            </a:r>
          </a:p>
          <a:p>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19</a:t>
            </a:fld>
            <a:endParaRPr lang="lb-LU"/>
          </a:p>
        </p:txBody>
      </p:sp>
    </p:spTree>
    <p:extLst>
      <p:ext uri="{BB962C8B-B14F-4D97-AF65-F5344CB8AC3E}">
        <p14:creationId xmlns:p14="http://schemas.microsoft.com/office/powerpoint/2010/main" val="2817961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Traitement de la demande d’autorisation EIDR par la douane</a:t>
            </a:r>
            <a:endParaRPr lang="fr-FR"/>
          </a:p>
        </p:txBody>
      </p:sp>
      <p:sp>
        <p:nvSpPr>
          <p:cNvPr id="3" name="Inhaltsplatzhalter 2"/>
          <p:cNvSpPr>
            <a:spLocks noGrp="1"/>
          </p:cNvSpPr>
          <p:nvPr>
            <p:ph idx="1"/>
          </p:nvPr>
        </p:nvSpPr>
        <p:spPr/>
        <p:txBody>
          <a:bodyPr>
            <a:normAutofit fontScale="92500" lnSpcReduction="10000"/>
          </a:bodyPr>
          <a:lstStyle/>
          <a:p>
            <a:r>
              <a:rPr lang="fr-FR"/>
              <a:t>Dans les 30 jours suivant la réception de la demande, la douane notifie l’acceptation de la demande</a:t>
            </a:r>
          </a:p>
          <a:p>
            <a:r>
              <a:rPr lang="fr-FR"/>
              <a:t>Si par contre la demande n’est pas complète, le demandeur dispose d’un délai supplémentaire de 30 jours (à partir du moment de la demande de la douane) pour fournir les informations </a:t>
            </a:r>
            <a:r>
              <a:rPr lang="fr-FR" smtClean="0"/>
              <a:t>manquantes</a:t>
            </a:r>
          </a:p>
          <a:p>
            <a:r>
              <a:rPr lang="fr-FR" smtClean="0"/>
              <a:t>Après l’acceptation de la demande un pré-audit est effectué par la douane, ceci pour vérifier si l’OE répond aux conditions pour pouvoir bénéficier de l’autorisation.</a:t>
            </a:r>
          </a:p>
          <a:p>
            <a:r>
              <a:rPr lang="fr-FR" smtClean="0"/>
              <a:t>Au plus tard 120 jours après l’acceptation de la demande la douane notifie sa décision à l’OE. Toutefois ce délai peut être prolongé de 30 jours, dans le cas ou la douane a besoin d’un délai supplémentaire pour statuer sur la demande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20</a:t>
            </a:fld>
            <a:endParaRPr lang="lb-LU"/>
          </a:p>
        </p:txBody>
      </p:sp>
    </p:spTree>
    <p:extLst>
      <p:ext uri="{BB962C8B-B14F-4D97-AF65-F5344CB8AC3E}">
        <p14:creationId xmlns:p14="http://schemas.microsoft.com/office/powerpoint/2010/main" val="232443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Déclaration EIDR: Modalités pratiques 1/2</a:t>
            </a:r>
            <a:endParaRPr lang="fr-FR"/>
          </a:p>
        </p:txBody>
      </p:sp>
      <p:sp>
        <p:nvSpPr>
          <p:cNvPr id="3" name="Inhaltsplatzhalter 2"/>
          <p:cNvSpPr>
            <a:spLocks noGrp="1"/>
          </p:cNvSpPr>
          <p:nvPr>
            <p:ph idx="1"/>
          </p:nvPr>
        </p:nvSpPr>
        <p:spPr>
          <a:xfrm>
            <a:off x="838200" y="1894636"/>
            <a:ext cx="10515600" cy="4351338"/>
          </a:xfrm>
        </p:spPr>
        <p:txBody>
          <a:bodyPr>
            <a:normAutofit fontScale="47500" lnSpcReduction="20000"/>
          </a:bodyPr>
          <a:lstStyle/>
          <a:p>
            <a:pPr marL="514350" indent="-514350">
              <a:buFont typeface="+mj-lt"/>
              <a:buAutoNum type="arabicPeriod"/>
            </a:pPr>
            <a:r>
              <a:rPr lang="fr-FR" sz="6000" smtClean="0"/>
              <a:t>Afin de déclarer les marchandises sous le régime douanier en question, l’OE écrit les données prévues dans l’autorisation dans sa comptabilité matière. Les données minimales à inclure dans la déclaration EIDR sont ceux de la </a:t>
            </a:r>
            <a:r>
              <a:rPr lang="en-US" sz="6000" smtClean="0"/>
              <a:t>colonne I1 </a:t>
            </a:r>
            <a:r>
              <a:rPr lang="en-US" sz="6000"/>
              <a:t>de l’</a:t>
            </a:r>
            <a:r>
              <a:rPr lang="en-US" sz="6000">
                <a:hlinkClick r:id="rId2"/>
              </a:rPr>
              <a:t>annexe </a:t>
            </a:r>
            <a:r>
              <a:rPr lang="en-US" sz="6000" smtClean="0">
                <a:hlinkClick r:id="rId2"/>
              </a:rPr>
              <a:t>B </a:t>
            </a:r>
            <a:r>
              <a:rPr lang="en-US" sz="6000">
                <a:hlinkClick r:id="rId2"/>
              </a:rPr>
              <a:t>du règlement délégué</a:t>
            </a:r>
            <a:r>
              <a:rPr lang="en-US" sz="6000" smtClean="0"/>
              <a:t>.</a:t>
            </a:r>
          </a:p>
          <a:p>
            <a:pPr marL="0" indent="0">
              <a:buNone/>
            </a:pPr>
            <a:endParaRPr lang="en-US" sz="6000" smtClean="0"/>
          </a:p>
          <a:p>
            <a:pPr marL="534988" indent="-534988">
              <a:buFont typeface="+mj-lt"/>
              <a:buAutoNum type="arabicPeriod" startAt="2"/>
            </a:pPr>
            <a:r>
              <a:rPr lang="en-US" sz="6000" smtClean="0"/>
              <a:t>Si l’autorisation ne prévoit pas la dispense de présentation, l’OE doit en même temps envoyer une notification de présentation à la douane. Cette notification reprend les données de la </a:t>
            </a:r>
            <a:r>
              <a:rPr lang="en-US" sz="6000"/>
              <a:t>colonne I2 </a:t>
            </a:r>
            <a:r>
              <a:rPr lang="en-US" sz="6000" smtClean="0"/>
              <a:t>de </a:t>
            </a:r>
            <a:r>
              <a:rPr lang="en-US" sz="6000"/>
              <a:t>l’</a:t>
            </a:r>
            <a:r>
              <a:rPr lang="en-US" sz="6000">
                <a:hlinkClick r:id="rId2"/>
              </a:rPr>
              <a:t>annexe </a:t>
            </a:r>
            <a:r>
              <a:rPr lang="en-US" sz="6000" smtClean="0">
                <a:hlinkClick r:id="rId2"/>
              </a:rPr>
              <a:t>B du </a:t>
            </a:r>
            <a:r>
              <a:rPr lang="en-US" sz="6000">
                <a:hlinkClick r:id="rId2"/>
              </a:rPr>
              <a:t>règlement délégué</a:t>
            </a:r>
            <a:r>
              <a:rPr lang="en-US" sz="6000"/>
              <a:t>.</a:t>
            </a:r>
          </a:p>
          <a:p>
            <a:pPr marL="0" indent="0">
              <a:buNone/>
            </a:pPr>
            <a:endParaRPr lang="en-US" sz="4400" smtClean="0"/>
          </a:p>
          <a:p>
            <a:pPr marL="534988" indent="0">
              <a:buNone/>
            </a:pPr>
            <a:endParaRPr lang="en-US" smtClean="0"/>
          </a:p>
          <a:p>
            <a:pPr marL="534988" indent="0">
              <a:buNone/>
            </a:pPr>
            <a:r>
              <a:rPr lang="en-US"/>
              <a:t>	</a:t>
            </a:r>
            <a:r>
              <a:rPr lang="en-US" smtClean="0"/>
              <a:t>			</a:t>
            </a:r>
            <a:endParaRPr lang="fr-FR" smtClean="0"/>
          </a:p>
          <a:p>
            <a:pPr marL="0" indent="0">
              <a:buNone/>
            </a:pPr>
            <a:endParaRPr lang="fr-FR" smtClean="0"/>
          </a:p>
          <a:p>
            <a:endParaRPr lang="fr-FR" smtClean="0"/>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21</a:t>
            </a:fld>
            <a:endParaRPr lang="lb-LU"/>
          </a:p>
        </p:txBody>
      </p:sp>
    </p:spTree>
    <p:extLst>
      <p:ext uri="{BB962C8B-B14F-4D97-AF65-F5344CB8AC3E}">
        <p14:creationId xmlns:p14="http://schemas.microsoft.com/office/powerpoint/2010/main" val="1319522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a:t>Déclaration EIDR: Modalités pratiques </a:t>
            </a:r>
            <a:r>
              <a:rPr lang="fr-FR" smtClean="0"/>
              <a:t>2/2</a:t>
            </a:r>
            <a:endParaRPr lang="fr-FR"/>
          </a:p>
        </p:txBody>
      </p:sp>
      <p:sp>
        <p:nvSpPr>
          <p:cNvPr id="3" name="Inhaltsplatzhalter 2"/>
          <p:cNvSpPr>
            <a:spLocks noGrp="1"/>
          </p:cNvSpPr>
          <p:nvPr>
            <p:ph idx="1"/>
          </p:nvPr>
        </p:nvSpPr>
        <p:spPr/>
        <p:txBody>
          <a:bodyPr>
            <a:normAutofit fontScale="92500" lnSpcReduction="20000"/>
          </a:bodyPr>
          <a:lstStyle/>
          <a:p>
            <a:pPr marL="514350" indent="-514350">
              <a:buFont typeface="+mj-lt"/>
              <a:buAutoNum type="arabicPeriod" startAt="3"/>
            </a:pPr>
            <a:r>
              <a:rPr lang="en-US"/>
              <a:t>Lorsque l’autorisation prévoit un délai pour informer le titulaire de l’autorisation de tout contrôle douanier à effectuer, et si la douane n’a pas communiqué son intention de contrôle endéans ce délai, la mainlevée est réputée avoir eu lieu à la fin de ce délai. Lorsque l’autorisation ne prévoit pas de délai, la mainlevée n’est pas automatique mais doit être communiquée par la douane.  </a:t>
            </a:r>
          </a:p>
          <a:p>
            <a:pPr marL="534988" indent="0">
              <a:buNone/>
            </a:pPr>
            <a:r>
              <a:rPr lang="en-US"/>
              <a:t>Dans le cas où l’autorisation prévoit une dispense de présentation, la mainlevée est réputée avoir eu lieu au moment de l’inscripton dans la comptabilité matière. </a:t>
            </a:r>
            <a:endParaRPr lang="fr-FR" smtClean="0"/>
          </a:p>
          <a:p>
            <a:pPr marL="514350" indent="-514350">
              <a:buFont typeface="+mj-lt"/>
              <a:buAutoNum type="arabicPeriod" startAt="4"/>
            </a:pPr>
            <a:endParaRPr lang="fr-FR"/>
          </a:p>
          <a:p>
            <a:pPr marL="514350" indent="-514350">
              <a:buFont typeface="+mj-lt"/>
              <a:buAutoNum type="arabicPeriod" startAt="4"/>
            </a:pPr>
            <a:r>
              <a:rPr lang="fr-FR" smtClean="0"/>
              <a:t>Au plus tard à la fin du délai prévu dans l’autorisation EIDR, une déclaration complémentaire </a:t>
            </a:r>
            <a:r>
              <a:rPr lang="fr-CH" smtClean="0"/>
              <a:t>comportant toutes </a:t>
            </a:r>
            <a:r>
              <a:rPr lang="fr-CH"/>
              <a:t>les </a:t>
            </a:r>
            <a:r>
              <a:rPr lang="fr-CH" smtClean="0"/>
              <a:t>données </a:t>
            </a:r>
            <a:r>
              <a:rPr lang="fr-CH"/>
              <a:t>nécessaires pour le régime douanier </a:t>
            </a:r>
            <a:r>
              <a:rPr lang="fr-CH" smtClean="0"/>
              <a:t>concerné doit être déposée à la douane.</a:t>
            </a:r>
            <a:r>
              <a:rPr lang="fr-FR" smtClean="0"/>
              <a:t> </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22</a:t>
            </a:fld>
            <a:endParaRPr lang="lb-LU"/>
          </a:p>
        </p:txBody>
      </p:sp>
    </p:spTree>
    <p:extLst>
      <p:ext uri="{BB962C8B-B14F-4D97-AF65-F5344CB8AC3E}">
        <p14:creationId xmlns:p14="http://schemas.microsoft.com/office/powerpoint/2010/main" val="2312530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LU" smtClean="0"/>
              <a:t>EIDR: Délai</a:t>
            </a:r>
            <a:r>
              <a:rPr lang="en-US" smtClean="0"/>
              <a:t> </a:t>
            </a:r>
            <a:r>
              <a:rPr lang="en-US"/>
              <a:t>de dépôt de la </a:t>
            </a:r>
            <a:r>
              <a:rPr lang="en-US" smtClean="0"/>
              <a:t>déclaration </a:t>
            </a:r>
            <a:r>
              <a:rPr lang="en-US"/>
              <a:t>complémentaire</a:t>
            </a:r>
            <a:endParaRPr lang="fr-FR"/>
          </a:p>
        </p:txBody>
      </p:sp>
      <p:sp>
        <p:nvSpPr>
          <p:cNvPr id="3" name="Inhaltsplatzhalter 2"/>
          <p:cNvSpPr>
            <a:spLocks noGrp="1"/>
          </p:cNvSpPr>
          <p:nvPr>
            <p:ph idx="1"/>
          </p:nvPr>
        </p:nvSpPr>
        <p:spPr/>
        <p:txBody>
          <a:bodyPr/>
          <a:lstStyle/>
          <a:p>
            <a:r>
              <a:rPr lang="fr-FR" smtClean="0"/>
              <a:t>En général, le délai de dépôt de la déclaration complémentaire est de 10 jours à partir de la mainlevée des marchandises.</a:t>
            </a:r>
          </a:p>
          <a:p>
            <a:r>
              <a:rPr lang="en-US"/>
              <a:t>Lorsqu’aucune dette douanière prend naissance, un délai de 30 jours à partir de la mainlevée des marchandises peut être </a:t>
            </a:r>
            <a:r>
              <a:rPr lang="en-US" smtClean="0"/>
              <a:t>accordé.</a:t>
            </a:r>
          </a:p>
          <a:p>
            <a:r>
              <a:rPr lang="en-US"/>
              <a:t>Dans des circonstances dûment justifiées, un délai de 120 jours à partir de la mainlevée des marchandises peut être </a:t>
            </a:r>
            <a:r>
              <a:rPr lang="en-US" smtClean="0"/>
              <a:t>accordé.</a:t>
            </a:r>
          </a:p>
          <a:p>
            <a:r>
              <a:rPr lang="fr-CH"/>
              <a:t>Dans des circonstances exceptionnelles dûment justifiées liées à la valeur en douane des marchandises, le délai de 120 peut être prolongé, ceci sans excéder deux ans à compter de la date de la mainlevée des marchandises.</a:t>
            </a:r>
            <a:r>
              <a:rPr lang="fr-FR" smtClean="0"/>
              <a:t> </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23</a:t>
            </a:fld>
            <a:endParaRPr lang="lb-LU"/>
          </a:p>
        </p:txBody>
      </p:sp>
    </p:spTree>
    <p:extLst>
      <p:ext uri="{BB962C8B-B14F-4D97-AF65-F5344CB8AC3E}">
        <p14:creationId xmlns:p14="http://schemas.microsoft.com/office/powerpoint/2010/main" val="3331371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EIDR:Renonciation à la déclaration complémentaire </a:t>
            </a:r>
            <a:endParaRPr lang="fr-FR"/>
          </a:p>
        </p:txBody>
      </p:sp>
      <p:sp>
        <p:nvSpPr>
          <p:cNvPr id="3" name="Inhaltsplatzhalter 2"/>
          <p:cNvSpPr>
            <a:spLocks noGrp="1"/>
          </p:cNvSpPr>
          <p:nvPr>
            <p:ph idx="1"/>
          </p:nvPr>
        </p:nvSpPr>
        <p:spPr/>
        <p:txBody>
          <a:bodyPr/>
          <a:lstStyle/>
          <a:p>
            <a:r>
              <a:rPr lang="fr-FR" smtClean="0"/>
              <a:t>Dans les cas suivants une renonciation à la déclaration complémentaire peut être accordée dans l’autorisation EIDR:</a:t>
            </a:r>
          </a:p>
          <a:p>
            <a:endParaRPr lang="fr-FR" smtClean="0"/>
          </a:p>
          <a:p>
            <a:pPr marL="914400" lvl="1" indent="-457200">
              <a:buFont typeface="+mj-lt"/>
              <a:buAutoNum type="arabicPeriod"/>
            </a:pPr>
            <a:r>
              <a:rPr lang="fr-FR" sz="2800"/>
              <a:t>l</a:t>
            </a:r>
            <a:r>
              <a:rPr lang="fr-FR" sz="2800" smtClean="0"/>
              <a:t>orsque les marchandises sont placées sous un entrepôt douanier</a:t>
            </a:r>
          </a:p>
          <a:p>
            <a:pPr marL="457200" lvl="1" indent="0">
              <a:buNone/>
            </a:pPr>
            <a:r>
              <a:rPr lang="fr-FR" sz="2800"/>
              <a:t>o</a:t>
            </a:r>
            <a:r>
              <a:rPr lang="fr-FR" sz="2800" smtClean="0"/>
              <a:t>u</a:t>
            </a:r>
          </a:p>
          <a:p>
            <a:pPr marL="931863" lvl="1" indent="-474663">
              <a:buFont typeface="+mj-lt"/>
              <a:buAutoNum type="arabicPeriod" startAt="2"/>
            </a:pPr>
            <a:r>
              <a:rPr lang="fr-FR" sz="2800" smtClean="0"/>
              <a:t>lorsque les marchandises sont placées sous un régime douanier subséquent par EIDR</a:t>
            </a:r>
          </a:p>
          <a:p>
            <a:pPr marL="457200" lvl="1" indent="0">
              <a:buNone/>
            </a:pPr>
            <a:endParaRPr lang="fr-FR" sz="2800" smtClean="0"/>
          </a:p>
          <a:p>
            <a:pPr marL="914400" lvl="1" indent="-457200">
              <a:buFont typeface="+mj-lt"/>
              <a:buAutoNum type="arabicPeriod"/>
            </a:pPr>
            <a:endParaRPr lang="fr-FR" smtClean="0"/>
          </a:p>
          <a:p>
            <a:pPr marL="914400" lvl="1" indent="-457200">
              <a:buFont typeface="+mj-lt"/>
              <a:buAutoNum type="arabicPeriod"/>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24</a:t>
            </a:fld>
            <a:endParaRPr lang="lb-LU"/>
          </a:p>
        </p:txBody>
      </p:sp>
    </p:spTree>
    <p:extLst>
      <p:ext uri="{BB962C8B-B14F-4D97-AF65-F5344CB8AC3E}">
        <p14:creationId xmlns:p14="http://schemas.microsoft.com/office/powerpoint/2010/main" val="995871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Autoévaluation</a:t>
            </a:r>
            <a:endParaRPr lang="en-US" dirty="0"/>
          </a:p>
        </p:txBody>
      </p:sp>
      <p:sp>
        <p:nvSpPr>
          <p:cNvPr id="3" name="Inhaltsplatzhalter 2"/>
          <p:cNvSpPr>
            <a:spLocks noGrp="1"/>
          </p:cNvSpPr>
          <p:nvPr>
            <p:ph idx="1"/>
          </p:nvPr>
        </p:nvSpPr>
        <p:spPr/>
        <p:txBody>
          <a:bodyPr/>
          <a:lstStyle/>
          <a:p>
            <a:r>
              <a:rPr lang="en-US" dirty="0" err="1" smtClean="0"/>
              <a:t>Cette</a:t>
            </a:r>
            <a:r>
              <a:rPr lang="en-US" dirty="0" smtClean="0"/>
              <a:t> </a:t>
            </a:r>
            <a:r>
              <a:rPr lang="en-US" dirty="0" err="1" smtClean="0"/>
              <a:t>autorisation</a:t>
            </a:r>
            <a:r>
              <a:rPr lang="en-US" dirty="0" smtClean="0"/>
              <a:t> </a:t>
            </a:r>
            <a:r>
              <a:rPr lang="en-US" dirty="0" err="1" smtClean="0"/>
              <a:t>permet</a:t>
            </a:r>
            <a:r>
              <a:rPr lang="en-US" dirty="0" smtClean="0"/>
              <a:t> à </a:t>
            </a:r>
            <a:r>
              <a:rPr lang="en-US" dirty="0" err="1" smtClean="0"/>
              <a:t>l’OE</a:t>
            </a:r>
            <a:r>
              <a:rPr lang="en-US" dirty="0" smtClean="0"/>
              <a:t> </a:t>
            </a:r>
            <a:r>
              <a:rPr lang="en-US" dirty="0" err="1" smtClean="0"/>
              <a:t>d’effectuer</a:t>
            </a:r>
            <a:r>
              <a:rPr lang="en-US" dirty="0" smtClean="0"/>
              <a:t> </a:t>
            </a:r>
            <a:r>
              <a:rPr lang="en-US" dirty="0" err="1" smtClean="0"/>
              <a:t>lui-même</a:t>
            </a:r>
            <a:r>
              <a:rPr lang="en-US" dirty="0" smtClean="0"/>
              <a:t> </a:t>
            </a:r>
            <a:r>
              <a:rPr lang="en-US" dirty="0" err="1" smtClean="0"/>
              <a:t>certaines</a:t>
            </a:r>
            <a:r>
              <a:rPr lang="en-US" dirty="0" smtClean="0"/>
              <a:t> </a:t>
            </a:r>
            <a:r>
              <a:rPr lang="en-US" dirty="0" err="1" smtClean="0"/>
              <a:t>formalités</a:t>
            </a:r>
            <a:r>
              <a:rPr lang="en-US" dirty="0" smtClean="0"/>
              <a:t> </a:t>
            </a:r>
            <a:r>
              <a:rPr lang="en-US" dirty="0" err="1" smtClean="0"/>
              <a:t>incombant</a:t>
            </a:r>
            <a:r>
              <a:rPr lang="en-US" dirty="0" smtClean="0"/>
              <a:t> </a:t>
            </a:r>
            <a:r>
              <a:rPr lang="en-US" dirty="0" err="1" smtClean="0"/>
              <a:t>généralement</a:t>
            </a:r>
            <a:r>
              <a:rPr lang="en-US" dirty="0" smtClean="0"/>
              <a:t> à la </a:t>
            </a:r>
            <a:r>
              <a:rPr lang="en-US" dirty="0" err="1" smtClean="0"/>
              <a:t>douane</a:t>
            </a:r>
            <a:r>
              <a:rPr lang="en-US" dirty="0" smtClean="0"/>
              <a:t>, à determiner le </a:t>
            </a:r>
            <a:r>
              <a:rPr lang="en-US" dirty="0" err="1" smtClean="0"/>
              <a:t>montant</a:t>
            </a:r>
            <a:r>
              <a:rPr lang="en-US" dirty="0" smtClean="0"/>
              <a:t> des droits de </a:t>
            </a:r>
            <a:r>
              <a:rPr lang="en-US" dirty="0" err="1" smtClean="0"/>
              <a:t>douane</a:t>
            </a:r>
            <a:r>
              <a:rPr lang="en-US" dirty="0" smtClean="0"/>
              <a:t> </a:t>
            </a:r>
            <a:r>
              <a:rPr lang="en-US" dirty="0" err="1" smtClean="0"/>
              <a:t>exigibles</a:t>
            </a:r>
            <a:r>
              <a:rPr lang="en-US" dirty="0" smtClean="0"/>
              <a:t> et à </a:t>
            </a:r>
            <a:r>
              <a:rPr lang="en-US" dirty="0" err="1" smtClean="0"/>
              <a:t>réaliser</a:t>
            </a:r>
            <a:r>
              <a:rPr lang="en-US" dirty="0" smtClean="0"/>
              <a:t> </a:t>
            </a:r>
            <a:r>
              <a:rPr lang="en-US" dirty="0" err="1" smtClean="0"/>
              <a:t>certains</a:t>
            </a:r>
            <a:r>
              <a:rPr lang="en-US" dirty="0" smtClean="0"/>
              <a:t> </a:t>
            </a:r>
            <a:r>
              <a:rPr lang="en-US" dirty="0" err="1" smtClean="0"/>
              <a:t>contrôles</a:t>
            </a:r>
            <a:r>
              <a:rPr lang="en-US" dirty="0" smtClean="0"/>
              <a:t> sous </a:t>
            </a:r>
            <a:r>
              <a:rPr lang="en-US" smtClean="0"/>
              <a:t>surveillance douanière.</a:t>
            </a:r>
            <a:endParaRPr lang="en-US" dirty="0" smtClean="0"/>
          </a:p>
          <a:p>
            <a:r>
              <a:rPr lang="en-US" dirty="0" smtClean="0"/>
              <a:t>Le </a:t>
            </a:r>
            <a:r>
              <a:rPr lang="en-US" dirty="0" err="1" smtClean="0"/>
              <a:t>titulaire</a:t>
            </a:r>
            <a:r>
              <a:rPr lang="en-US" dirty="0" smtClean="0"/>
              <a:t> de </a:t>
            </a:r>
            <a:r>
              <a:rPr lang="en-US" dirty="0" err="1" smtClean="0"/>
              <a:t>l’autorisation</a:t>
            </a:r>
            <a:r>
              <a:rPr lang="en-US" dirty="0" smtClean="0"/>
              <a:t> </a:t>
            </a:r>
            <a:r>
              <a:rPr lang="en-US" dirty="0" err="1" smtClean="0"/>
              <a:t>peut</a:t>
            </a:r>
            <a:r>
              <a:rPr lang="en-US" dirty="0" smtClean="0"/>
              <a:t> </a:t>
            </a:r>
            <a:r>
              <a:rPr lang="en-US" dirty="0" err="1" smtClean="0"/>
              <a:t>être</a:t>
            </a:r>
            <a:r>
              <a:rPr lang="en-US" dirty="0" smtClean="0"/>
              <a:t> </a:t>
            </a:r>
            <a:r>
              <a:rPr lang="en-US" dirty="0" err="1" smtClean="0"/>
              <a:t>autorisé</a:t>
            </a:r>
            <a:r>
              <a:rPr lang="en-US" dirty="0" smtClean="0"/>
              <a:t> à faire </a:t>
            </a:r>
            <a:r>
              <a:rPr lang="en-US" dirty="0" err="1" smtClean="0"/>
              <a:t>lui-même</a:t>
            </a:r>
            <a:r>
              <a:rPr lang="en-US" dirty="0" smtClean="0"/>
              <a:t> des </a:t>
            </a:r>
            <a:r>
              <a:rPr lang="en-US" dirty="0" err="1" smtClean="0"/>
              <a:t>contrôles</a:t>
            </a:r>
            <a:r>
              <a:rPr lang="en-US" dirty="0" smtClean="0"/>
              <a:t> </a:t>
            </a:r>
            <a:r>
              <a:rPr lang="en-US" dirty="0" err="1" smtClean="0"/>
              <a:t>en</a:t>
            </a:r>
            <a:r>
              <a:rPr lang="en-US" dirty="0" smtClean="0"/>
              <a:t> </a:t>
            </a:r>
            <a:r>
              <a:rPr lang="en-US" dirty="0" err="1" smtClean="0"/>
              <a:t>matière</a:t>
            </a:r>
            <a:r>
              <a:rPr lang="en-US" dirty="0" smtClean="0"/>
              <a:t> de </a:t>
            </a:r>
            <a:r>
              <a:rPr lang="en-US" dirty="0" smtClean="0">
                <a:hlinkClick r:id="rId2"/>
              </a:rPr>
              <a:t>prohibitions </a:t>
            </a:r>
            <a:r>
              <a:rPr lang="en-US" smtClean="0">
                <a:hlinkClick r:id="rId2"/>
              </a:rPr>
              <a:t>et restrictions</a:t>
            </a:r>
            <a:r>
              <a:rPr lang="en-US" smtClean="0"/>
              <a:t>.</a:t>
            </a:r>
            <a:endParaRPr lang="en-US" dirty="0" smtClean="0"/>
          </a:p>
          <a:p>
            <a:r>
              <a:rPr lang="en-US" dirty="0" smtClean="0"/>
              <a:t>Si le </a:t>
            </a:r>
            <a:r>
              <a:rPr lang="en-US" dirty="0" err="1" smtClean="0"/>
              <a:t>demandeur</a:t>
            </a:r>
            <a:r>
              <a:rPr lang="en-US" dirty="0" smtClean="0"/>
              <a:t> de </a:t>
            </a:r>
            <a:r>
              <a:rPr lang="en-US" dirty="0" err="1" smtClean="0"/>
              <a:t>l’autorisation</a:t>
            </a:r>
            <a:r>
              <a:rPr lang="en-US" dirty="0" smtClean="0"/>
              <a:t> </a:t>
            </a:r>
            <a:r>
              <a:rPr lang="en-US" dirty="0" err="1" smtClean="0"/>
              <a:t>est</a:t>
            </a:r>
            <a:r>
              <a:rPr lang="en-US" dirty="0" smtClean="0"/>
              <a:t> </a:t>
            </a:r>
            <a:r>
              <a:rPr lang="en-US" dirty="0" err="1" smtClean="0"/>
              <a:t>titulaire</a:t>
            </a:r>
            <a:r>
              <a:rPr lang="en-US" dirty="0" smtClean="0"/>
              <a:t> </a:t>
            </a:r>
            <a:r>
              <a:rPr lang="en-US" dirty="0" err="1" smtClean="0"/>
              <a:t>d’une</a:t>
            </a:r>
            <a:r>
              <a:rPr lang="en-US" dirty="0" smtClean="0"/>
              <a:t> </a:t>
            </a:r>
            <a:r>
              <a:rPr lang="en-US" dirty="0" err="1" smtClean="0"/>
              <a:t>autorisation</a:t>
            </a:r>
            <a:r>
              <a:rPr lang="en-US" dirty="0" smtClean="0"/>
              <a:t> EIDR, la </a:t>
            </a:r>
            <a:r>
              <a:rPr lang="en-US" dirty="0" err="1" smtClean="0"/>
              <a:t>demande</a:t>
            </a:r>
            <a:r>
              <a:rPr lang="en-US" dirty="0" smtClean="0"/>
              <a:t> </a:t>
            </a:r>
            <a:r>
              <a:rPr lang="en-US" dirty="0" err="1" smtClean="0"/>
              <a:t>d’autoévaluation</a:t>
            </a:r>
            <a:r>
              <a:rPr lang="en-US" dirty="0" smtClean="0"/>
              <a:t> </a:t>
            </a:r>
            <a:r>
              <a:rPr lang="en-US" dirty="0" err="1" smtClean="0"/>
              <a:t>doit</a:t>
            </a:r>
            <a:r>
              <a:rPr lang="en-US" dirty="0" smtClean="0"/>
              <a:t> porter sur les régimes </a:t>
            </a:r>
            <a:r>
              <a:rPr lang="en-US" dirty="0" err="1" smtClean="0"/>
              <a:t>douaniers</a:t>
            </a:r>
            <a:r>
              <a:rPr lang="en-US" dirty="0" smtClean="0"/>
              <a:t> </a:t>
            </a:r>
            <a:r>
              <a:rPr lang="en-US" dirty="0" err="1" smtClean="0"/>
              <a:t>prévues</a:t>
            </a:r>
            <a:r>
              <a:rPr lang="en-US" dirty="0" smtClean="0"/>
              <a:t> </a:t>
            </a:r>
            <a:r>
              <a:rPr lang="en-US" dirty="0" err="1" smtClean="0"/>
              <a:t>dans</a:t>
            </a:r>
            <a:r>
              <a:rPr lang="en-US" dirty="0" smtClean="0"/>
              <a:t> </a:t>
            </a:r>
            <a:r>
              <a:rPr lang="en-US" err="1" smtClean="0"/>
              <a:t>l’autorisation</a:t>
            </a:r>
            <a:r>
              <a:rPr lang="en-US" smtClean="0"/>
              <a:t> EIDR.  </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25</a:t>
            </a:fld>
            <a:endParaRPr lang="lb-LU"/>
          </a:p>
        </p:txBody>
      </p:sp>
    </p:spTree>
    <p:extLst>
      <p:ext uri="{BB962C8B-B14F-4D97-AF65-F5344CB8AC3E}">
        <p14:creationId xmlns:p14="http://schemas.microsoft.com/office/powerpoint/2010/main" val="2942750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Autoévaluation</a:t>
            </a:r>
            <a:endParaRPr lang="en-US" dirty="0"/>
          </a:p>
        </p:txBody>
      </p:sp>
      <p:sp>
        <p:nvSpPr>
          <p:cNvPr id="3" name="Inhaltsplatzhalter 2"/>
          <p:cNvSpPr>
            <a:spLocks noGrp="1"/>
          </p:cNvSpPr>
          <p:nvPr>
            <p:ph idx="1"/>
          </p:nvPr>
        </p:nvSpPr>
        <p:spPr/>
        <p:txBody>
          <a:bodyPr/>
          <a:lstStyle/>
          <a:p>
            <a:r>
              <a:rPr lang="en-US" dirty="0" smtClean="0"/>
              <a:t>Pour </a:t>
            </a:r>
            <a:r>
              <a:rPr lang="en-US" dirty="0" err="1" smtClean="0"/>
              <a:t>pouvoir</a:t>
            </a:r>
            <a:r>
              <a:rPr lang="en-US" dirty="0" smtClean="0"/>
              <a:t> demander </a:t>
            </a:r>
            <a:r>
              <a:rPr lang="en-US" dirty="0" err="1" smtClean="0"/>
              <a:t>l’autorisation</a:t>
            </a:r>
            <a:r>
              <a:rPr lang="en-US" dirty="0" smtClean="0"/>
              <a:t>, le </a:t>
            </a:r>
            <a:r>
              <a:rPr lang="en-US" dirty="0" err="1" smtClean="0"/>
              <a:t>demandeur</a:t>
            </a:r>
            <a:r>
              <a:rPr lang="en-US" dirty="0" smtClean="0"/>
              <a:t> </a:t>
            </a:r>
            <a:r>
              <a:rPr lang="en-US" dirty="0" err="1" smtClean="0"/>
              <a:t>doit</a:t>
            </a:r>
            <a:r>
              <a:rPr lang="en-US" dirty="0" smtClean="0"/>
              <a:t> </a:t>
            </a:r>
            <a:r>
              <a:rPr lang="en-US" dirty="0" err="1" smtClean="0"/>
              <a:t>être</a:t>
            </a:r>
            <a:r>
              <a:rPr lang="en-US" dirty="0" smtClean="0"/>
              <a:t> un OEA pour les simplifications </a:t>
            </a:r>
            <a:r>
              <a:rPr lang="en-US" dirty="0" err="1" smtClean="0"/>
              <a:t>douanières</a:t>
            </a:r>
            <a:r>
              <a:rPr lang="en-US" dirty="0" smtClean="0"/>
              <a:t>.</a:t>
            </a:r>
          </a:p>
          <a:p>
            <a:r>
              <a:rPr lang="en-US" dirty="0" err="1" smtClean="0"/>
              <a:t>L’autorisation</a:t>
            </a:r>
            <a:r>
              <a:rPr lang="en-US" dirty="0" smtClean="0"/>
              <a:t> </a:t>
            </a:r>
            <a:r>
              <a:rPr lang="en-US" dirty="0" err="1" smtClean="0"/>
              <a:t>est</a:t>
            </a:r>
            <a:r>
              <a:rPr lang="en-US" dirty="0" smtClean="0"/>
              <a:t> </a:t>
            </a:r>
            <a:r>
              <a:rPr lang="en-US" dirty="0" err="1" smtClean="0"/>
              <a:t>demandée</a:t>
            </a:r>
            <a:r>
              <a:rPr lang="en-US" dirty="0" smtClean="0"/>
              <a:t> par </a:t>
            </a:r>
            <a:r>
              <a:rPr lang="en-US" dirty="0" err="1" smtClean="0"/>
              <a:t>l’OE</a:t>
            </a:r>
            <a:r>
              <a:rPr lang="en-US" dirty="0" smtClean="0"/>
              <a:t> via le </a:t>
            </a:r>
            <a:r>
              <a:rPr lang="en-US" dirty="0" err="1" smtClean="0"/>
              <a:t>système</a:t>
            </a:r>
            <a:r>
              <a:rPr lang="en-US" dirty="0" smtClean="0"/>
              <a:t> des </a:t>
            </a:r>
            <a:r>
              <a:rPr lang="en-US" dirty="0" err="1" smtClean="0"/>
              <a:t>décisions</a:t>
            </a:r>
            <a:r>
              <a:rPr lang="en-US" dirty="0" smtClean="0"/>
              <a:t> </a:t>
            </a:r>
            <a:r>
              <a:rPr lang="en-US" dirty="0" err="1" smtClean="0"/>
              <a:t>douanières</a:t>
            </a:r>
            <a:r>
              <a:rPr lang="en-US" smtClean="0"/>
              <a:t> CDS.</a:t>
            </a:r>
          </a:p>
          <a:p>
            <a:r>
              <a:rPr lang="en-US"/>
              <a:t>Les informations à fournir dans la demande sont répertoriés dans la colonne </a:t>
            </a:r>
            <a:r>
              <a:rPr lang="en-US" smtClean="0"/>
              <a:t>7d </a:t>
            </a:r>
            <a:r>
              <a:rPr lang="en-US"/>
              <a:t>de l’</a:t>
            </a:r>
            <a:r>
              <a:rPr lang="en-US">
                <a:hlinkClick r:id="rId2"/>
              </a:rPr>
              <a:t>annexe A du règlement délégué</a:t>
            </a:r>
            <a:r>
              <a:rPr lang="en-US"/>
              <a:t>.</a:t>
            </a:r>
          </a:p>
          <a:p>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26</a:t>
            </a:fld>
            <a:endParaRPr lang="lb-LU"/>
          </a:p>
        </p:txBody>
      </p:sp>
    </p:spTree>
    <p:extLst>
      <p:ext uri="{BB962C8B-B14F-4D97-AF65-F5344CB8AC3E}">
        <p14:creationId xmlns:p14="http://schemas.microsoft.com/office/powerpoint/2010/main" val="2131528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ctr"/>
            <a:r>
              <a:rPr lang="fr-FR" smtClean="0"/>
              <a:t>Traitement de la demande d’autorisation Autoévaluation par la douane</a:t>
            </a:r>
            <a:endParaRPr lang="fr-FR"/>
          </a:p>
        </p:txBody>
      </p:sp>
      <p:sp>
        <p:nvSpPr>
          <p:cNvPr id="3" name="Inhaltsplatzhalter 2"/>
          <p:cNvSpPr>
            <a:spLocks noGrp="1"/>
          </p:cNvSpPr>
          <p:nvPr>
            <p:ph idx="1"/>
          </p:nvPr>
        </p:nvSpPr>
        <p:spPr/>
        <p:txBody>
          <a:bodyPr>
            <a:normAutofit fontScale="92500" lnSpcReduction="10000"/>
          </a:bodyPr>
          <a:lstStyle/>
          <a:p>
            <a:r>
              <a:rPr lang="fr-FR"/>
              <a:t>Dans les 30 jours suivant la réception de la demande, la douane notifie l’acceptation de la </a:t>
            </a:r>
            <a:r>
              <a:rPr lang="fr-FR" smtClean="0"/>
              <a:t>demande.</a:t>
            </a:r>
            <a:endParaRPr lang="fr-FR"/>
          </a:p>
          <a:p>
            <a:r>
              <a:rPr lang="fr-FR"/>
              <a:t>Si par contre la demande n’est pas complète, le demandeur dispose d’un délai supplémentaire de 30 jours (à partir du moment de la demande de la douane) pour fournir les informations </a:t>
            </a:r>
            <a:r>
              <a:rPr lang="fr-FR" smtClean="0"/>
              <a:t>manquantes.</a:t>
            </a:r>
          </a:p>
          <a:p>
            <a:r>
              <a:rPr lang="fr-FR" smtClean="0"/>
              <a:t>Après l’acceptation de la demande un pré-audit est effectué par la douane, ceci pour vérifier si l’OE répond aux conditions pour pouvoir bénéficier de l’autorisation.</a:t>
            </a:r>
          </a:p>
          <a:p>
            <a:r>
              <a:rPr lang="fr-FR" smtClean="0"/>
              <a:t>Au plus tard 120 jours après l’acceptation de la demande la douane notifie sa décision à l’OE. Toutefois ce délai peut être prolongé de 30 jours, dans le cas ou la douane a besoin d’un délai supplémentaire pour statuer sur la demande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27</a:t>
            </a:fld>
            <a:endParaRPr lang="lb-LU"/>
          </a:p>
        </p:txBody>
      </p:sp>
    </p:spTree>
    <p:extLst>
      <p:ext uri="{BB962C8B-B14F-4D97-AF65-F5344CB8AC3E}">
        <p14:creationId xmlns:p14="http://schemas.microsoft.com/office/powerpoint/2010/main" val="2367807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fr-FR"/>
          </a:p>
        </p:txBody>
      </p:sp>
      <p:sp>
        <p:nvSpPr>
          <p:cNvPr id="3" name="Inhaltsplatzhalter 2"/>
          <p:cNvSpPr>
            <a:spLocks noGrp="1"/>
          </p:cNvSpPr>
          <p:nvPr>
            <p:ph idx="1"/>
          </p:nvPr>
        </p:nvSpPr>
        <p:spPr/>
        <p:txBody>
          <a:bodyPr/>
          <a:lstStyle/>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28</a:t>
            </a:fld>
            <a:endParaRPr lang="lb-LU"/>
          </a:p>
        </p:txBody>
      </p:sp>
      <p:pic>
        <p:nvPicPr>
          <p:cNvPr id="5" name="Inhaltsplatzhalter 4"/>
          <p:cNvPicPr>
            <a:picLocks noChangeAspect="1"/>
          </p:cNvPicPr>
          <p:nvPr/>
        </p:nvPicPr>
        <p:blipFill>
          <a:blip r:embed="rId2"/>
          <a:stretch>
            <a:fillRect/>
          </a:stretch>
        </p:blipFill>
        <p:spPr>
          <a:xfrm>
            <a:off x="5180838" y="3751688"/>
            <a:ext cx="1830324" cy="1929384"/>
          </a:xfrm>
          <a:prstGeom prst="rect">
            <a:avLst/>
          </a:prstGeom>
        </p:spPr>
      </p:pic>
      <p:sp>
        <p:nvSpPr>
          <p:cNvPr id="6" name="Rechteck 5"/>
          <p:cNvSpPr/>
          <p:nvPr/>
        </p:nvSpPr>
        <p:spPr>
          <a:xfrm>
            <a:off x="4838765" y="3244334"/>
            <a:ext cx="2514471" cy="707886"/>
          </a:xfrm>
          <a:prstGeom prst="rect">
            <a:avLst/>
          </a:prstGeom>
        </p:spPr>
        <p:txBody>
          <a:bodyPr wrap="none">
            <a:spAutoFit/>
          </a:bodyPr>
          <a:lstStyle/>
          <a:p>
            <a:pPr algn="ctr"/>
            <a:r>
              <a:rPr lang="de-LU" sz="4000">
                <a:solidFill>
                  <a:srgbClr val="000000"/>
                </a:solidFill>
                <a:latin typeface="Calibri" panose="020F0502020204030204" pitchFamily="34" charset="0"/>
              </a:rPr>
              <a:t>Questions?</a:t>
            </a:r>
          </a:p>
        </p:txBody>
      </p:sp>
    </p:spTree>
    <p:extLst>
      <p:ext uri="{BB962C8B-B14F-4D97-AF65-F5344CB8AC3E}">
        <p14:creationId xmlns:p14="http://schemas.microsoft.com/office/powerpoint/2010/main" val="250779460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2029</Words>
  <Application>Microsoft Office PowerPoint</Application>
  <PresentationFormat>Widescreen</PresentationFormat>
  <Paragraphs>166</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Thème Office</vt:lpstr>
      <vt:lpstr>Simplifications</vt:lpstr>
      <vt:lpstr>Types de simplifications</vt:lpstr>
      <vt:lpstr>Simplification de l’établissement des déclarations en douane relatives à des marchandises relevant de différentes sous-positions tarifaires 1/2</vt:lpstr>
      <vt:lpstr>Simplification de l’établissement des déclarations en douane relatives à des marchandises relevant de différentes sous-positions tarifaires 2/2</vt:lpstr>
      <vt:lpstr>Dédouanement centralisé </vt:lpstr>
      <vt:lpstr>Dédouanement centralisé: Régimes concernées</vt:lpstr>
      <vt:lpstr>Conditions pour pouvoir demander une autorisation de dédouanement centralisé</vt:lpstr>
      <vt:lpstr>Demande d’autorisation de la demande de dédouanement centralisé</vt:lpstr>
      <vt:lpstr>Traitement de la demande par la douane 1/2</vt:lpstr>
      <vt:lpstr>Traitement de la demande par la douane 2/2</vt:lpstr>
      <vt:lpstr>Perception des droits et taxes en cas de dédouanement centralisé</vt:lpstr>
      <vt:lpstr>Dépôt de la déclaration de dédouanement centralisé 1/2</vt:lpstr>
      <vt:lpstr>Dépôt de la déclaration de dédouanement centralisé 2/2</vt:lpstr>
      <vt:lpstr>Dédouanement centralisé: Obligations en matière de statistiques </vt:lpstr>
      <vt:lpstr>Inscription dans les écritures du declarant (EIDR)</vt:lpstr>
      <vt:lpstr>Dispense de présentation dans le cadre d’EIDR</vt:lpstr>
      <vt:lpstr>EIDR:Régimes concernées</vt:lpstr>
      <vt:lpstr>Conditions pour pouvoir demander une autorisation EIDR</vt:lpstr>
      <vt:lpstr>Demande d’autorisation EIDR</vt:lpstr>
      <vt:lpstr>Traitement de la demande d’autorisation EIDR par la douane</vt:lpstr>
      <vt:lpstr>Déclaration EIDR: Modalités pratiques 1/2</vt:lpstr>
      <vt:lpstr>Déclaration EIDR: Modalités pratiques 2/2</vt:lpstr>
      <vt:lpstr>EIDR: Délai de dépôt de la déclaration complémentaire</vt:lpstr>
      <vt:lpstr>EIDR:Renonciation à la déclaration complémentaire </vt:lpstr>
      <vt:lpstr>Autoévaluation</vt:lpstr>
      <vt:lpstr>Autoévaluation</vt:lpstr>
      <vt:lpstr>Traitement de la demande d’autorisation Autoévaluation par la douane</vt:lpstr>
      <vt:lpstr>PowerPoint Presentation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schweitzer</cp:lastModifiedBy>
  <cp:revision>261</cp:revision>
  <dcterms:created xsi:type="dcterms:W3CDTF">2018-09-26T09:04:10Z</dcterms:created>
  <dcterms:modified xsi:type="dcterms:W3CDTF">2024-10-04T08:00:05Z</dcterms:modified>
</cp:coreProperties>
</file>