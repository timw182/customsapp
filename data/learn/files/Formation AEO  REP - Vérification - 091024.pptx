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256" r:id="rId2"/>
    <p:sldId id="270" r:id="rId3"/>
    <p:sldId id="271" r:id="rId4"/>
    <p:sldId id="272" r:id="rId5"/>
    <p:sldId id="273" r:id="rId6"/>
    <p:sldId id="274" r:id="rId7"/>
    <p:sldId id="257" r:id="rId8"/>
    <p:sldId id="258" r:id="rId9"/>
    <p:sldId id="259" r:id="rId10"/>
    <p:sldId id="263" r:id="rId11"/>
    <p:sldId id="260" r:id="rId12"/>
    <p:sldId id="265" r:id="rId13"/>
    <p:sldId id="266" r:id="rId14"/>
    <p:sldId id="267" r:id="rId15"/>
    <p:sldId id="262" r:id="rId16"/>
    <p:sldId id="261" r:id="rId17"/>
    <p:sldId id="268" r:id="rId18"/>
    <p:sldId id="264" r:id="rId19"/>
    <p:sldId id="269" r:id="rId20"/>
    <p:sldId id="275" r:id="rId21"/>
  </p:sldIdLst>
  <p:sldSz cx="12192000" cy="6858000"/>
  <p:notesSz cx="6797675" cy="9926638"/>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9C7B4F-934B-4D14-826A-A7708455A20A}" v="236" dt="2020-06-01T07:10:30.954"/>
    <p1510:client id="{E76598A3-A913-4822-A8F1-CB075C0F86B7}" v="3" dt="2020-06-01T12:24:58.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115" d="100"/>
          <a:sy n="115" d="100"/>
        </p:scale>
        <p:origin x="25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2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 Id="rId12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lph kemp" userId="b9b5e5f6d19aaab0" providerId="LiveId" clId="{A29C7B4F-934B-4D14-826A-A7708455A20A}"/>
    <pc:docChg chg="undo custSel mod addSld delSld modSld sldOrd">
      <pc:chgData name="ralph kemp" userId="b9b5e5f6d19aaab0" providerId="LiveId" clId="{A29C7B4F-934B-4D14-826A-A7708455A20A}" dt="2020-06-01T07:11:13.518" v="7318" actId="20577"/>
      <pc:docMkLst>
        <pc:docMk/>
      </pc:docMkLst>
      <pc:sldChg chg="del">
        <pc:chgData name="ralph kemp" userId="b9b5e5f6d19aaab0" providerId="LiveId" clId="{A29C7B4F-934B-4D14-826A-A7708455A20A}" dt="2020-06-01T06:00:07.425" v="5949" actId="2696"/>
        <pc:sldMkLst>
          <pc:docMk/>
          <pc:sldMk cId="786570699" sldId="257"/>
        </pc:sldMkLst>
      </pc:sldChg>
      <pc:sldChg chg="del">
        <pc:chgData name="ralph kemp" userId="b9b5e5f6d19aaab0" providerId="LiveId" clId="{A29C7B4F-934B-4D14-826A-A7708455A20A}" dt="2020-06-01T06:00:46.035" v="5951" actId="2696"/>
        <pc:sldMkLst>
          <pc:docMk/>
          <pc:sldMk cId="1824659767" sldId="258"/>
        </pc:sldMkLst>
      </pc:sldChg>
      <pc:sldChg chg="modSp mod">
        <pc:chgData name="ralph kemp" userId="b9b5e5f6d19aaab0" providerId="LiveId" clId="{A29C7B4F-934B-4D14-826A-A7708455A20A}" dt="2020-06-01T06:04:01.849" v="6035" actId="1076"/>
        <pc:sldMkLst>
          <pc:docMk/>
          <pc:sldMk cId="2363639681" sldId="259"/>
        </pc:sldMkLst>
        <pc:spChg chg="mod">
          <ac:chgData name="ralph kemp" userId="b9b5e5f6d19aaab0" providerId="LiveId" clId="{A29C7B4F-934B-4D14-826A-A7708455A20A}" dt="2020-06-01T06:04:01.849" v="6035" actId="1076"/>
          <ac:spMkLst>
            <pc:docMk/>
            <pc:sldMk cId="2363639681" sldId="259"/>
            <ac:spMk id="2" creationId="{00000000-0000-0000-0000-000000000000}"/>
          </ac:spMkLst>
        </pc:spChg>
        <pc:spChg chg="mod">
          <ac:chgData name="ralph kemp" userId="b9b5e5f6d19aaab0" providerId="LiveId" clId="{A29C7B4F-934B-4D14-826A-A7708455A20A}" dt="2020-06-01T06:03:53.567" v="6033" actId="1076"/>
          <ac:spMkLst>
            <pc:docMk/>
            <pc:sldMk cId="2363639681" sldId="259"/>
            <ac:spMk id="3" creationId="{00000000-0000-0000-0000-000000000000}"/>
          </ac:spMkLst>
        </pc:spChg>
      </pc:sldChg>
      <pc:sldChg chg="modSp del mod">
        <pc:chgData name="ralph kemp" userId="b9b5e5f6d19aaab0" providerId="LiveId" clId="{A29C7B4F-934B-4D14-826A-A7708455A20A}" dt="2020-06-01T06:02:29.076" v="5965" actId="2696"/>
        <pc:sldMkLst>
          <pc:docMk/>
          <pc:sldMk cId="1880347331" sldId="260"/>
        </pc:sldMkLst>
        <pc:spChg chg="mod">
          <ac:chgData name="ralph kemp" userId="b9b5e5f6d19aaab0" providerId="LiveId" clId="{A29C7B4F-934B-4D14-826A-A7708455A20A}" dt="2020-06-01T06:02:07.812" v="5960" actId="21"/>
          <ac:spMkLst>
            <pc:docMk/>
            <pc:sldMk cId="1880347331" sldId="260"/>
            <ac:spMk id="3" creationId="{00000000-0000-0000-0000-000000000000}"/>
          </ac:spMkLst>
        </pc:spChg>
      </pc:sldChg>
      <pc:sldChg chg="modSp mod">
        <pc:chgData name="ralph kemp" userId="b9b5e5f6d19aaab0" providerId="LiveId" clId="{A29C7B4F-934B-4D14-826A-A7708455A20A}" dt="2020-06-01T06:11:36.112" v="6188" actId="27636"/>
        <pc:sldMkLst>
          <pc:docMk/>
          <pc:sldMk cId="2701221404" sldId="261"/>
        </pc:sldMkLst>
        <pc:spChg chg="mod">
          <ac:chgData name="ralph kemp" userId="b9b5e5f6d19aaab0" providerId="LiveId" clId="{A29C7B4F-934B-4D14-826A-A7708455A20A}" dt="2020-06-01T06:05:37.980" v="6070" actId="20577"/>
          <ac:spMkLst>
            <pc:docMk/>
            <pc:sldMk cId="2701221404" sldId="261"/>
            <ac:spMk id="2" creationId="{00000000-0000-0000-0000-000000000000}"/>
          </ac:spMkLst>
        </pc:spChg>
        <pc:spChg chg="mod">
          <ac:chgData name="ralph kemp" userId="b9b5e5f6d19aaab0" providerId="LiveId" clId="{A29C7B4F-934B-4D14-826A-A7708455A20A}" dt="2020-06-01T06:11:36.112" v="6188" actId="27636"/>
          <ac:spMkLst>
            <pc:docMk/>
            <pc:sldMk cId="2701221404" sldId="261"/>
            <ac:spMk id="3" creationId="{00000000-0000-0000-0000-000000000000}"/>
          </ac:spMkLst>
        </pc:spChg>
      </pc:sldChg>
      <pc:sldChg chg="modSp del mod">
        <pc:chgData name="ralph kemp" userId="b9b5e5f6d19aaab0" providerId="LiveId" clId="{A29C7B4F-934B-4D14-826A-A7708455A20A}" dt="2020-06-01T06:09:57.881" v="6173" actId="2696"/>
        <pc:sldMkLst>
          <pc:docMk/>
          <pc:sldMk cId="86556387" sldId="262"/>
        </pc:sldMkLst>
        <pc:spChg chg="mod">
          <ac:chgData name="ralph kemp" userId="b9b5e5f6d19aaab0" providerId="LiveId" clId="{A29C7B4F-934B-4D14-826A-A7708455A20A}" dt="2020-06-01T06:07:34.076" v="6135" actId="21"/>
          <ac:spMkLst>
            <pc:docMk/>
            <pc:sldMk cId="86556387" sldId="262"/>
            <ac:spMk id="3" creationId="{00000000-0000-0000-0000-000000000000}"/>
          </ac:spMkLst>
        </pc:spChg>
      </pc:sldChg>
      <pc:sldChg chg="delSp modSp mod">
        <pc:chgData name="ralph kemp" userId="b9b5e5f6d19aaab0" providerId="LiveId" clId="{A29C7B4F-934B-4D14-826A-A7708455A20A}" dt="2020-06-01T06:13:12.174" v="6235" actId="1076"/>
        <pc:sldMkLst>
          <pc:docMk/>
          <pc:sldMk cId="2547356398" sldId="263"/>
        </pc:sldMkLst>
        <pc:spChg chg="mod">
          <ac:chgData name="ralph kemp" userId="b9b5e5f6d19aaab0" providerId="LiveId" clId="{A29C7B4F-934B-4D14-826A-A7708455A20A}" dt="2020-06-01T06:13:12.174" v="6235" actId="1076"/>
          <ac:spMkLst>
            <pc:docMk/>
            <pc:sldMk cId="2547356398" sldId="263"/>
            <ac:spMk id="3" creationId="{00000000-0000-0000-0000-000000000000}"/>
          </ac:spMkLst>
        </pc:spChg>
        <pc:picChg chg="del">
          <ac:chgData name="ralph kemp" userId="b9b5e5f6d19aaab0" providerId="LiveId" clId="{A29C7B4F-934B-4D14-826A-A7708455A20A}" dt="2020-06-01T06:10:40.541" v="6178" actId="478"/>
          <ac:picMkLst>
            <pc:docMk/>
            <pc:sldMk cId="2547356398" sldId="263"/>
            <ac:picMk id="5" creationId="{00000000-0000-0000-0000-000000000000}"/>
          </ac:picMkLst>
        </pc:picChg>
      </pc:sldChg>
      <pc:sldChg chg="modSp mod">
        <pc:chgData name="ralph kemp" userId="b9b5e5f6d19aaab0" providerId="LiveId" clId="{A29C7B4F-934B-4D14-826A-A7708455A20A}" dt="2020-06-01T06:10:35.426" v="6177" actId="1076"/>
        <pc:sldMkLst>
          <pc:docMk/>
          <pc:sldMk cId="862864849" sldId="264"/>
        </pc:sldMkLst>
        <pc:spChg chg="mod">
          <ac:chgData name="ralph kemp" userId="b9b5e5f6d19aaab0" providerId="LiveId" clId="{A29C7B4F-934B-4D14-826A-A7708455A20A}" dt="2020-06-01T06:09:27.166" v="6171" actId="20577"/>
          <ac:spMkLst>
            <pc:docMk/>
            <pc:sldMk cId="862864849" sldId="264"/>
            <ac:spMk id="2" creationId="{00000000-0000-0000-0000-000000000000}"/>
          </ac:spMkLst>
        </pc:spChg>
        <pc:spChg chg="mod">
          <ac:chgData name="ralph kemp" userId="b9b5e5f6d19aaab0" providerId="LiveId" clId="{A29C7B4F-934B-4D14-826A-A7708455A20A}" dt="2020-06-01T06:10:24.152" v="6175" actId="122"/>
          <ac:spMkLst>
            <pc:docMk/>
            <pc:sldMk cId="862864849" sldId="264"/>
            <ac:spMk id="3" creationId="{00000000-0000-0000-0000-000000000000}"/>
          </ac:spMkLst>
        </pc:spChg>
        <pc:picChg chg="mod">
          <ac:chgData name="ralph kemp" userId="b9b5e5f6d19aaab0" providerId="LiveId" clId="{A29C7B4F-934B-4D14-826A-A7708455A20A}" dt="2020-06-01T06:10:35.426" v="6177" actId="1076"/>
          <ac:picMkLst>
            <pc:docMk/>
            <pc:sldMk cId="862864849" sldId="264"/>
            <ac:picMk id="5" creationId="{00000000-0000-0000-0000-000000000000}"/>
          </ac:picMkLst>
        </pc:picChg>
      </pc:sldChg>
      <pc:sldChg chg="modSp mod">
        <pc:chgData name="ralph kemp" userId="b9b5e5f6d19aaab0" providerId="LiveId" clId="{A29C7B4F-934B-4D14-826A-A7708455A20A}" dt="2020-06-01T06:15:16.891" v="6252" actId="20577"/>
        <pc:sldMkLst>
          <pc:docMk/>
          <pc:sldMk cId="1073301653" sldId="265"/>
        </pc:sldMkLst>
        <pc:spChg chg="mod">
          <ac:chgData name="ralph kemp" userId="b9b5e5f6d19aaab0" providerId="LiveId" clId="{A29C7B4F-934B-4D14-826A-A7708455A20A}" dt="2020-06-01T06:15:16.891" v="6252" actId="20577"/>
          <ac:spMkLst>
            <pc:docMk/>
            <pc:sldMk cId="1073301653" sldId="265"/>
            <ac:spMk id="2" creationId="{00000000-0000-0000-0000-000000000000}"/>
          </ac:spMkLst>
        </pc:spChg>
        <pc:graphicFrameChg chg="mod">
          <ac:chgData name="ralph kemp" userId="b9b5e5f6d19aaab0" providerId="LiveId" clId="{A29C7B4F-934B-4D14-826A-A7708455A20A}" dt="2020-06-01T06:14:43.175" v="6246" actId="6559"/>
          <ac:graphicFrameMkLst>
            <pc:docMk/>
            <pc:sldMk cId="1073301653" sldId="265"/>
            <ac:graphicFrameMk id="5" creationId="{00000000-0000-0000-0000-000000000000}"/>
          </ac:graphicFrameMkLst>
        </pc:graphicFrameChg>
      </pc:sldChg>
      <pc:sldChg chg="modSp">
        <pc:chgData name="ralph kemp" userId="b9b5e5f6d19aaab0" providerId="LiveId" clId="{A29C7B4F-934B-4D14-826A-A7708455A20A}" dt="2020-06-01T06:16:44.964" v="6271" actId="6559"/>
        <pc:sldMkLst>
          <pc:docMk/>
          <pc:sldMk cId="4241626609" sldId="266"/>
        </pc:sldMkLst>
        <pc:graphicFrameChg chg="mod">
          <ac:chgData name="ralph kemp" userId="b9b5e5f6d19aaab0" providerId="LiveId" clId="{A29C7B4F-934B-4D14-826A-A7708455A20A}" dt="2020-06-01T06:16:44.964" v="6271" actId="6559"/>
          <ac:graphicFrameMkLst>
            <pc:docMk/>
            <pc:sldMk cId="4241626609" sldId="266"/>
            <ac:graphicFrameMk id="5" creationId="{00000000-0000-0000-0000-000000000000}"/>
          </ac:graphicFrameMkLst>
        </pc:graphicFrameChg>
      </pc:sldChg>
      <pc:sldChg chg="modSp mod">
        <pc:chgData name="ralph kemp" userId="b9b5e5f6d19aaab0" providerId="LiveId" clId="{A29C7B4F-934B-4D14-826A-A7708455A20A}" dt="2020-06-01T06:18:02.528" v="6315" actId="1076"/>
        <pc:sldMkLst>
          <pc:docMk/>
          <pc:sldMk cId="408362590" sldId="267"/>
        </pc:sldMkLst>
        <pc:spChg chg="mod">
          <ac:chgData name="ralph kemp" userId="b9b5e5f6d19aaab0" providerId="LiveId" clId="{A29C7B4F-934B-4D14-826A-A7708455A20A}" dt="2020-06-01T06:18:02.528" v="6315" actId="1076"/>
          <ac:spMkLst>
            <pc:docMk/>
            <pc:sldMk cId="408362590" sldId="267"/>
            <ac:spMk id="2" creationId="{00000000-0000-0000-0000-000000000000}"/>
          </ac:spMkLst>
        </pc:spChg>
        <pc:spChg chg="mod">
          <ac:chgData name="ralph kemp" userId="b9b5e5f6d19aaab0" providerId="LiveId" clId="{A29C7B4F-934B-4D14-826A-A7708455A20A}" dt="2020-06-01T06:17:59.188" v="6314" actId="1076"/>
          <ac:spMkLst>
            <pc:docMk/>
            <pc:sldMk cId="408362590" sldId="267"/>
            <ac:spMk id="3" creationId="{00000000-0000-0000-0000-000000000000}"/>
          </ac:spMkLst>
        </pc:spChg>
      </pc:sldChg>
      <pc:sldChg chg="del">
        <pc:chgData name="ralph kemp" userId="b9b5e5f6d19aaab0" providerId="LiveId" clId="{A29C7B4F-934B-4D14-826A-A7708455A20A}" dt="2020-06-01T06:18:58.945" v="6316" actId="2696"/>
        <pc:sldMkLst>
          <pc:docMk/>
          <pc:sldMk cId="2168527577" sldId="268"/>
        </pc:sldMkLst>
      </pc:sldChg>
      <pc:sldChg chg="del">
        <pc:chgData name="ralph kemp" userId="b9b5e5f6d19aaab0" providerId="LiveId" clId="{A29C7B4F-934B-4D14-826A-A7708455A20A}" dt="2020-06-01T06:18:58.945" v="6316" actId="2696"/>
        <pc:sldMkLst>
          <pc:docMk/>
          <pc:sldMk cId="4177723236" sldId="269"/>
        </pc:sldMkLst>
      </pc:sldChg>
      <pc:sldChg chg="del">
        <pc:chgData name="ralph kemp" userId="b9b5e5f6d19aaab0" providerId="LiveId" clId="{A29C7B4F-934B-4D14-826A-A7708455A20A}" dt="2020-06-01T06:18:58.945" v="6316" actId="2696"/>
        <pc:sldMkLst>
          <pc:docMk/>
          <pc:sldMk cId="4037132285" sldId="270"/>
        </pc:sldMkLst>
      </pc:sldChg>
      <pc:sldChg chg="modSp mod">
        <pc:chgData name="ralph kemp" userId="b9b5e5f6d19aaab0" providerId="LiveId" clId="{A29C7B4F-934B-4D14-826A-A7708455A20A}" dt="2020-06-01T06:20:38.098" v="6356" actId="20577"/>
        <pc:sldMkLst>
          <pc:docMk/>
          <pc:sldMk cId="346588168" sldId="271"/>
        </pc:sldMkLst>
        <pc:spChg chg="mod">
          <ac:chgData name="ralph kemp" userId="b9b5e5f6d19aaab0" providerId="LiveId" clId="{A29C7B4F-934B-4D14-826A-A7708455A20A}" dt="2020-06-01T06:20:38.098" v="6356" actId="20577"/>
          <ac:spMkLst>
            <pc:docMk/>
            <pc:sldMk cId="346588168" sldId="271"/>
            <ac:spMk id="2" creationId="{00000000-0000-0000-0000-000000000000}"/>
          </ac:spMkLst>
        </pc:spChg>
      </pc:sldChg>
      <pc:sldChg chg="modSp">
        <pc:chgData name="ralph kemp" userId="b9b5e5f6d19aaab0" providerId="LiveId" clId="{A29C7B4F-934B-4D14-826A-A7708455A20A}" dt="2020-06-01T06:24:45.460" v="6500" actId="20577"/>
        <pc:sldMkLst>
          <pc:docMk/>
          <pc:sldMk cId="1755588568" sldId="272"/>
        </pc:sldMkLst>
        <pc:graphicFrameChg chg="mod">
          <ac:chgData name="ralph kemp" userId="b9b5e5f6d19aaab0" providerId="LiveId" clId="{A29C7B4F-934B-4D14-826A-A7708455A20A}" dt="2020-06-01T06:24:45.460" v="6500" actId="20577"/>
          <ac:graphicFrameMkLst>
            <pc:docMk/>
            <pc:sldMk cId="1755588568" sldId="272"/>
            <ac:graphicFrameMk id="5" creationId="{00000000-0000-0000-0000-000000000000}"/>
          </ac:graphicFrameMkLst>
        </pc:graphicFrameChg>
      </pc:sldChg>
      <pc:sldChg chg="modSp mod">
        <pc:chgData name="ralph kemp" userId="b9b5e5f6d19aaab0" providerId="LiveId" clId="{A29C7B4F-934B-4D14-826A-A7708455A20A}" dt="2020-06-01T06:43:58.152" v="6846" actId="20577"/>
        <pc:sldMkLst>
          <pc:docMk/>
          <pc:sldMk cId="3918976556" sldId="273"/>
        </pc:sldMkLst>
        <pc:spChg chg="mod">
          <ac:chgData name="ralph kemp" userId="b9b5e5f6d19aaab0" providerId="LiveId" clId="{A29C7B4F-934B-4D14-826A-A7708455A20A}" dt="2020-06-01T06:43:58.152" v="6846" actId="20577"/>
          <ac:spMkLst>
            <pc:docMk/>
            <pc:sldMk cId="3918976556" sldId="273"/>
            <ac:spMk id="2" creationId="{00000000-0000-0000-0000-000000000000}"/>
          </ac:spMkLst>
        </pc:spChg>
        <pc:spChg chg="mod">
          <ac:chgData name="ralph kemp" userId="b9b5e5f6d19aaab0" providerId="LiveId" clId="{A29C7B4F-934B-4D14-826A-A7708455A20A}" dt="2020-06-01T06:28:52.377" v="6570" actId="14100"/>
          <ac:spMkLst>
            <pc:docMk/>
            <pc:sldMk cId="3918976556" sldId="273"/>
            <ac:spMk id="3" creationId="{00000000-0000-0000-0000-000000000000}"/>
          </ac:spMkLst>
        </pc:spChg>
        <pc:spChg chg="mod">
          <ac:chgData name="ralph kemp" userId="b9b5e5f6d19aaab0" providerId="LiveId" clId="{A29C7B4F-934B-4D14-826A-A7708455A20A}" dt="2020-06-01T06:27:35.062" v="6564" actId="1076"/>
          <ac:spMkLst>
            <pc:docMk/>
            <pc:sldMk cId="3918976556" sldId="273"/>
            <ac:spMk id="6" creationId="{00000000-0000-0000-0000-000000000000}"/>
          </ac:spMkLst>
        </pc:spChg>
        <pc:picChg chg="mod">
          <ac:chgData name="ralph kemp" userId="b9b5e5f6d19aaab0" providerId="LiveId" clId="{A29C7B4F-934B-4D14-826A-A7708455A20A}" dt="2020-06-01T06:27:39.308" v="6565" actId="1076"/>
          <ac:picMkLst>
            <pc:docMk/>
            <pc:sldMk cId="3918976556" sldId="273"/>
            <ac:picMk id="5" creationId="{00000000-0000-0000-0000-000000000000}"/>
          </ac:picMkLst>
        </pc:picChg>
      </pc:sldChg>
      <pc:sldChg chg="modSp mod">
        <pc:chgData name="ralph kemp" userId="b9b5e5f6d19aaab0" providerId="LiveId" clId="{A29C7B4F-934B-4D14-826A-A7708455A20A}" dt="2020-06-01T06:31:49.966" v="6608" actId="1076"/>
        <pc:sldMkLst>
          <pc:docMk/>
          <pc:sldMk cId="1875805434" sldId="274"/>
        </pc:sldMkLst>
        <pc:spChg chg="mod">
          <ac:chgData name="ralph kemp" userId="b9b5e5f6d19aaab0" providerId="LiveId" clId="{A29C7B4F-934B-4D14-826A-A7708455A20A}" dt="2020-06-01T06:31:30.043" v="6607" actId="20577"/>
          <ac:spMkLst>
            <pc:docMk/>
            <pc:sldMk cId="1875805434" sldId="274"/>
            <ac:spMk id="3" creationId="{00000000-0000-0000-0000-000000000000}"/>
          </ac:spMkLst>
        </pc:spChg>
        <pc:spChg chg="mod">
          <ac:chgData name="ralph kemp" userId="b9b5e5f6d19aaab0" providerId="LiveId" clId="{A29C7B4F-934B-4D14-826A-A7708455A20A}" dt="2020-06-01T06:29:52.009" v="6590" actId="1076"/>
          <ac:spMkLst>
            <pc:docMk/>
            <pc:sldMk cId="1875805434" sldId="274"/>
            <ac:spMk id="6" creationId="{00000000-0000-0000-0000-000000000000}"/>
          </ac:spMkLst>
        </pc:spChg>
        <pc:picChg chg="mod">
          <ac:chgData name="ralph kemp" userId="b9b5e5f6d19aaab0" providerId="LiveId" clId="{A29C7B4F-934B-4D14-826A-A7708455A20A}" dt="2020-06-01T06:31:49.966" v="6608" actId="1076"/>
          <ac:picMkLst>
            <pc:docMk/>
            <pc:sldMk cId="1875805434" sldId="274"/>
            <ac:picMk id="5" creationId="{00000000-0000-0000-0000-000000000000}"/>
          </ac:picMkLst>
        </pc:picChg>
      </pc:sldChg>
      <pc:sldChg chg="modSp del mod">
        <pc:chgData name="ralph kemp" userId="b9b5e5f6d19aaab0" providerId="LiveId" clId="{A29C7B4F-934B-4D14-826A-A7708455A20A}" dt="2020-06-01T06:31:58.810" v="6609" actId="2696"/>
        <pc:sldMkLst>
          <pc:docMk/>
          <pc:sldMk cId="2496809258" sldId="275"/>
        </pc:sldMkLst>
        <pc:spChg chg="mod">
          <ac:chgData name="ralph kemp" userId="b9b5e5f6d19aaab0" providerId="LiveId" clId="{A29C7B4F-934B-4D14-826A-A7708455A20A}" dt="2020-06-01T06:30:07.337" v="6591" actId="255"/>
          <ac:spMkLst>
            <pc:docMk/>
            <pc:sldMk cId="2496809258" sldId="275"/>
            <ac:spMk id="3" creationId="{00000000-0000-0000-0000-000000000000}"/>
          </ac:spMkLst>
        </pc:spChg>
      </pc:sldChg>
      <pc:sldChg chg="modSp mod">
        <pc:chgData name="ralph kemp" userId="b9b5e5f6d19aaab0" providerId="LiveId" clId="{A29C7B4F-934B-4D14-826A-A7708455A20A}" dt="2020-06-01T06:35:28.296" v="6721" actId="1076"/>
        <pc:sldMkLst>
          <pc:docMk/>
          <pc:sldMk cId="515912946" sldId="276"/>
        </pc:sldMkLst>
        <pc:spChg chg="mod">
          <ac:chgData name="ralph kemp" userId="b9b5e5f6d19aaab0" providerId="LiveId" clId="{A29C7B4F-934B-4D14-826A-A7708455A20A}" dt="2020-06-01T06:35:10.264" v="6715" actId="20577"/>
          <ac:spMkLst>
            <pc:docMk/>
            <pc:sldMk cId="515912946" sldId="276"/>
            <ac:spMk id="2" creationId="{00000000-0000-0000-0000-000000000000}"/>
          </ac:spMkLst>
        </pc:spChg>
        <pc:spChg chg="mod">
          <ac:chgData name="ralph kemp" userId="b9b5e5f6d19aaab0" providerId="LiveId" clId="{A29C7B4F-934B-4D14-826A-A7708455A20A}" dt="2020-06-01T06:35:22.832" v="6720" actId="20577"/>
          <ac:spMkLst>
            <pc:docMk/>
            <pc:sldMk cId="515912946" sldId="276"/>
            <ac:spMk id="3" creationId="{00000000-0000-0000-0000-000000000000}"/>
          </ac:spMkLst>
        </pc:spChg>
        <pc:picChg chg="mod">
          <ac:chgData name="ralph kemp" userId="b9b5e5f6d19aaab0" providerId="LiveId" clId="{A29C7B4F-934B-4D14-826A-A7708455A20A}" dt="2020-06-01T06:35:28.296" v="6721" actId="1076"/>
          <ac:picMkLst>
            <pc:docMk/>
            <pc:sldMk cId="515912946" sldId="276"/>
            <ac:picMk id="5" creationId="{00000000-0000-0000-0000-000000000000}"/>
          </ac:picMkLst>
        </pc:picChg>
      </pc:sldChg>
      <pc:sldChg chg="modSp mod">
        <pc:chgData name="ralph kemp" userId="b9b5e5f6d19aaab0" providerId="LiveId" clId="{A29C7B4F-934B-4D14-826A-A7708455A20A}" dt="2020-06-01T06:47:46.243" v="6980" actId="20577"/>
        <pc:sldMkLst>
          <pc:docMk/>
          <pc:sldMk cId="1072159602" sldId="277"/>
        </pc:sldMkLst>
        <pc:spChg chg="mod">
          <ac:chgData name="ralph kemp" userId="b9b5e5f6d19aaab0" providerId="LiveId" clId="{A29C7B4F-934B-4D14-826A-A7708455A20A}" dt="2020-06-01T06:47:46.243" v="6980" actId="20577"/>
          <ac:spMkLst>
            <pc:docMk/>
            <pc:sldMk cId="1072159602" sldId="277"/>
            <ac:spMk id="3" creationId="{00000000-0000-0000-0000-000000000000}"/>
          </ac:spMkLst>
        </pc:spChg>
      </pc:sldChg>
      <pc:sldChg chg="addSp modSp mod">
        <pc:chgData name="ralph kemp" userId="b9b5e5f6d19aaab0" providerId="LiveId" clId="{A29C7B4F-934B-4D14-826A-A7708455A20A}" dt="2020-06-01T06:51:43.421" v="7038" actId="12"/>
        <pc:sldMkLst>
          <pc:docMk/>
          <pc:sldMk cId="3241968902" sldId="278"/>
        </pc:sldMkLst>
        <pc:spChg chg="mod">
          <ac:chgData name="ralph kemp" userId="b9b5e5f6d19aaab0" providerId="LiveId" clId="{A29C7B4F-934B-4D14-826A-A7708455A20A}" dt="2020-06-01T06:47:55.803" v="6991" actId="20577"/>
          <ac:spMkLst>
            <pc:docMk/>
            <pc:sldMk cId="3241968902" sldId="278"/>
            <ac:spMk id="2" creationId="{00000000-0000-0000-0000-000000000000}"/>
          </ac:spMkLst>
        </pc:spChg>
        <pc:spChg chg="mod">
          <ac:chgData name="ralph kemp" userId="b9b5e5f6d19aaab0" providerId="LiveId" clId="{A29C7B4F-934B-4D14-826A-A7708455A20A}" dt="2020-06-01T06:51:43.421" v="7038" actId="12"/>
          <ac:spMkLst>
            <pc:docMk/>
            <pc:sldMk cId="3241968902" sldId="278"/>
            <ac:spMk id="3" creationId="{00000000-0000-0000-0000-000000000000}"/>
          </ac:spMkLst>
        </pc:spChg>
        <pc:spChg chg="add mod">
          <ac:chgData name="ralph kemp" userId="b9b5e5f6d19aaab0" providerId="LiveId" clId="{A29C7B4F-934B-4D14-826A-A7708455A20A}" dt="2020-06-01T06:50:05.705" v="7016" actId="1076"/>
          <ac:spMkLst>
            <pc:docMk/>
            <pc:sldMk cId="3241968902" sldId="278"/>
            <ac:spMk id="7" creationId="{3BB4215C-FEF4-4B2D-B321-6FDB6262D68C}"/>
          </ac:spMkLst>
        </pc:spChg>
        <pc:picChg chg="add mod">
          <ac:chgData name="ralph kemp" userId="b9b5e5f6d19aaab0" providerId="LiveId" clId="{A29C7B4F-934B-4D14-826A-A7708455A20A}" dt="2020-06-01T06:49:31.088" v="7009" actId="1076"/>
          <ac:picMkLst>
            <pc:docMk/>
            <pc:sldMk cId="3241968902" sldId="278"/>
            <ac:picMk id="5" creationId="{B6437AC0-7DE3-4A0D-AF27-FDD6A63C6D4D}"/>
          </ac:picMkLst>
        </pc:picChg>
        <pc:picChg chg="add mod">
          <ac:chgData name="ralph kemp" userId="b9b5e5f6d19aaab0" providerId="LiveId" clId="{A29C7B4F-934B-4D14-826A-A7708455A20A}" dt="2020-06-01T06:49:50.067" v="7013" actId="1076"/>
          <ac:picMkLst>
            <pc:docMk/>
            <pc:sldMk cId="3241968902" sldId="278"/>
            <ac:picMk id="6" creationId="{7D5D0A39-54C3-409E-AFB5-AF2EEF5ACA40}"/>
          </ac:picMkLst>
        </pc:picChg>
        <pc:picChg chg="add mod">
          <ac:chgData name="ralph kemp" userId="b9b5e5f6d19aaab0" providerId="LiveId" clId="{A29C7B4F-934B-4D14-826A-A7708455A20A}" dt="2020-06-01T06:50:22.365" v="7019" actId="1076"/>
          <ac:picMkLst>
            <pc:docMk/>
            <pc:sldMk cId="3241968902" sldId="278"/>
            <ac:picMk id="8" creationId="{A5B2B31F-9D33-487A-85A2-8E397094A9B0}"/>
          </ac:picMkLst>
        </pc:picChg>
      </pc:sldChg>
      <pc:sldChg chg="delSp modSp del mod">
        <pc:chgData name="ralph kemp" userId="b9b5e5f6d19aaab0" providerId="LiveId" clId="{A29C7B4F-934B-4D14-826A-A7708455A20A}" dt="2020-06-01T06:50:37.075" v="7021" actId="2696"/>
        <pc:sldMkLst>
          <pc:docMk/>
          <pc:sldMk cId="1582153969" sldId="279"/>
        </pc:sldMkLst>
        <pc:spChg chg="mod">
          <ac:chgData name="ralph kemp" userId="b9b5e5f6d19aaab0" providerId="LiveId" clId="{A29C7B4F-934B-4D14-826A-A7708455A20A}" dt="2020-06-01T06:48:22.740" v="6995" actId="21"/>
          <ac:spMkLst>
            <pc:docMk/>
            <pc:sldMk cId="1582153969" sldId="279"/>
            <ac:spMk id="3" creationId="{00000000-0000-0000-0000-000000000000}"/>
          </ac:spMkLst>
        </pc:spChg>
        <pc:spChg chg="del mod">
          <ac:chgData name="ralph kemp" userId="b9b5e5f6d19aaab0" providerId="LiveId" clId="{A29C7B4F-934B-4D14-826A-A7708455A20A}" dt="2020-06-01T06:49:55.692" v="7014" actId="21"/>
          <ac:spMkLst>
            <pc:docMk/>
            <pc:sldMk cId="1582153969" sldId="279"/>
            <ac:spMk id="7" creationId="{00000000-0000-0000-0000-000000000000}"/>
          </ac:spMkLst>
        </pc:spChg>
        <pc:spChg chg="del mod">
          <ac:chgData name="ralph kemp" userId="b9b5e5f6d19aaab0" providerId="LiveId" clId="{A29C7B4F-934B-4D14-826A-A7708455A20A}" dt="2020-06-01T06:50:10.415" v="7017" actId="21"/>
          <ac:spMkLst>
            <pc:docMk/>
            <pc:sldMk cId="1582153969" sldId="279"/>
            <ac:spMk id="8" creationId="{00000000-0000-0000-0000-000000000000}"/>
          </ac:spMkLst>
        </pc:spChg>
        <pc:picChg chg="del mod">
          <ac:chgData name="ralph kemp" userId="b9b5e5f6d19aaab0" providerId="LiveId" clId="{A29C7B4F-934B-4D14-826A-A7708455A20A}" dt="2020-06-01T06:49:18.851" v="7006" actId="21"/>
          <ac:picMkLst>
            <pc:docMk/>
            <pc:sldMk cId="1582153969" sldId="279"/>
            <ac:picMk id="5" creationId="{00000000-0000-0000-0000-000000000000}"/>
          </ac:picMkLst>
        </pc:picChg>
        <pc:picChg chg="del mod">
          <ac:chgData name="ralph kemp" userId="b9b5e5f6d19aaab0" providerId="LiveId" clId="{A29C7B4F-934B-4D14-826A-A7708455A20A}" dt="2020-06-01T06:49:36.850" v="7011" actId="21"/>
          <ac:picMkLst>
            <pc:docMk/>
            <pc:sldMk cId="1582153969" sldId="279"/>
            <ac:picMk id="6" creationId="{00000000-0000-0000-0000-000000000000}"/>
          </ac:picMkLst>
        </pc:picChg>
      </pc:sldChg>
      <pc:sldChg chg="addSp modSp mod">
        <pc:chgData name="ralph kemp" userId="b9b5e5f6d19aaab0" providerId="LiveId" clId="{A29C7B4F-934B-4D14-826A-A7708455A20A}" dt="2020-06-01T06:57:49.292" v="7104" actId="1076"/>
        <pc:sldMkLst>
          <pc:docMk/>
          <pc:sldMk cId="3582666542" sldId="280"/>
        </pc:sldMkLst>
        <pc:spChg chg="mod">
          <ac:chgData name="ralph kemp" userId="b9b5e5f6d19aaab0" providerId="LiveId" clId="{A29C7B4F-934B-4D14-826A-A7708455A20A}" dt="2020-06-01T06:57:25.603" v="7101" actId="1076"/>
          <ac:spMkLst>
            <pc:docMk/>
            <pc:sldMk cId="3582666542" sldId="280"/>
            <ac:spMk id="3" creationId="{00000000-0000-0000-0000-000000000000}"/>
          </ac:spMkLst>
        </pc:spChg>
        <pc:picChg chg="add mod modCrop">
          <ac:chgData name="ralph kemp" userId="b9b5e5f6d19aaab0" providerId="LiveId" clId="{A29C7B4F-934B-4D14-826A-A7708455A20A}" dt="2020-06-01T06:57:44.942" v="7103" actId="1076"/>
          <ac:picMkLst>
            <pc:docMk/>
            <pc:sldMk cId="3582666542" sldId="280"/>
            <ac:picMk id="5" creationId="{23F688A6-2CE9-4BF1-8E8A-EFC23C196B34}"/>
          </ac:picMkLst>
        </pc:picChg>
        <pc:picChg chg="add mod">
          <ac:chgData name="ralph kemp" userId="b9b5e5f6d19aaab0" providerId="LiveId" clId="{A29C7B4F-934B-4D14-826A-A7708455A20A}" dt="2020-06-01T06:57:49.292" v="7104" actId="1076"/>
          <ac:picMkLst>
            <pc:docMk/>
            <pc:sldMk cId="3582666542" sldId="280"/>
            <ac:picMk id="6" creationId="{84E8A3BD-AB4A-413C-B11B-F240C551AC12}"/>
          </ac:picMkLst>
        </pc:picChg>
        <pc:picChg chg="add mod">
          <ac:chgData name="ralph kemp" userId="b9b5e5f6d19aaab0" providerId="LiveId" clId="{A29C7B4F-934B-4D14-826A-A7708455A20A}" dt="2020-06-01T06:57:32.126" v="7102" actId="1076"/>
          <ac:picMkLst>
            <pc:docMk/>
            <pc:sldMk cId="3582666542" sldId="280"/>
            <ac:picMk id="7" creationId="{46761C3A-1AA8-40B3-88C2-1AF99DA66ED1}"/>
          </ac:picMkLst>
        </pc:picChg>
      </pc:sldChg>
      <pc:sldChg chg="delSp modSp del mod">
        <pc:chgData name="ralph kemp" userId="b9b5e5f6d19aaab0" providerId="LiveId" clId="{A29C7B4F-934B-4D14-826A-A7708455A20A}" dt="2020-06-01T06:56:06.272" v="7094" actId="2696"/>
        <pc:sldMkLst>
          <pc:docMk/>
          <pc:sldMk cId="1557400213" sldId="282"/>
        </pc:sldMkLst>
        <pc:spChg chg="mod">
          <ac:chgData name="ralph kemp" userId="b9b5e5f6d19aaab0" providerId="LiveId" clId="{A29C7B4F-934B-4D14-826A-A7708455A20A}" dt="2020-06-01T06:52:21.394" v="7041" actId="21"/>
          <ac:spMkLst>
            <pc:docMk/>
            <pc:sldMk cId="1557400213" sldId="282"/>
            <ac:spMk id="3" creationId="{00000000-0000-0000-0000-000000000000}"/>
          </ac:spMkLst>
        </pc:spChg>
        <pc:spChg chg="del">
          <ac:chgData name="ralph kemp" userId="b9b5e5f6d19aaab0" providerId="LiveId" clId="{A29C7B4F-934B-4D14-826A-A7708455A20A}" dt="2020-06-01T06:55:28.740" v="7088" actId="21"/>
          <ac:spMkLst>
            <pc:docMk/>
            <pc:sldMk cId="1557400213" sldId="282"/>
            <ac:spMk id="7" creationId="{00000000-0000-0000-0000-000000000000}"/>
          </ac:spMkLst>
        </pc:spChg>
        <pc:picChg chg="del">
          <ac:chgData name="ralph kemp" userId="b9b5e5f6d19aaab0" providerId="LiveId" clId="{A29C7B4F-934B-4D14-826A-A7708455A20A}" dt="2020-06-01T06:54:33.686" v="7083" actId="21"/>
          <ac:picMkLst>
            <pc:docMk/>
            <pc:sldMk cId="1557400213" sldId="282"/>
            <ac:picMk id="5" creationId="{00000000-0000-0000-0000-000000000000}"/>
          </ac:picMkLst>
        </pc:picChg>
        <pc:picChg chg="del">
          <ac:chgData name="ralph kemp" userId="b9b5e5f6d19aaab0" providerId="LiveId" clId="{A29C7B4F-934B-4D14-826A-A7708455A20A}" dt="2020-06-01T06:55:46.860" v="7091" actId="21"/>
          <ac:picMkLst>
            <pc:docMk/>
            <pc:sldMk cId="1557400213" sldId="282"/>
            <ac:picMk id="6" creationId="{00000000-0000-0000-0000-000000000000}"/>
          </ac:picMkLst>
        </pc:picChg>
      </pc:sldChg>
      <pc:sldChg chg="modSp mod">
        <pc:chgData name="ralph kemp" userId="b9b5e5f6d19aaab0" providerId="LiveId" clId="{A29C7B4F-934B-4D14-826A-A7708455A20A}" dt="2020-06-01T06:33:32.044" v="6650" actId="1076"/>
        <pc:sldMkLst>
          <pc:docMk/>
          <pc:sldMk cId="2948794998" sldId="283"/>
        </pc:sldMkLst>
        <pc:spChg chg="mod">
          <ac:chgData name="ralph kemp" userId="b9b5e5f6d19aaab0" providerId="LiveId" clId="{A29C7B4F-934B-4D14-826A-A7708455A20A}" dt="2020-06-01T06:33:32.044" v="6650" actId="1076"/>
          <ac:spMkLst>
            <pc:docMk/>
            <pc:sldMk cId="2948794998" sldId="283"/>
            <ac:spMk id="2" creationId="{00000000-0000-0000-0000-000000000000}"/>
          </ac:spMkLst>
        </pc:spChg>
        <pc:spChg chg="mod">
          <ac:chgData name="ralph kemp" userId="b9b5e5f6d19aaab0" providerId="LiveId" clId="{A29C7B4F-934B-4D14-826A-A7708455A20A}" dt="2020-06-01T06:33:25.820" v="6648" actId="1076"/>
          <ac:spMkLst>
            <pc:docMk/>
            <pc:sldMk cId="2948794998" sldId="283"/>
            <ac:spMk id="3" creationId="{00000000-0000-0000-0000-000000000000}"/>
          </ac:spMkLst>
        </pc:spChg>
      </pc:sldChg>
      <pc:sldChg chg="modSp mod">
        <pc:chgData name="ralph kemp" userId="b9b5e5f6d19aaab0" providerId="LiveId" clId="{A29C7B4F-934B-4D14-826A-A7708455A20A}" dt="2020-06-01T06:34:12.778" v="6666" actId="1076"/>
        <pc:sldMkLst>
          <pc:docMk/>
          <pc:sldMk cId="1035910379" sldId="284"/>
        </pc:sldMkLst>
        <pc:spChg chg="mod">
          <ac:chgData name="ralph kemp" userId="b9b5e5f6d19aaab0" providerId="LiveId" clId="{A29C7B4F-934B-4D14-826A-A7708455A20A}" dt="2020-06-01T06:34:12.778" v="6666" actId="1076"/>
          <ac:spMkLst>
            <pc:docMk/>
            <pc:sldMk cId="1035910379" sldId="284"/>
            <ac:spMk id="2" creationId="{00000000-0000-0000-0000-000000000000}"/>
          </ac:spMkLst>
        </pc:spChg>
        <pc:picChg chg="mod">
          <ac:chgData name="ralph kemp" userId="b9b5e5f6d19aaab0" providerId="LiveId" clId="{A29C7B4F-934B-4D14-826A-A7708455A20A}" dt="2020-06-01T06:34:05.392" v="6665" actId="1076"/>
          <ac:picMkLst>
            <pc:docMk/>
            <pc:sldMk cId="1035910379" sldId="284"/>
            <ac:picMk id="5" creationId="{00000000-0000-0000-0000-000000000000}"/>
          </ac:picMkLst>
        </pc:picChg>
      </pc:sldChg>
      <pc:sldChg chg="del">
        <pc:chgData name="ralph kemp" userId="b9b5e5f6d19aaab0" providerId="LiveId" clId="{A29C7B4F-934B-4D14-826A-A7708455A20A}" dt="2020-06-01T06:18:58.945" v="6316" actId="2696"/>
        <pc:sldMkLst>
          <pc:docMk/>
          <pc:sldMk cId="3532394295" sldId="285"/>
        </pc:sldMkLst>
      </pc:sldChg>
      <pc:sldChg chg="del">
        <pc:chgData name="ralph kemp" userId="b9b5e5f6d19aaab0" providerId="LiveId" clId="{A29C7B4F-934B-4D14-826A-A7708455A20A}" dt="2020-06-01T06:18:58.945" v="6316" actId="2696"/>
        <pc:sldMkLst>
          <pc:docMk/>
          <pc:sldMk cId="572895228" sldId="286"/>
        </pc:sldMkLst>
      </pc:sldChg>
      <pc:sldChg chg="addSp modSp mod">
        <pc:chgData name="ralph kemp" userId="b9b5e5f6d19aaab0" providerId="LiveId" clId="{A29C7B4F-934B-4D14-826A-A7708455A20A}" dt="2020-05-31T09:06:45.806" v="1329" actId="1076"/>
        <pc:sldMkLst>
          <pc:docMk/>
          <pc:sldMk cId="1596027900" sldId="288"/>
        </pc:sldMkLst>
        <pc:spChg chg="add mod">
          <ac:chgData name="ralph kemp" userId="b9b5e5f6d19aaab0" providerId="LiveId" clId="{A29C7B4F-934B-4D14-826A-A7708455A20A}" dt="2020-05-31T09:06:45.806" v="1329" actId="1076"/>
          <ac:spMkLst>
            <pc:docMk/>
            <pc:sldMk cId="1596027900" sldId="288"/>
            <ac:spMk id="2" creationId="{7730438C-CAEF-408B-B75F-0E46E7E2CBD2}"/>
          </ac:spMkLst>
        </pc:spChg>
      </pc:sldChg>
      <pc:sldChg chg="addSp modSp mod">
        <pc:chgData name="ralph kemp" userId="b9b5e5f6d19aaab0" providerId="LiveId" clId="{A29C7B4F-934B-4D14-826A-A7708455A20A}" dt="2020-05-31T10:37:32.571" v="2766" actId="1076"/>
        <pc:sldMkLst>
          <pc:docMk/>
          <pc:sldMk cId="1944636126" sldId="289"/>
        </pc:sldMkLst>
        <pc:spChg chg="add mod">
          <ac:chgData name="ralph kemp" userId="b9b5e5f6d19aaab0" providerId="LiveId" clId="{A29C7B4F-934B-4D14-826A-A7708455A20A}" dt="2020-05-31T10:37:32.571" v="2766" actId="1076"/>
          <ac:spMkLst>
            <pc:docMk/>
            <pc:sldMk cId="1944636126" sldId="289"/>
            <ac:spMk id="2" creationId="{9D23EE6F-3010-4C13-ACE9-0862C19D2607}"/>
          </ac:spMkLst>
        </pc:spChg>
      </pc:sldChg>
      <pc:sldChg chg="modSp mod">
        <pc:chgData name="ralph kemp" userId="b9b5e5f6d19aaab0" providerId="LiveId" clId="{A29C7B4F-934B-4D14-826A-A7708455A20A}" dt="2020-05-31T10:52:09.677" v="3107" actId="1076"/>
        <pc:sldMkLst>
          <pc:docMk/>
          <pc:sldMk cId="578906670" sldId="292"/>
        </pc:sldMkLst>
        <pc:spChg chg="mod">
          <ac:chgData name="ralph kemp" userId="b9b5e5f6d19aaab0" providerId="LiveId" clId="{A29C7B4F-934B-4D14-826A-A7708455A20A}" dt="2020-05-31T10:52:09.677" v="3107" actId="1076"/>
          <ac:spMkLst>
            <pc:docMk/>
            <pc:sldMk cId="578906670" sldId="292"/>
            <ac:spMk id="2" creationId="{00000000-0000-0000-0000-000000000000}"/>
          </ac:spMkLst>
        </pc:spChg>
        <pc:spChg chg="mod">
          <ac:chgData name="ralph kemp" userId="b9b5e5f6d19aaab0" providerId="LiveId" clId="{A29C7B4F-934B-4D14-826A-A7708455A20A}" dt="2020-05-31T10:51:58.927" v="3105" actId="1076"/>
          <ac:spMkLst>
            <pc:docMk/>
            <pc:sldMk cId="578906670" sldId="292"/>
            <ac:spMk id="3" creationId="{00000000-0000-0000-0000-000000000000}"/>
          </ac:spMkLst>
        </pc:spChg>
      </pc:sldChg>
      <pc:sldChg chg="del">
        <pc:chgData name="ralph kemp" userId="b9b5e5f6d19aaab0" providerId="LiveId" clId="{A29C7B4F-934B-4D14-826A-A7708455A20A}" dt="2020-06-01T06:45:49.898" v="6889" actId="2696"/>
        <pc:sldMkLst>
          <pc:docMk/>
          <pc:sldMk cId="1340803127" sldId="296"/>
        </pc:sldMkLst>
      </pc:sldChg>
      <pc:sldChg chg="modSp mod">
        <pc:chgData name="ralph kemp" userId="b9b5e5f6d19aaab0" providerId="LiveId" clId="{A29C7B4F-934B-4D14-826A-A7708455A20A}" dt="2020-06-01T07:04:33.936" v="7272" actId="20577"/>
        <pc:sldMkLst>
          <pc:docMk/>
          <pc:sldMk cId="2018706929" sldId="298"/>
        </pc:sldMkLst>
        <pc:spChg chg="mod">
          <ac:chgData name="ralph kemp" userId="b9b5e5f6d19aaab0" providerId="LiveId" clId="{A29C7B4F-934B-4D14-826A-A7708455A20A}" dt="2020-06-01T07:04:33.936" v="7272" actId="20577"/>
          <ac:spMkLst>
            <pc:docMk/>
            <pc:sldMk cId="2018706929" sldId="298"/>
            <ac:spMk id="3" creationId="{00000000-0000-0000-0000-000000000000}"/>
          </ac:spMkLst>
        </pc:spChg>
      </pc:sldChg>
      <pc:sldChg chg="del">
        <pc:chgData name="ralph kemp" userId="b9b5e5f6d19aaab0" providerId="LiveId" clId="{A29C7B4F-934B-4D14-826A-A7708455A20A}" dt="2020-05-31T09:02:02.595" v="1124" actId="2696"/>
        <pc:sldMkLst>
          <pc:docMk/>
          <pc:sldMk cId="3627965087" sldId="299"/>
        </pc:sldMkLst>
      </pc:sldChg>
      <pc:sldChg chg="addSp delSp modSp mod">
        <pc:chgData name="ralph kemp" userId="b9b5e5f6d19aaab0" providerId="LiveId" clId="{A29C7B4F-934B-4D14-826A-A7708455A20A}" dt="2020-05-31T10:05:02.467" v="2161" actId="1076"/>
        <pc:sldMkLst>
          <pc:docMk/>
          <pc:sldMk cId="3412516943" sldId="301"/>
        </pc:sldMkLst>
        <pc:spChg chg="mod">
          <ac:chgData name="ralph kemp" userId="b9b5e5f6d19aaab0" providerId="LiveId" clId="{A29C7B4F-934B-4D14-826A-A7708455A20A}" dt="2020-05-31T10:04:57.964" v="2159" actId="14100"/>
          <ac:spMkLst>
            <pc:docMk/>
            <pc:sldMk cId="3412516943" sldId="301"/>
            <ac:spMk id="3" creationId="{00000000-0000-0000-0000-000000000000}"/>
          </ac:spMkLst>
        </pc:spChg>
        <pc:picChg chg="add del">
          <ac:chgData name="ralph kemp" userId="b9b5e5f6d19aaab0" providerId="LiveId" clId="{A29C7B4F-934B-4D14-826A-A7708455A20A}" dt="2020-05-30T09:00:05.797" v="941"/>
          <ac:picMkLst>
            <pc:docMk/>
            <pc:sldMk cId="3412516943" sldId="301"/>
            <ac:picMk id="5" creationId="{F785E756-E212-4CFC-A204-B12592E8D625}"/>
          </ac:picMkLst>
        </pc:picChg>
        <pc:picChg chg="add mod">
          <ac:chgData name="ralph kemp" userId="b9b5e5f6d19aaab0" providerId="LiveId" clId="{A29C7B4F-934B-4D14-826A-A7708455A20A}" dt="2020-05-31T10:05:02.467" v="2161" actId="1076"/>
          <ac:picMkLst>
            <pc:docMk/>
            <pc:sldMk cId="3412516943" sldId="301"/>
            <ac:picMk id="6" creationId="{C68F60A3-4725-4DF5-9FAF-BC57479734AC}"/>
          </ac:picMkLst>
        </pc:picChg>
      </pc:sldChg>
      <pc:sldChg chg="modSp mod">
        <pc:chgData name="ralph kemp" userId="b9b5e5f6d19aaab0" providerId="LiveId" clId="{A29C7B4F-934B-4D14-826A-A7708455A20A}" dt="2020-05-31T10:07:35.468" v="2183" actId="1076"/>
        <pc:sldMkLst>
          <pc:docMk/>
          <pc:sldMk cId="2398991298" sldId="302"/>
        </pc:sldMkLst>
        <pc:spChg chg="mod">
          <ac:chgData name="ralph kemp" userId="b9b5e5f6d19aaab0" providerId="LiveId" clId="{A29C7B4F-934B-4D14-826A-A7708455A20A}" dt="2020-05-31T10:05:11.100" v="2162" actId="14100"/>
          <ac:spMkLst>
            <pc:docMk/>
            <pc:sldMk cId="2398991298" sldId="302"/>
            <ac:spMk id="2" creationId="{00000000-0000-0000-0000-000000000000}"/>
          </ac:spMkLst>
        </pc:spChg>
        <pc:spChg chg="mod">
          <ac:chgData name="ralph kemp" userId="b9b5e5f6d19aaab0" providerId="LiveId" clId="{A29C7B4F-934B-4D14-826A-A7708455A20A}" dt="2020-05-31T10:07:35.468" v="2183" actId="1076"/>
          <ac:spMkLst>
            <pc:docMk/>
            <pc:sldMk cId="2398991298" sldId="302"/>
            <ac:spMk id="3" creationId="{00000000-0000-0000-0000-000000000000}"/>
          </ac:spMkLst>
        </pc:spChg>
      </pc:sldChg>
      <pc:sldChg chg="modSp mod">
        <pc:chgData name="ralph kemp" userId="b9b5e5f6d19aaab0" providerId="LiveId" clId="{A29C7B4F-934B-4D14-826A-A7708455A20A}" dt="2020-05-31T10:08:58.625" v="2194" actId="14100"/>
        <pc:sldMkLst>
          <pc:docMk/>
          <pc:sldMk cId="222315872" sldId="303"/>
        </pc:sldMkLst>
        <pc:spChg chg="mod">
          <ac:chgData name="ralph kemp" userId="b9b5e5f6d19aaab0" providerId="LiveId" clId="{A29C7B4F-934B-4D14-826A-A7708455A20A}" dt="2020-05-31T10:08:35.276" v="2189" actId="14100"/>
          <ac:spMkLst>
            <pc:docMk/>
            <pc:sldMk cId="222315872" sldId="303"/>
            <ac:spMk id="2" creationId="{00000000-0000-0000-0000-000000000000}"/>
          </ac:spMkLst>
        </pc:spChg>
        <pc:spChg chg="mod">
          <ac:chgData name="ralph kemp" userId="b9b5e5f6d19aaab0" providerId="LiveId" clId="{A29C7B4F-934B-4D14-826A-A7708455A20A}" dt="2020-05-31T10:08:58.625" v="2194" actId="14100"/>
          <ac:spMkLst>
            <pc:docMk/>
            <pc:sldMk cId="222315872" sldId="303"/>
            <ac:spMk id="3" creationId="{00000000-0000-0000-0000-000000000000}"/>
          </ac:spMkLst>
        </pc:spChg>
      </pc:sldChg>
      <pc:sldChg chg="delSp modSp mod">
        <pc:chgData name="ralph kemp" userId="b9b5e5f6d19aaab0" providerId="LiveId" clId="{A29C7B4F-934B-4D14-826A-A7708455A20A}" dt="2020-05-30T08:12:23.188" v="65" actId="1076"/>
        <pc:sldMkLst>
          <pc:docMk/>
          <pc:sldMk cId="694610766" sldId="304"/>
        </pc:sldMkLst>
        <pc:spChg chg="mod">
          <ac:chgData name="ralph kemp" userId="b9b5e5f6d19aaab0" providerId="LiveId" clId="{A29C7B4F-934B-4D14-826A-A7708455A20A}" dt="2020-05-30T08:10:30.608" v="33" actId="1076"/>
          <ac:spMkLst>
            <pc:docMk/>
            <pc:sldMk cId="694610766" sldId="304"/>
            <ac:spMk id="2" creationId="{00000000-0000-0000-0000-000000000000}"/>
          </ac:spMkLst>
        </pc:spChg>
        <pc:spChg chg="del">
          <ac:chgData name="ralph kemp" userId="b9b5e5f6d19aaab0" providerId="LiveId" clId="{A29C7B4F-934B-4D14-826A-A7708455A20A}" dt="2020-05-30T08:10:11.070" v="30" actId="478"/>
          <ac:spMkLst>
            <pc:docMk/>
            <pc:sldMk cId="694610766" sldId="304"/>
            <ac:spMk id="7" creationId="{0FE32E40-07A3-4DA3-89C4-1FFA7D9F02C0}"/>
          </ac:spMkLst>
        </pc:spChg>
        <pc:picChg chg="mod modCrop">
          <ac:chgData name="ralph kemp" userId="b9b5e5f6d19aaab0" providerId="LiveId" clId="{A29C7B4F-934B-4D14-826A-A7708455A20A}" dt="2020-05-30T08:12:23.188" v="65" actId="1076"/>
          <ac:picMkLst>
            <pc:docMk/>
            <pc:sldMk cId="694610766" sldId="304"/>
            <ac:picMk id="5" creationId="{00000000-0000-0000-0000-000000000000}"/>
          </ac:picMkLst>
        </pc:picChg>
      </pc:sldChg>
      <pc:sldChg chg="modSp mod">
        <pc:chgData name="ralph kemp" userId="b9b5e5f6d19aaab0" providerId="LiveId" clId="{A29C7B4F-934B-4D14-826A-A7708455A20A}" dt="2020-06-01T03:24:37.472" v="3437" actId="12"/>
        <pc:sldMkLst>
          <pc:docMk/>
          <pc:sldMk cId="4112560276" sldId="305"/>
        </pc:sldMkLst>
        <pc:spChg chg="mod">
          <ac:chgData name="ralph kemp" userId="b9b5e5f6d19aaab0" providerId="LiveId" clId="{A29C7B4F-934B-4D14-826A-A7708455A20A}" dt="2020-06-01T03:24:37.472" v="3437" actId="12"/>
          <ac:spMkLst>
            <pc:docMk/>
            <pc:sldMk cId="4112560276" sldId="305"/>
            <ac:spMk id="3" creationId="{00000000-0000-0000-0000-000000000000}"/>
          </ac:spMkLst>
        </pc:spChg>
      </pc:sldChg>
      <pc:sldChg chg="modSp mod">
        <pc:chgData name="ralph kemp" userId="b9b5e5f6d19aaab0" providerId="LiveId" clId="{A29C7B4F-934B-4D14-826A-A7708455A20A}" dt="2020-05-31T10:10:12.299" v="2218" actId="1076"/>
        <pc:sldMkLst>
          <pc:docMk/>
          <pc:sldMk cId="2742209578" sldId="306"/>
        </pc:sldMkLst>
        <pc:spChg chg="mod">
          <ac:chgData name="ralph kemp" userId="b9b5e5f6d19aaab0" providerId="LiveId" clId="{A29C7B4F-934B-4D14-826A-A7708455A20A}" dt="2020-05-31T10:09:54.908" v="2213" actId="14100"/>
          <ac:spMkLst>
            <pc:docMk/>
            <pc:sldMk cId="2742209578" sldId="306"/>
            <ac:spMk id="2" creationId="{00000000-0000-0000-0000-000000000000}"/>
          </ac:spMkLst>
        </pc:spChg>
        <pc:spChg chg="mod">
          <ac:chgData name="ralph kemp" userId="b9b5e5f6d19aaab0" providerId="LiveId" clId="{A29C7B4F-934B-4D14-826A-A7708455A20A}" dt="2020-05-31T10:10:12.299" v="2218" actId="1076"/>
          <ac:spMkLst>
            <pc:docMk/>
            <pc:sldMk cId="2742209578" sldId="306"/>
            <ac:spMk id="3" creationId="{00000000-0000-0000-0000-000000000000}"/>
          </ac:spMkLst>
        </pc:spChg>
      </pc:sldChg>
      <pc:sldChg chg="modSp mod">
        <pc:chgData name="ralph kemp" userId="b9b5e5f6d19aaab0" providerId="LiveId" clId="{A29C7B4F-934B-4D14-826A-A7708455A20A}" dt="2020-05-31T10:14:11.264" v="2293" actId="1076"/>
        <pc:sldMkLst>
          <pc:docMk/>
          <pc:sldMk cId="2434945104" sldId="308"/>
        </pc:sldMkLst>
        <pc:spChg chg="mod">
          <ac:chgData name="ralph kemp" userId="b9b5e5f6d19aaab0" providerId="LiveId" clId="{A29C7B4F-934B-4D14-826A-A7708455A20A}" dt="2020-05-31T10:14:11.264" v="2293" actId="1076"/>
          <ac:spMkLst>
            <pc:docMk/>
            <pc:sldMk cId="2434945104" sldId="308"/>
            <ac:spMk id="2" creationId="{00000000-0000-0000-0000-000000000000}"/>
          </ac:spMkLst>
        </pc:spChg>
        <pc:spChg chg="mod">
          <ac:chgData name="ralph kemp" userId="b9b5e5f6d19aaab0" providerId="LiveId" clId="{A29C7B4F-934B-4D14-826A-A7708455A20A}" dt="2020-05-31T10:14:07.436" v="2292" actId="1076"/>
          <ac:spMkLst>
            <pc:docMk/>
            <pc:sldMk cId="2434945104" sldId="308"/>
            <ac:spMk id="3" creationId="{00000000-0000-0000-0000-000000000000}"/>
          </ac:spMkLst>
        </pc:spChg>
      </pc:sldChg>
      <pc:sldChg chg="modSp mod">
        <pc:chgData name="ralph kemp" userId="b9b5e5f6d19aaab0" providerId="LiveId" clId="{A29C7B4F-934B-4D14-826A-A7708455A20A}" dt="2020-05-31T10:12:33.954" v="2247" actId="1076"/>
        <pc:sldMkLst>
          <pc:docMk/>
          <pc:sldMk cId="1674193263" sldId="309"/>
        </pc:sldMkLst>
        <pc:spChg chg="mod">
          <ac:chgData name="ralph kemp" userId="b9b5e5f6d19aaab0" providerId="LiveId" clId="{A29C7B4F-934B-4D14-826A-A7708455A20A}" dt="2020-05-31T10:12:33.954" v="2247" actId="1076"/>
          <ac:spMkLst>
            <pc:docMk/>
            <pc:sldMk cId="1674193263" sldId="309"/>
            <ac:spMk id="2" creationId="{00000000-0000-0000-0000-000000000000}"/>
          </ac:spMkLst>
        </pc:spChg>
        <pc:spChg chg="mod">
          <ac:chgData name="ralph kemp" userId="b9b5e5f6d19aaab0" providerId="LiveId" clId="{A29C7B4F-934B-4D14-826A-A7708455A20A}" dt="2020-05-31T10:12:30.443" v="2246" actId="1076"/>
          <ac:spMkLst>
            <pc:docMk/>
            <pc:sldMk cId="1674193263" sldId="309"/>
            <ac:spMk id="3" creationId="{00000000-0000-0000-0000-000000000000}"/>
          </ac:spMkLst>
        </pc:spChg>
      </pc:sldChg>
      <pc:sldChg chg="modSp mod">
        <pc:chgData name="ralph kemp" userId="b9b5e5f6d19aaab0" providerId="LiveId" clId="{A29C7B4F-934B-4D14-826A-A7708455A20A}" dt="2020-05-31T10:14:41.042" v="2303" actId="1076"/>
        <pc:sldMkLst>
          <pc:docMk/>
          <pc:sldMk cId="1290577488" sldId="310"/>
        </pc:sldMkLst>
        <pc:spChg chg="mod">
          <ac:chgData name="ralph kemp" userId="b9b5e5f6d19aaab0" providerId="LiveId" clId="{A29C7B4F-934B-4D14-826A-A7708455A20A}" dt="2020-05-31T10:14:23.912" v="2298" actId="14100"/>
          <ac:spMkLst>
            <pc:docMk/>
            <pc:sldMk cId="1290577488" sldId="310"/>
            <ac:spMk id="2" creationId="{00000000-0000-0000-0000-000000000000}"/>
          </ac:spMkLst>
        </pc:spChg>
        <pc:spChg chg="mod">
          <ac:chgData name="ralph kemp" userId="b9b5e5f6d19aaab0" providerId="LiveId" clId="{A29C7B4F-934B-4D14-826A-A7708455A20A}" dt="2020-05-31T10:14:41.042" v="2303" actId="1076"/>
          <ac:spMkLst>
            <pc:docMk/>
            <pc:sldMk cId="1290577488" sldId="310"/>
            <ac:spMk id="3" creationId="{00000000-0000-0000-0000-000000000000}"/>
          </ac:spMkLst>
        </pc:spChg>
      </pc:sldChg>
      <pc:sldChg chg="modSp mod">
        <pc:chgData name="ralph kemp" userId="b9b5e5f6d19aaab0" providerId="LiveId" clId="{A29C7B4F-934B-4D14-826A-A7708455A20A}" dt="2020-05-31T10:26:41.311" v="2532" actId="20577"/>
        <pc:sldMkLst>
          <pc:docMk/>
          <pc:sldMk cId="3001452231" sldId="311"/>
        </pc:sldMkLst>
        <pc:spChg chg="mod">
          <ac:chgData name="ralph kemp" userId="b9b5e5f6d19aaab0" providerId="LiveId" clId="{A29C7B4F-934B-4D14-826A-A7708455A20A}" dt="2020-05-31T10:15:27.006" v="2318" actId="1076"/>
          <ac:spMkLst>
            <pc:docMk/>
            <pc:sldMk cId="3001452231" sldId="311"/>
            <ac:spMk id="2" creationId="{00000000-0000-0000-0000-000000000000}"/>
          </ac:spMkLst>
        </pc:spChg>
        <pc:spChg chg="mod">
          <ac:chgData name="ralph kemp" userId="b9b5e5f6d19aaab0" providerId="LiveId" clId="{A29C7B4F-934B-4D14-826A-A7708455A20A}" dt="2020-05-31T10:26:41.311" v="2532" actId="20577"/>
          <ac:spMkLst>
            <pc:docMk/>
            <pc:sldMk cId="3001452231" sldId="311"/>
            <ac:spMk id="3" creationId="{00000000-0000-0000-0000-000000000000}"/>
          </ac:spMkLst>
        </pc:spChg>
      </pc:sldChg>
      <pc:sldChg chg="modSp mod">
        <pc:chgData name="ralph kemp" userId="b9b5e5f6d19aaab0" providerId="LiveId" clId="{A29C7B4F-934B-4D14-826A-A7708455A20A}" dt="2020-05-31T10:24:05.351" v="2495" actId="5793"/>
        <pc:sldMkLst>
          <pc:docMk/>
          <pc:sldMk cId="2176367710" sldId="312"/>
        </pc:sldMkLst>
        <pc:spChg chg="mod">
          <ac:chgData name="ralph kemp" userId="b9b5e5f6d19aaab0" providerId="LiveId" clId="{A29C7B4F-934B-4D14-826A-A7708455A20A}" dt="2020-05-31T10:24:05.351" v="2495" actId="5793"/>
          <ac:spMkLst>
            <pc:docMk/>
            <pc:sldMk cId="2176367710" sldId="312"/>
            <ac:spMk id="3" creationId="{00000000-0000-0000-0000-000000000000}"/>
          </ac:spMkLst>
        </pc:spChg>
      </pc:sldChg>
      <pc:sldChg chg="modSp mod">
        <pc:chgData name="ralph kemp" userId="b9b5e5f6d19aaab0" providerId="LiveId" clId="{A29C7B4F-934B-4D14-826A-A7708455A20A}" dt="2020-05-31T10:22:11.357" v="2465" actId="27636"/>
        <pc:sldMkLst>
          <pc:docMk/>
          <pc:sldMk cId="3918392554" sldId="313"/>
        </pc:sldMkLst>
        <pc:spChg chg="mod">
          <ac:chgData name="ralph kemp" userId="b9b5e5f6d19aaab0" providerId="LiveId" clId="{A29C7B4F-934B-4D14-826A-A7708455A20A}" dt="2020-05-31T10:22:07.440" v="2463" actId="1076"/>
          <ac:spMkLst>
            <pc:docMk/>
            <pc:sldMk cId="3918392554" sldId="313"/>
            <ac:spMk id="2" creationId="{00000000-0000-0000-0000-000000000000}"/>
          </ac:spMkLst>
        </pc:spChg>
        <pc:spChg chg="mod">
          <ac:chgData name="ralph kemp" userId="b9b5e5f6d19aaab0" providerId="LiveId" clId="{A29C7B4F-934B-4D14-826A-A7708455A20A}" dt="2020-05-31T10:22:11.357" v="2465" actId="27636"/>
          <ac:spMkLst>
            <pc:docMk/>
            <pc:sldMk cId="3918392554" sldId="313"/>
            <ac:spMk id="3" creationId="{00000000-0000-0000-0000-000000000000}"/>
          </ac:spMkLst>
        </pc:spChg>
      </pc:sldChg>
      <pc:sldChg chg="modSp mod">
        <pc:chgData name="ralph kemp" userId="b9b5e5f6d19aaab0" providerId="LiveId" clId="{A29C7B4F-934B-4D14-826A-A7708455A20A}" dt="2020-05-31T10:24:38.258" v="2506" actId="20577"/>
        <pc:sldMkLst>
          <pc:docMk/>
          <pc:sldMk cId="2550916923" sldId="315"/>
        </pc:sldMkLst>
        <pc:spChg chg="mod">
          <ac:chgData name="ralph kemp" userId="b9b5e5f6d19aaab0" providerId="LiveId" clId="{A29C7B4F-934B-4D14-826A-A7708455A20A}" dt="2020-05-31T10:24:38.258" v="2506" actId="20577"/>
          <ac:spMkLst>
            <pc:docMk/>
            <pc:sldMk cId="2550916923" sldId="315"/>
            <ac:spMk id="3" creationId="{00000000-0000-0000-0000-000000000000}"/>
          </ac:spMkLst>
        </pc:spChg>
      </pc:sldChg>
      <pc:sldChg chg="modSp mod">
        <pc:chgData name="ralph kemp" userId="b9b5e5f6d19aaab0" providerId="LiveId" clId="{A29C7B4F-934B-4D14-826A-A7708455A20A}" dt="2020-05-31T10:18:35.284" v="2367" actId="1076"/>
        <pc:sldMkLst>
          <pc:docMk/>
          <pc:sldMk cId="1425193999" sldId="317"/>
        </pc:sldMkLst>
        <pc:spChg chg="mod">
          <ac:chgData name="ralph kemp" userId="b9b5e5f6d19aaab0" providerId="LiveId" clId="{A29C7B4F-934B-4D14-826A-A7708455A20A}" dt="2020-05-31T10:17:59.633" v="2360" actId="14100"/>
          <ac:spMkLst>
            <pc:docMk/>
            <pc:sldMk cId="1425193999" sldId="317"/>
            <ac:spMk id="2" creationId="{00000000-0000-0000-0000-000000000000}"/>
          </ac:spMkLst>
        </pc:spChg>
        <pc:spChg chg="mod">
          <ac:chgData name="ralph kemp" userId="b9b5e5f6d19aaab0" providerId="LiveId" clId="{A29C7B4F-934B-4D14-826A-A7708455A20A}" dt="2020-05-31T10:18:35.284" v="2367" actId="1076"/>
          <ac:spMkLst>
            <pc:docMk/>
            <pc:sldMk cId="1425193999" sldId="317"/>
            <ac:spMk id="3" creationId="{00000000-0000-0000-0000-000000000000}"/>
          </ac:spMkLst>
        </pc:spChg>
      </pc:sldChg>
      <pc:sldChg chg="modSp mod">
        <pc:chgData name="ralph kemp" userId="b9b5e5f6d19aaab0" providerId="LiveId" clId="{A29C7B4F-934B-4D14-826A-A7708455A20A}" dt="2020-06-01T03:44:32.931" v="3751" actId="1076"/>
        <pc:sldMkLst>
          <pc:docMk/>
          <pc:sldMk cId="264504982" sldId="318"/>
        </pc:sldMkLst>
        <pc:spChg chg="mod">
          <ac:chgData name="ralph kemp" userId="b9b5e5f6d19aaab0" providerId="LiveId" clId="{A29C7B4F-934B-4D14-826A-A7708455A20A}" dt="2020-06-01T03:44:32.931" v="3751" actId="1076"/>
          <ac:spMkLst>
            <pc:docMk/>
            <pc:sldMk cId="264504982" sldId="318"/>
            <ac:spMk id="2" creationId="{00000000-0000-0000-0000-000000000000}"/>
          </ac:spMkLst>
        </pc:spChg>
        <pc:spChg chg="mod">
          <ac:chgData name="ralph kemp" userId="b9b5e5f6d19aaab0" providerId="LiveId" clId="{A29C7B4F-934B-4D14-826A-A7708455A20A}" dt="2020-06-01T03:44:25.321" v="3749" actId="1076"/>
          <ac:spMkLst>
            <pc:docMk/>
            <pc:sldMk cId="264504982" sldId="318"/>
            <ac:spMk id="3" creationId="{00000000-0000-0000-0000-000000000000}"/>
          </ac:spMkLst>
        </pc:spChg>
      </pc:sldChg>
      <pc:sldChg chg="modSp mod">
        <pc:chgData name="ralph kemp" userId="b9b5e5f6d19aaab0" providerId="LiveId" clId="{A29C7B4F-934B-4D14-826A-A7708455A20A}" dt="2020-05-31T10:20:12.907" v="2402" actId="14100"/>
        <pc:sldMkLst>
          <pc:docMk/>
          <pc:sldMk cId="2287186540" sldId="319"/>
        </pc:sldMkLst>
        <pc:spChg chg="mod">
          <ac:chgData name="ralph kemp" userId="b9b5e5f6d19aaab0" providerId="LiveId" clId="{A29C7B4F-934B-4D14-826A-A7708455A20A}" dt="2020-05-31T10:20:12.907" v="2402" actId="14100"/>
          <ac:spMkLst>
            <pc:docMk/>
            <pc:sldMk cId="2287186540" sldId="319"/>
            <ac:spMk id="2" creationId="{00000000-0000-0000-0000-000000000000}"/>
          </ac:spMkLst>
        </pc:spChg>
        <pc:spChg chg="mod">
          <ac:chgData name="ralph kemp" userId="b9b5e5f6d19aaab0" providerId="LiveId" clId="{A29C7B4F-934B-4D14-826A-A7708455A20A}" dt="2020-05-31T10:20:09.765" v="2401" actId="1076"/>
          <ac:spMkLst>
            <pc:docMk/>
            <pc:sldMk cId="2287186540" sldId="319"/>
            <ac:spMk id="3" creationId="{00000000-0000-0000-0000-000000000000}"/>
          </ac:spMkLst>
        </pc:spChg>
      </pc:sldChg>
      <pc:sldChg chg="modSp mod">
        <pc:chgData name="ralph kemp" userId="b9b5e5f6d19aaab0" providerId="LiveId" clId="{A29C7B4F-934B-4D14-826A-A7708455A20A}" dt="2020-05-31T10:22:49.445" v="2475" actId="14100"/>
        <pc:sldMkLst>
          <pc:docMk/>
          <pc:sldMk cId="2398188027" sldId="320"/>
        </pc:sldMkLst>
        <pc:spChg chg="mod">
          <ac:chgData name="ralph kemp" userId="b9b5e5f6d19aaab0" providerId="LiveId" clId="{A29C7B4F-934B-4D14-826A-A7708455A20A}" dt="2020-05-31T10:22:25.294" v="2470" actId="14100"/>
          <ac:spMkLst>
            <pc:docMk/>
            <pc:sldMk cId="2398188027" sldId="320"/>
            <ac:spMk id="2" creationId="{00000000-0000-0000-0000-000000000000}"/>
          </ac:spMkLst>
        </pc:spChg>
        <pc:spChg chg="mod">
          <ac:chgData name="ralph kemp" userId="b9b5e5f6d19aaab0" providerId="LiveId" clId="{A29C7B4F-934B-4D14-826A-A7708455A20A}" dt="2020-05-31T10:22:49.445" v="2475" actId="14100"/>
          <ac:spMkLst>
            <pc:docMk/>
            <pc:sldMk cId="2398188027" sldId="320"/>
            <ac:spMk id="3" creationId="{00000000-0000-0000-0000-000000000000}"/>
          </ac:spMkLst>
        </pc:spChg>
      </pc:sldChg>
      <pc:sldChg chg="modSp mod">
        <pc:chgData name="ralph kemp" userId="b9b5e5f6d19aaab0" providerId="LiveId" clId="{A29C7B4F-934B-4D14-826A-A7708455A20A}" dt="2020-05-31T10:15:51.165" v="2327" actId="1076"/>
        <pc:sldMkLst>
          <pc:docMk/>
          <pc:sldMk cId="1232176280" sldId="321"/>
        </pc:sldMkLst>
        <pc:spChg chg="mod">
          <ac:chgData name="ralph kemp" userId="b9b5e5f6d19aaab0" providerId="LiveId" clId="{A29C7B4F-934B-4D14-826A-A7708455A20A}" dt="2020-05-31T10:15:37.319" v="2322" actId="14100"/>
          <ac:spMkLst>
            <pc:docMk/>
            <pc:sldMk cId="1232176280" sldId="321"/>
            <ac:spMk id="2" creationId="{00000000-0000-0000-0000-000000000000}"/>
          </ac:spMkLst>
        </pc:spChg>
        <pc:spChg chg="mod">
          <ac:chgData name="ralph kemp" userId="b9b5e5f6d19aaab0" providerId="LiveId" clId="{A29C7B4F-934B-4D14-826A-A7708455A20A}" dt="2020-05-31T10:15:51.165" v="2327" actId="1076"/>
          <ac:spMkLst>
            <pc:docMk/>
            <pc:sldMk cId="1232176280" sldId="321"/>
            <ac:spMk id="3" creationId="{00000000-0000-0000-0000-000000000000}"/>
          </ac:spMkLst>
        </pc:spChg>
      </pc:sldChg>
      <pc:sldChg chg="modSp mod">
        <pc:chgData name="ralph kemp" userId="b9b5e5f6d19aaab0" providerId="LiveId" clId="{A29C7B4F-934B-4D14-826A-A7708455A20A}" dt="2020-05-31T10:16:58.325" v="2344" actId="14100"/>
        <pc:sldMkLst>
          <pc:docMk/>
          <pc:sldMk cId="3929557409" sldId="322"/>
        </pc:sldMkLst>
        <pc:spChg chg="mod">
          <ac:chgData name="ralph kemp" userId="b9b5e5f6d19aaab0" providerId="LiveId" clId="{A29C7B4F-934B-4D14-826A-A7708455A20A}" dt="2020-05-31T10:16:58.325" v="2344" actId="14100"/>
          <ac:spMkLst>
            <pc:docMk/>
            <pc:sldMk cId="3929557409" sldId="322"/>
            <ac:spMk id="3" creationId="{00000000-0000-0000-0000-000000000000}"/>
          </ac:spMkLst>
        </pc:spChg>
      </pc:sldChg>
      <pc:sldChg chg="modSp mod">
        <pc:chgData name="ralph kemp" userId="b9b5e5f6d19aaab0" providerId="LiveId" clId="{A29C7B4F-934B-4D14-826A-A7708455A20A}" dt="2020-05-31T10:16:28.725" v="2341" actId="20577"/>
        <pc:sldMkLst>
          <pc:docMk/>
          <pc:sldMk cId="4134885952" sldId="323"/>
        </pc:sldMkLst>
        <pc:spChg chg="mod">
          <ac:chgData name="ralph kemp" userId="b9b5e5f6d19aaab0" providerId="LiveId" clId="{A29C7B4F-934B-4D14-826A-A7708455A20A}" dt="2020-05-31T10:16:13.334" v="2336" actId="20577"/>
          <ac:spMkLst>
            <pc:docMk/>
            <pc:sldMk cId="4134885952" sldId="323"/>
            <ac:spMk id="2" creationId="{00000000-0000-0000-0000-000000000000}"/>
          </ac:spMkLst>
        </pc:spChg>
        <pc:spChg chg="mod">
          <ac:chgData name="ralph kemp" userId="b9b5e5f6d19aaab0" providerId="LiveId" clId="{A29C7B4F-934B-4D14-826A-A7708455A20A}" dt="2020-05-31T10:16:28.725" v="2341" actId="20577"/>
          <ac:spMkLst>
            <pc:docMk/>
            <pc:sldMk cId="4134885952" sldId="323"/>
            <ac:spMk id="3" creationId="{00000000-0000-0000-0000-000000000000}"/>
          </ac:spMkLst>
        </pc:spChg>
      </pc:sldChg>
      <pc:sldChg chg="modSp mod">
        <pc:chgData name="ralph kemp" userId="b9b5e5f6d19aaab0" providerId="LiveId" clId="{A29C7B4F-934B-4D14-826A-A7708455A20A}" dt="2020-05-31T10:18:42.583" v="2368" actId="122"/>
        <pc:sldMkLst>
          <pc:docMk/>
          <pc:sldMk cId="4136516791" sldId="324"/>
        </pc:sldMkLst>
        <pc:spChg chg="mod">
          <ac:chgData name="ralph kemp" userId="b9b5e5f6d19aaab0" providerId="LiveId" clId="{A29C7B4F-934B-4D14-826A-A7708455A20A}" dt="2020-05-31T10:17:29.873" v="2349" actId="14100"/>
          <ac:spMkLst>
            <pc:docMk/>
            <pc:sldMk cId="4136516791" sldId="324"/>
            <ac:spMk id="2" creationId="{00000000-0000-0000-0000-000000000000}"/>
          </ac:spMkLst>
        </pc:spChg>
        <pc:spChg chg="mod">
          <ac:chgData name="ralph kemp" userId="b9b5e5f6d19aaab0" providerId="LiveId" clId="{A29C7B4F-934B-4D14-826A-A7708455A20A}" dt="2020-05-31T10:18:42.583" v="2368" actId="122"/>
          <ac:spMkLst>
            <pc:docMk/>
            <pc:sldMk cId="4136516791" sldId="324"/>
            <ac:spMk id="3" creationId="{00000000-0000-0000-0000-000000000000}"/>
          </ac:spMkLst>
        </pc:spChg>
      </pc:sldChg>
      <pc:sldChg chg="del">
        <pc:chgData name="ralph kemp" userId="b9b5e5f6d19aaab0" providerId="LiveId" clId="{A29C7B4F-934B-4D14-826A-A7708455A20A}" dt="2020-05-31T09:13:00.575" v="1354" actId="2696"/>
        <pc:sldMkLst>
          <pc:docMk/>
          <pc:sldMk cId="2325091601" sldId="325"/>
        </pc:sldMkLst>
      </pc:sldChg>
      <pc:sldChg chg="modSp mod">
        <pc:chgData name="ralph kemp" userId="b9b5e5f6d19aaab0" providerId="LiveId" clId="{A29C7B4F-934B-4D14-826A-A7708455A20A}" dt="2020-05-31T10:34:28.500" v="2654" actId="20577"/>
        <pc:sldMkLst>
          <pc:docMk/>
          <pc:sldMk cId="1160497468" sldId="326"/>
        </pc:sldMkLst>
        <pc:spChg chg="mod">
          <ac:chgData name="ralph kemp" userId="b9b5e5f6d19aaab0" providerId="LiveId" clId="{A29C7B4F-934B-4D14-826A-A7708455A20A}" dt="2020-05-31T10:34:28.500" v="2654" actId="20577"/>
          <ac:spMkLst>
            <pc:docMk/>
            <pc:sldMk cId="1160497468" sldId="326"/>
            <ac:spMk id="2" creationId="{00000000-0000-0000-0000-000000000000}"/>
          </ac:spMkLst>
        </pc:spChg>
        <pc:spChg chg="mod">
          <ac:chgData name="ralph kemp" userId="b9b5e5f6d19aaab0" providerId="LiveId" clId="{A29C7B4F-934B-4D14-826A-A7708455A20A}" dt="2020-05-31T10:33:39.394" v="2646" actId="1076"/>
          <ac:spMkLst>
            <pc:docMk/>
            <pc:sldMk cId="1160497468" sldId="326"/>
            <ac:spMk id="3" creationId="{00000000-0000-0000-0000-000000000000}"/>
          </ac:spMkLst>
        </pc:spChg>
      </pc:sldChg>
      <pc:sldChg chg="modSp mod">
        <pc:chgData name="ralph kemp" userId="b9b5e5f6d19aaab0" providerId="LiveId" clId="{A29C7B4F-934B-4D14-826A-A7708455A20A}" dt="2020-06-01T04:08:25.638" v="4317" actId="1076"/>
        <pc:sldMkLst>
          <pc:docMk/>
          <pc:sldMk cId="3151281634" sldId="327"/>
        </pc:sldMkLst>
        <pc:spChg chg="mod">
          <ac:chgData name="ralph kemp" userId="b9b5e5f6d19aaab0" providerId="LiveId" clId="{A29C7B4F-934B-4D14-826A-A7708455A20A}" dt="2020-06-01T04:08:25.638" v="4317" actId="1076"/>
          <ac:spMkLst>
            <pc:docMk/>
            <pc:sldMk cId="3151281634" sldId="327"/>
            <ac:spMk id="2" creationId="{00000000-0000-0000-0000-000000000000}"/>
          </ac:spMkLst>
        </pc:spChg>
        <pc:spChg chg="mod">
          <ac:chgData name="ralph kemp" userId="b9b5e5f6d19aaab0" providerId="LiveId" clId="{A29C7B4F-934B-4D14-826A-A7708455A20A}" dt="2020-06-01T04:08:19.049" v="4315" actId="1076"/>
          <ac:spMkLst>
            <pc:docMk/>
            <pc:sldMk cId="3151281634" sldId="327"/>
            <ac:spMk id="3" creationId="{00000000-0000-0000-0000-000000000000}"/>
          </ac:spMkLst>
        </pc:spChg>
      </pc:sldChg>
      <pc:sldChg chg="modSp mod">
        <pc:chgData name="ralph kemp" userId="b9b5e5f6d19aaab0" providerId="LiveId" clId="{A29C7B4F-934B-4D14-826A-A7708455A20A}" dt="2020-06-01T07:11:13.518" v="7318" actId="20577"/>
        <pc:sldMkLst>
          <pc:docMk/>
          <pc:sldMk cId="971539953" sldId="328"/>
        </pc:sldMkLst>
        <pc:spChg chg="mod">
          <ac:chgData name="ralph kemp" userId="b9b5e5f6d19aaab0" providerId="LiveId" clId="{A29C7B4F-934B-4D14-826A-A7708455A20A}" dt="2020-06-01T07:11:13.518" v="7318" actId="20577"/>
          <ac:spMkLst>
            <pc:docMk/>
            <pc:sldMk cId="971539953" sldId="328"/>
            <ac:spMk id="3" creationId="{00000000-0000-0000-0000-000000000000}"/>
          </ac:spMkLst>
        </pc:spChg>
      </pc:sldChg>
      <pc:sldChg chg="modSp mod">
        <pc:chgData name="ralph kemp" userId="b9b5e5f6d19aaab0" providerId="LiveId" clId="{A29C7B4F-934B-4D14-826A-A7708455A20A}" dt="2020-05-31T10:34:14.811" v="2651" actId="120"/>
        <pc:sldMkLst>
          <pc:docMk/>
          <pc:sldMk cId="2557532438" sldId="329"/>
        </pc:sldMkLst>
        <pc:spChg chg="mod">
          <ac:chgData name="ralph kemp" userId="b9b5e5f6d19aaab0" providerId="LiveId" clId="{A29C7B4F-934B-4D14-826A-A7708455A20A}" dt="2020-05-31T10:34:14.811" v="2651" actId="120"/>
          <ac:spMkLst>
            <pc:docMk/>
            <pc:sldMk cId="2557532438" sldId="329"/>
            <ac:spMk id="2" creationId="{00000000-0000-0000-0000-000000000000}"/>
          </ac:spMkLst>
        </pc:spChg>
        <pc:spChg chg="mod">
          <ac:chgData name="ralph kemp" userId="b9b5e5f6d19aaab0" providerId="LiveId" clId="{A29C7B4F-934B-4D14-826A-A7708455A20A}" dt="2020-05-31T10:33:50.858" v="2647" actId="1076"/>
          <ac:spMkLst>
            <pc:docMk/>
            <pc:sldMk cId="2557532438" sldId="329"/>
            <ac:spMk id="3" creationId="{00000000-0000-0000-0000-000000000000}"/>
          </ac:spMkLst>
        </pc:spChg>
      </pc:sldChg>
      <pc:sldChg chg="modSp del mod">
        <pc:chgData name="ralph kemp" userId="b9b5e5f6d19aaab0" providerId="LiveId" clId="{A29C7B4F-934B-4D14-826A-A7708455A20A}" dt="2020-05-31T09:41:04.330" v="1767" actId="2696"/>
        <pc:sldMkLst>
          <pc:docMk/>
          <pc:sldMk cId="1210383156" sldId="330"/>
        </pc:sldMkLst>
        <pc:spChg chg="mod">
          <ac:chgData name="ralph kemp" userId="b9b5e5f6d19aaab0" providerId="LiveId" clId="{A29C7B4F-934B-4D14-826A-A7708455A20A}" dt="2020-05-31T09:19:08.861" v="1357" actId="20577"/>
          <ac:spMkLst>
            <pc:docMk/>
            <pc:sldMk cId="1210383156" sldId="330"/>
            <ac:spMk id="3" creationId="{00000000-0000-0000-0000-000000000000}"/>
          </ac:spMkLst>
        </pc:spChg>
      </pc:sldChg>
      <pc:sldChg chg="modSp mod">
        <pc:chgData name="ralph kemp" userId="b9b5e5f6d19aaab0" providerId="LiveId" clId="{A29C7B4F-934B-4D14-826A-A7708455A20A}" dt="2020-06-01T04:08:03.430" v="4314" actId="1076"/>
        <pc:sldMkLst>
          <pc:docMk/>
          <pc:sldMk cId="1863611705" sldId="331"/>
        </pc:sldMkLst>
        <pc:spChg chg="mod">
          <ac:chgData name="ralph kemp" userId="b9b5e5f6d19aaab0" providerId="LiveId" clId="{A29C7B4F-934B-4D14-826A-A7708455A20A}" dt="2020-06-01T04:08:03.430" v="4314" actId="1076"/>
          <ac:spMkLst>
            <pc:docMk/>
            <pc:sldMk cId="1863611705" sldId="331"/>
            <ac:spMk id="2" creationId="{00000000-0000-0000-0000-000000000000}"/>
          </ac:spMkLst>
        </pc:spChg>
        <pc:spChg chg="mod">
          <ac:chgData name="ralph kemp" userId="b9b5e5f6d19aaab0" providerId="LiveId" clId="{A29C7B4F-934B-4D14-826A-A7708455A20A}" dt="2020-06-01T04:07:59.577" v="4313" actId="1076"/>
          <ac:spMkLst>
            <pc:docMk/>
            <pc:sldMk cId="1863611705" sldId="331"/>
            <ac:spMk id="3" creationId="{00000000-0000-0000-0000-000000000000}"/>
          </ac:spMkLst>
        </pc:spChg>
      </pc:sldChg>
      <pc:sldChg chg="modSp mod">
        <pc:chgData name="ralph kemp" userId="b9b5e5f6d19aaab0" providerId="LiveId" clId="{A29C7B4F-934B-4D14-826A-A7708455A20A}" dt="2020-05-31T10:54:12.967" v="3141" actId="1076"/>
        <pc:sldMkLst>
          <pc:docMk/>
          <pc:sldMk cId="4227298669" sldId="332"/>
        </pc:sldMkLst>
        <pc:spChg chg="mod">
          <ac:chgData name="ralph kemp" userId="b9b5e5f6d19aaab0" providerId="LiveId" clId="{A29C7B4F-934B-4D14-826A-A7708455A20A}" dt="2020-05-31T10:54:06.400" v="3139" actId="14100"/>
          <ac:spMkLst>
            <pc:docMk/>
            <pc:sldMk cId="4227298669" sldId="332"/>
            <ac:spMk id="2" creationId="{00000000-0000-0000-0000-000000000000}"/>
          </ac:spMkLst>
        </pc:spChg>
        <pc:spChg chg="mod">
          <ac:chgData name="ralph kemp" userId="b9b5e5f6d19aaab0" providerId="LiveId" clId="{A29C7B4F-934B-4D14-826A-A7708455A20A}" dt="2020-05-31T10:54:12.967" v="3141" actId="1076"/>
          <ac:spMkLst>
            <pc:docMk/>
            <pc:sldMk cId="4227298669" sldId="332"/>
            <ac:spMk id="3" creationId="{00000000-0000-0000-0000-000000000000}"/>
          </ac:spMkLst>
        </pc:spChg>
      </pc:sldChg>
      <pc:sldChg chg="modSp mod">
        <pc:chgData name="ralph kemp" userId="b9b5e5f6d19aaab0" providerId="LiveId" clId="{A29C7B4F-934B-4D14-826A-A7708455A20A}" dt="2020-05-31T10:32:54.179" v="2639" actId="27636"/>
        <pc:sldMkLst>
          <pc:docMk/>
          <pc:sldMk cId="2475952560" sldId="333"/>
        </pc:sldMkLst>
        <pc:spChg chg="mod">
          <ac:chgData name="ralph kemp" userId="b9b5e5f6d19aaab0" providerId="LiveId" clId="{A29C7B4F-934B-4D14-826A-A7708455A20A}" dt="2020-05-31T10:32:04.245" v="2610" actId="21"/>
          <ac:spMkLst>
            <pc:docMk/>
            <pc:sldMk cId="2475952560" sldId="333"/>
            <ac:spMk id="2" creationId="{00000000-0000-0000-0000-000000000000}"/>
          </ac:spMkLst>
        </pc:spChg>
        <pc:spChg chg="mod">
          <ac:chgData name="ralph kemp" userId="b9b5e5f6d19aaab0" providerId="LiveId" clId="{A29C7B4F-934B-4D14-826A-A7708455A20A}" dt="2020-05-31T10:32:54.179" v="2639" actId="27636"/>
          <ac:spMkLst>
            <pc:docMk/>
            <pc:sldMk cId="2475952560" sldId="333"/>
            <ac:spMk id="3" creationId="{00000000-0000-0000-0000-000000000000}"/>
          </ac:spMkLst>
        </pc:spChg>
      </pc:sldChg>
      <pc:sldChg chg="modSp del mod">
        <pc:chgData name="ralph kemp" userId="b9b5e5f6d19aaab0" providerId="LiveId" clId="{A29C7B4F-934B-4D14-826A-A7708455A20A}" dt="2020-05-31T09:57:57.507" v="2057" actId="2696"/>
        <pc:sldMkLst>
          <pc:docMk/>
          <pc:sldMk cId="1656615626" sldId="334"/>
        </pc:sldMkLst>
        <pc:spChg chg="mod">
          <ac:chgData name="ralph kemp" userId="b9b5e5f6d19aaab0" providerId="LiveId" clId="{A29C7B4F-934B-4D14-826A-A7708455A20A}" dt="2020-05-31T09:55:50.852" v="1958" actId="21"/>
          <ac:spMkLst>
            <pc:docMk/>
            <pc:sldMk cId="1656615626" sldId="334"/>
            <ac:spMk id="2" creationId="{00000000-0000-0000-0000-000000000000}"/>
          </ac:spMkLst>
        </pc:spChg>
        <pc:spChg chg="mod">
          <ac:chgData name="ralph kemp" userId="b9b5e5f6d19aaab0" providerId="LiveId" clId="{A29C7B4F-934B-4D14-826A-A7708455A20A}" dt="2020-05-31T09:56:54.073" v="1980" actId="21"/>
          <ac:spMkLst>
            <pc:docMk/>
            <pc:sldMk cId="1656615626" sldId="334"/>
            <ac:spMk id="3" creationId="{00000000-0000-0000-0000-000000000000}"/>
          </ac:spMkLst>
        </pc:spChg>
      </pc:sldChg>
      <pc:sldChg chg="modSp">
        <pc:chgData name="ralph kemp" userId="b9b5e5f6d19aaab0" providerId="LiveId" clId="{A29C7B4F-934B-4D14-826A-A7708455A20A}" dt="2020-05-31T10:23:00.689" v="2476" actId="1076"/>
        <pc:sldMkLst>
          <pc:docMk/>
          <pc:sldMk cId="264528751" sldId="335"/>
        </pc:sldMkLst>
        <pc:picChg chg="mod">
          <ac:chgData name="ralph kemp" userId="b9b5e5f6d19aaab0" providerId="LiveId" clId="{A29C7B4F-934B-4D14-826A-A7708455A20A}" dt="2020-05-31T10:23:00.689" v="2476" actId="1076"/>
          <ac:picMkLst>
            <pc:docMk/>
            <pc:sldMk cId="264528751" sldId="335"/>
            <ac:picMk id="1026" creationId="{00000000-0000-0000-0000-000000000000}"/>
          </ac:picMkLst>
        </pc:picChg>
      </pc:sldChg>
      <pc:sldChg chg="del">
        <pc:chgData name="ralph kemp" userId="b9b5e5f6d19aaab0" providerId="LiveId" clId="{A29C7B4F-934B-4D14-826A-A7708455A20A}" dt="2020-05-31T09:38:11.723" v="1734" actId="2696"/>
        <pc:sldMkLst>
          <pc:docMk/>
          <pc:sldMk cId="2074730323" sldId="336"/>
        </pc:sldMkLst>
      </pc:sldChg>
      <pc:sldChg chg="modSp mod">
        <pc:chgData name="ralph kemp" userId="b9b5e5f6d19aaab0" providerId="LiveId" clId="{A29C7B4F-934B-4D14-826A-A7708455A20A}" dt="2020-05-31T10:36:56.524" v="2735" actId="1076"/>
        <pc:sldMkLst>
          <pc:docMk/>
          <pc:sldMk cId="3839753162" sldId="337"/>
        </pc:sldMkLst>
        <pc:spChg chg="mod">
          <ac:chgData name="ralph kemp" userId="b9b5e5f6d19aaab0" providerId="LiveId" clId="{A29C7B4F-934B-4D14-826A-A7708455A20A}" dt="2020-05-31T10:36:18.259" v="2713" actId="14100"/>
          <ac:spMkLst>
            <pc:docMk/>
            <pc:sldMk cId="3839753162" sldId="337"/>
            <ac:spMk id="2" creationId="{00000000-0000-0000-0000-000000000000}"/>
          </ac:spMkLst>
        </pc:spChg>
        <pc:spChg chg="mod">
          <ac:chgData name="ralph kemp" userId="b9b5e5f6d19aaab0" providerId="LiveId" clId="{A29C7B4F-934B-4D14-826A-A7708455A20A}" dt="2020-05-31T10:36:56.524" v="2735" actId="1076"/>
          <ac:spMkLst>
            <pc:docMk/>
            <pc:sldMk cId="3839753162" sldId="337"/>
            <ac:spMk id="3" creationId="{00000000-0000-0000-0000-000000000000}"/>
          </ac:spMkLst>
        </pc:spChg>
      </pc:sldChg>
      <pc:sldChg chg="modSp mod">
        <pc:chgData name="ralph kemp" userId="b9b5e5f6d19aaab0" providerId="LiveId" clId="{A29C7B4F-934B-4D14-826A-A7708455A20A}" dt="2020-05-31T10:42:19.966" v="2849" actId="1076"/>
        <pc:sldMkLst>
          <pc:docMk/>
          <pc:sldMk cId="2972049134" sldId="338"/>
        </pc:sldMkLst>
        <pc:spChg chg="mod">
          <ac:chgData name="ralph kemp" userId="b9b5e5f6d19aaab0" providerId="LiveId" clId="{A29C7B4F-934B-4D14-826A-A7708455A20A}" dt="2020-05-31T10:42:19.966" v="2849" actId="1076"/>
          <ac:spMkLst>
            <pc:docMk/>
            <pc:sldMk cId="2972049134" sldId="338"/>
            <ac:spMk id="2" creationId="{00000000-0000-0000-0000-000000000000}"/>
          </ac:spMkLst>
        </pc:spChg>
        <pc:spChg chg="mod">
          <ac:chgData name="ralph kemp" userId="b9b5e5f6d19aaab0" providerId="LiveId" clId="{A29C7B4F-934B-4D14-826A-A7708455A20A}" dt="2020-05-31T10:42:01.141" v="2838" actId="1076"/>
          <ac:spMkLst>
            <pc:docMk/>
            <pc:sldMk cId="2972049134" sldId="338"/>
            <ac:spMk id="3" creationId="{00000000-0000-0000-0000-000000000000}"/>
          </ac:spMkLst>
        </pc:spChg>
      </pc:sldChg>
      <pc:sldChg chg="modSp del mod">
        <pc:chgData name="ralph kemp" userId="b9b5e5f6d19aaab0" providerId="LiveId" clId="{A29C7B4F-934B-4D14-826A-A7708455A20A}" dt="2020-05-31T10:40:42.661" v="2824" actId="2696"/>
        <pc:sldMkLst>
          <pc:docMk/>
          <pc:sldMk cId="1344579051" sldId="339"/>
        </pc:sldMkLst>
        <pc:spChg chg="mod">
          <ac:chgData name="ralph kemp" userId="b9b5e5f6d19aaab0" providerId="LiveId" clId="{A29C7B4F-934B-4D14-826A-A7708455A20A}" dt="2020-05-31T10:40:26.028" v="2819" actId="21"/>
          <ac:spMkLst>
            <pc:docMk/>
            <pc:sldMk cId="1344579051" sldId="339"/>
            <ac:spMk id="3" creationId="{00000000-0000-0000-0000-000000000000}"/>
          </ac:spMkLst>
        </pc:spChg>
      </pc:sldChg>
      <pc:sldChg chg="modSp del mod">
        <pc:chgData name="ralph kemp" userId="b9b5e5f6d19aaab0" providerId="LiveId" clId="{A29C7B4F-934B-4D14-826A-A7708455A20A}" dt="2020-05-31T10:42:26.771" v="2850" actId="2696"/>
        <pc:sldMkLst>
          <pc:docMk/>
          <pc:sldMk cId="1153448985" sldId="340"/>
        </pc:sldMkLst>
        <pc:spChg chg="mod">
          <ac:chgData name="ralph kemp" userId="b9b5e5f6d19aaab0" providerId="LiveId" clId="{A29C7B4F-934B-4D14-826A-A7708455A20A}" dt="2020-05-31T10:41:15.412" v="2830" actId="21"/>
          <ac:spMkLst>
            <pc:docMk/>
            <pc:sldMk cId="1153448985" sldId="340"/>
            <ac:spMk id="3" creationId="{00000000-0000-0000-0000-000000000000}"/>
          </ac:spMkLst>
        </pc:spChg>
      </pc:sldChg>
      <pc:sldChg chg="modSp mod">
        <pc:chgData name="ralph kemp" userId="b9b5e5f6d19aaab0" providerId="LiveId" clId="{A29C7B4F-934B-4D14-826A-A7708455A20A}" dt="2020-05-31T10:43:59.286" v="2892" actId="1076"/>
        <pc:sldMkLst>
          <pc:docMk/>
          <pc:sldMk cId="3284780536" sldId="341"/>
        </pc:sldMkLst>
        <pc:spChg chg="mod">
          <ac:chgData name="ralph kemp" userId="b9b5e5f6d19aaab0" providerId="LiveId" clId="{A29C7B4F-934B-4D14-826A-A7708455A20A}" dt="2020-05-31T10:43:59.286" v="2892" actId="1076"/>
          <ac:spMkLst>
            <pc:docMk/>
            <pc:sldMk cId="3284780536" sldId="341"/>
            <ac:spMk id="2" creationId="{00000000-0000-0000-0000-000000000000}"/>
          </ac:spMkLst>
        </pc:spChg>
        <pc:spChg chg="mod">
          <ac:chgData name="ralph kemp" userId="b9b5e5f6d19aaab0" providerId="LiveId" clId="{A29C7B4F-934B-4D14-826A-A7708455A20A}" dt="2020-05-31T10:43:52.122" v="2890" actId="1076"/>
          <ac:spMkLst>
            <pc:docMk/>
            <pc:sldMk cId="3284780536" sldId="341"/>
            <ac:spMk id="3" creationId="{00000000-0000-0000-0000-000000000000}"/>
          </ac:spMkLst>
        </pc:spChg>
      </pc:sldChg>
      <pc:sldChg chg="modSp mod">
        <pc:chgData name="ralph kemp" userId="b9b5e5f6d19aaab0" providerId="LiveId" clId="{A29C7B4F-934B-4D14-826A-A7708455A20A}" dt="2020-05-31T10:45:03.802" v="2916" actId="1076"/>
        <pc:sldMkLst>
          <pc:docMk/>
          <pc:sldMk cId="328619256" sldId="342"/>
        </pc:sldMkLst>
        <pc:spChg chg="mod">
          <ac:chgData name="ralph kemp" userId="b9b5e5f6d19aaab0" providerId="LiveId" clId="{A29C7B4F-934B-4D14-826A-A7708455A20A}" dt="2020-05-31T10:45:03.802" v="2916" actId="1076"/>
          <ac:spMkLst>
            <pc:docMk/>
            <pc:sldMk cId="328619256" sldId="342"/>
            <ac:spMk id="2" creationId="{00000000-0000-0000-0000-000000000000}"/>
          </ac:spMkLst>
        </pc:spChg>
        <pc:spChg chg="mod">
          <ac:chgData name="ralph kemp" userId="b9b5e5f6d19aaab0" providerId="LiveId" clId="{A29C7B4F-934B-4D14-826A-A7708455A20A}" dt="2020-05-31T10:44:58.281" v="2914" actId="1076"/>
          <ac:spMkLst>
            <pc:docMk/>
            <pc:sldMk cId="328619256" sldId="342"/>
            <ac:spMk id="3" creationId="{00000000-0000-0000-0000-000000000000}"/>
          </ac:spMkLst>
        </pc:spChg>
      </pc:sldChg>
      <pc:sldChg chg="modSp mod">
        <pc:chgData name="ralph kemp" userId="b9b5e5f6d19aaab0" providerId="LiveId" clId="{A29C7B4F-934B-4D14-826A-A7708455A20A}" dt="2020-05-31T10:46:29.290" v="2944" actId="1076"/>
        <pc:sldMkLst>
          <pc:docMk/>
          <pc:sldMk cId="1643734443" sldId="343"/>
        </pc:sldMkLst>
        <pc:spChg chg="mod">
          <ac:chgData name="ralph kemp" userId="b9b5e5f6d19aaab0" providerId="LiveId" clId="{A29C7B4F-934B-4D14-826A-A7708455A20A}" dt="2020-05-31T10:46:29.290" v="2944" actId="1076"/>
          <ac:spMkLst>
            <pc:docMk/>
            <pc:sldMk cId="1643734443" sldId="343"/>
            <ac:spMk id="2" creationId="{00000000-0000-0000-0000-000000000000}"/>
          </ac:spMkLst>
        </pc:spChg>
        <pc:spChg chg="mod">
          <ac:chgData name="ralph kemp" userId="b9b5e5f6d19aaab0" providerId="LiveId" clId="{A29C7B4F-934B-4D14-826A-A7708455A20A}" dt="2020-05-31T10:46:24.279" v="2942" actId="1076"/>
          <ac:spMkLst>
            <pc:docMk/>
            <pc:sldMk cId="1643734443" sldId="343"/>
            <ac:spMk id="3" creationId="{00000000-0000-0000-0000-000000000000}"/>
          </ac:spMkLst>
        </pc:spChg>
      </pc:sldChg>
      <pc:sldChg chg="modSp mod">
        <pc:chgData name="ralph kemp" userId="b9b5e5f6d19aaab0" providerId="LiveId" clId="{A29C7B4F-934B-4D14-826A-A7708455A20A}" dt="2020-05-31T10:47:36.400" v="2962" actId="20577"/>
        <pc:sldMkLst>
          <pc:docMk/>
          <pc:sldMk cId="1599361600" sldId="344"/>
        </pc:sldMkLst>
        <pc:spChg chg="mod">
          <ac:chgData name="ralph kemp" userId="b9b5e5f6d19aaab0" providerId="LiveId" clId="{A29C7B4F-934B-4D14-826A-A7708455A20A}" dt="2020-05-31T10:47:11.116" v="2959" actId="1076"/>
          <ac:spMkLst>
            <pc:docMk/>
            <pc:sldMk cId="1599361600" sldId="344"/>
            <ac:spMk id="2" creationId="{00000000-0000-0000-0000-000000000000}"/>
          </ac:spMkLst>
        </pc:spChg>
        <pc:spChg chg="mod">
          <ac:chgData name="ralph kemp" userId="b9b5e5f6d19aaab0" providerId="LiveId" clId="{A29C7B4F-934B-4D14-826A-A7708455A20A}" dt="2020-05-31T10:47:36.400" v="2962" actId="20577"/>
          <ac:spMkLst>
            <pc:docMk/>
            <pc:sldMk cId="1599361600" sldId="344"/>
            <ac:spMk id="3" creationId="{00000000-0000-0000-0000-000000000000}"/>
          </ac:spMkLst>
        </pc:spChg>
      </pc:sldChg>
      <pc:sldChg chg="modSp mod">
        <pc:chgData name="ralph kemp" userId="b9b5e5f6d19aaab0" providerId="LiveId" clId="{A29C7B4F-934B-4D14-826A-A7708455A20A}" dt="2020-05-31T10:48:05.834" v="2968" actId="1076"/>
        <pc:sldMkLst>
          <pc:docMk/>
          <pc:sldMk cId="645575516" sldId="345"/>
        </pc:sldMkLst>
        <pc:spChg chg="mod">
          <ac:chgData name="ralph kemp" userId="b9b5e5f6d19aaab0" providerId="LiveId" clId="{A29C7B4F-934B-4D14-826A-A7708455A20A}" dt="2020-05-31T10:47:48.282" v="2963" actId="14100"/>
          <ac:spMkLst>
            <pc:docMk/>
            <pc:sldMk cId="645575516" sldId="345"/>
            <ac:spMk id="2" creationId="{00000000-0000-0000-0000-000000000000}"/>
          </ac:spMkLst>
        </pc:spChg>
        <pc:spChg chg="mod">
          <ac:chgData name="ralph kemp" userId="b9b5e5f6d19aaab0" providerId="LiveId" clId="{A29C7B4F-934B-4D14-826A-A7708455A20A}" dt="2020-05-31T10:48:05.834" v="2968" actId="1076"/>
          <ac:spMkLst>
            <pc:docMk/>
            <pc:sldMk cId="645575516" sldId="345"/>
            <ac:spMk id="3" creationId="{00000000-0000-0000-0000-000000000000}"/>
          </ac:spMkLst>
        </pc:spChg>
      </pc:sldChg>
      <pc:sldChg chg="modSp mod">
        <pc:chgData name="ralph kemp" userId="b9b5e5f6d19aaab0" providerId="LiveId" clId="{A29C7B4F-934B-4D14-826A-A7708455A20A}" dt="2020-06-01T04:20:56.192" v="4419" actId="20577"/>
        <pc:sldMkLst>
          <pc:docMk/>
          <pc:sldMk cId="1331112328" sldId="346"/>
        </pc:sldMkLst>
        <pc:spChg chg="mod">
          <ac:chgData name="ralph kemp" userId="b9b5e5f6d19aaab0" providerId="LiveId" clId="{A29C7B4F-934B-4D14-826A-A7708455A20A}" dt="2020-06-01T04:20:56.192" v="4419" actId="20577"/>
          <ac:spMkLst>
            <pc:docMk/>
            <pc:sldMk cId="1331112328" sldId="346"/>
            <ac:spMk id="2" creationId="{00000000-0000-0000-0000-000000000000}"/>
          </ac:spMkLst>
        </pc:spChg>
        <pc:spChg chg="mod">
          <ac:chgData name="ralph kemp" userId="b9b5e5f6d19aaab0" providerId="LiveId" clId="{A29C7B4F-934B-4D14-826A-A7708455A20A}" dt="2020-05-31T10:49:24.247" v="3003" actId="1076"/>
          <ac:spMkLst>
            <pc:docMk/>
            <pc:sldMk cId="1331112328" sldId="346"/>
            <ac:spMk id="3" creationId="{00000000-0000-0000-0000-000000000000}"/>
          </ac:spMkLst>
        </pc:spChg>
      </pc:sldChg>
      <pc:sldChg chg="modSp mod">
        <pc:chgData name="ralph kemp" userId="b9b5e5f6d19aaab0" providerId="LiveId" clId="{A29C7B4F-934B-4D14-826A-A7708455A20A}" dt="2020-06-01T03:57:04.123" v="4187" actId="20577"/>
        <pc:sldMkLst>
          <pc:docMk/>
          <pc:sldMk cId="1507173055" sldId="347"/>
        </pc:sldMkLst>
        <pc:spChg chg="mod">
          <ac:chgData name="ralph kemp" userId="b9b5e5f6d19aaab0" providerId="LiveId" clId="{A29C7B4F-934B-4D14-826A-A7708455A20A}" dt="2020-06-01T03:57:04.123" v="4187" actId="20577"/>
          <ac:spMkLst>
            <pc:docMk/>
            <pc:sldMk cId="1507173055" sldId="347"/>
            <ac:spMk id="2" creationId="{00000000-0000-0000-0000-000000000000}"/>
          </ac:spMkLst>
        </pc:spChg>
        <pc:spChg chg="mod">
          <ac:chgData name="ralph kemp" userId="b9b5e5f6d19aaab0" providerId="LiveId" clId="{A29C7B4F-934B-4D14-826A-A7708455A20A}" dt="2020-05-31T10:51:41.015" v="3103" actId="1076"/>
          <ac:spMkLst>
            <pc:docMk/>
            <pc:sldMk cId="1507173055" sldId="347"/>
            <ac:spMk id="3" creationId="{00000000-0000-0000-0000-000000000000}"/>
          </ac:spMkLst>
        </pc:spChg>
      </pc:sldChg>
      <pc:sldChg chg="modSp mod">
        <pc:chgData name="ralph kemp" userId="b9b5e5f6d19aaab0" providerId="LiveId" clId="{A29C7B4F-934B-4D14-826A-A7708455A20A}" dt="2020-05-31T10:55:12.758" v="3155" actId="115"/>
        <pc:sldMkLst>
          <pc:docMk/>
          <pc:sldMk cId="2304467881" sldId="348"/>
        </pc:sldMkLst>
        <pc:spChg chg="mod">
          <ac:chgData name="ralph kemp" userId="b9b5e5f6d19aaab0" providerId="LiveId" clId="{A29C7B4F-934B-4D14-826A-A7708455A20A}" dt="2020-05-31T10:53:41.803" v="3134" actId="1076"/>
          <ac:spMkLst>
            <pc:docMk/>
            <pc:sldMk cId="2304467881" sldId="348"/>
            <ac:spMk id="2" creationId="{00000000-0000-0000-0000-000000000000}"/>
          </ac:spMkLst>
        </pc:spChg>
        <pc:spChg chg="mod">
          <ac:chgData name="ralph kemp" userId="b9b5e5f6d19aaab0" providerId="LiveId" clId="{A29C7B4F-934B-4D14-826A-A7708455A20A}" dt="2020-05-31T10:55:12.758" v="3155" actId="115"/>
          <ac:spMkLst>
            <pc:docMk/>
            <pc:sldMk cId="2304467881" sldId="348"/>
            <ac:spMk id="3" creationId="{00000000-0000-0000-0000-000000000000}"/>
          </ac:spMkLst>
        </pc:spChg>
      </pc:sldChg>
      <pc:sldChg chg="modSp del mod">
        <pc:chgData name="ralph kemp" userId="b9b5e5f6d19aaab0" providerId="LiveId" clId="{A29C7B4F-934B-4D14-826A-A7708455A20A}" dt="2020-05-31T10:55:17.183" v="3156" actId="2696"/>
        <pc:sldMkLst>
          <pc:docMk/>
          <pc:sldMk cId="2296841697" sldId="349"/>
        </pc:sldMkLst>
        <pc:spChg chg="mod">
          <ac:chgData name="ralph kemp" userId="b9b5e5f6d19aaab0" providerId="LiveId" clId="{A29C7B4F-934B-4D14-826A-A7708455A20A}" dt="2020-05-31T10:54:29.540" v="3142" actId="21"/>
          <ac:spMkLst>
            <pc:docMk/>
            <pc:sldMk cId="2296841697" sldId="349"/>
            <ac:spMk id="3" creationId="{00000000-0000-0000-0000-000000000000}"/>
          </ac:spMkLst>
        </pc:spChg>
      </pc:sldChg>
      <pc:sldChg chg="modSp mod">
        <pc:chgData name="ralph kemp" userId="b9b5e5f6d19aaab0" providerId="LiveId" clId="{A29C7B4F-934B-4D14-826A-A7708455A20A}" dt="2020-05-31T10:56:41.878" v="3173" actId="1076"/>
        <pc:sldMkLst>
          <pc:docMk/>
          <pc:sldMk cId="3850330184" sldId="350"/>
        </pc:sldMkLst>
        <pc:spChg chg="mod">
          <ac:chgData name="ralph kemp" userId="b9b5e5f6d19aaab0" providerId="LiveId" clId="{A29C7B4F-934B-4D14-826A-A7708455A20A}" dt="2020-05-31T10:56:41.878" v="3173" actId="1076"/>
          <ac:spMkLst>
            <pc:docMk/>
            <pc:sldMk cId="3850330184" sldId="350"/>
            <ac:spMk id="2" creationId="{00000000-0000-0000-0000-000000000000}"/>
          </ac:spMkLst>
        </pc:spChg>
        <pc:spChg chg="mod">
          <ac:chgData name="ralph kemp" userId="b9b5e5f6d19aaab0" providerId="LiveId" clId="{A29C7B4F-934B-4D14-826A-A7708455A20A}" dt="2020-05-31T10:56:35.905" v="3171" actId="1076"/>
          <ac:spMkLst>
            <pc:docMk/>
            <pc:sldMk cId="3850330184" sldId="350"/>
            <ac:spMk id="3" creationId="{00000000-0000-0000-0000-000000000000}"/>
          </ac:spMkLst>
        </pc:spChg>
      </pc:sldChg>
      <pc:sldChg chg="modSp mod">
        <pc:chgData name="ralph kemp" userId="b9b5e5f6d19aaab0" providerId="LiveId" clId="{A29C7B4F-934B-4D14-826A-A7708455A20A}" dt="2020-06-01T05:55:01.624" v="5857" actId="20577"/>
        <pc:sldMkLst>
          <pc:docMk/>
          <pc:sldMk cId="1934171882" sldId="351"/>
        </pc:sldMkLst>
        <pc:spChg chg="mod">
          <ac:chgData name="ralph kemp" userId="b9b5e5f6d19aaab0" providerId="LiveId" clId="{A29C7B4F-934B-4D14-826A-A7708455A20A}" dt="2020-05-31T10:58:50.749" v="3247" actId="1076"/>
          <ac:spMkLst>
            <pc:docMk/>
            <pc:sldMk cId="1934171882" sldId="351"/>
            <ac:spMk id="2" creationId="{00000000-0000-0000-0000-000000000000}"/>
          </ac:spMkLst>
        </pc:spChg>
        <pc:spChg chg="mod">
          <ac:chgData name="ralph kemp" userId="b9b5e5f6d19aaab0" providerId="LiveId" clId="{A29C7B4F-934B-4D14-826A-A7708455A20A}" dt="2020-06-01T05:55:01.624" v="5857" actId="20577"/>
          <ac:spMkLst>
            <pc:docMk/>
            <pc:sldMk cId="1934171882" sldId="351"/>
            <ac:spMk id="3" creationId="{00000000-0000-0000-0000-000000000000}"/>
          </ac:spMkLst>
        </pc:spChg>
      </pc:sldChg>
      <pc:sldChg chg="modSp mod">
        <pc:chgData name="ralph kemp" userId="b9b5e5f6d19aaab0" providerId="LiveId" clId="{A29C7B4F-934B-4D14-826A-A7708455A20A}" dt="2020-05-31T10:58:09.006" v="3232" actId="1076"/>
        <pc:sldMkLst>
          <pc:docMk/>
          <pc:sldMk cId="4205939445" sldId="352"/>
        </pc:sldMkLst>
        <pc:spChg chg="mod">
          <ac:chgData name="ralph kemp" userId="b9b5e5f6d19aaab0" providerId="LiveId" clId="{A29C7B4F-934B-4D14-826A-A7708455A20A}" dt="2020-05-31T10:57:51.878" v="3229" actId="20577"/>
          <ac:spMkLst>
            <pc:docMk/>
            <pc:sldMk cId="4205939445" sldId="352"/>
            <ac:spMk id="2" creationId="{00000000-0000-0000-0000-000000000000}"/>
          </ac:spMkLst>
        </pc:spChg>
        <pc:spChg chg="mod">
          <ac:chgData name="ralph kemp" userId="b9b5e5f6d19aaab0" providerId="LiveId" clId="{A29C7B4F-934B-4D14-826A-A7708455A20A}" dt="2020-05-31T10:58:09.006" v="3232" actId="1076"/>
          <ac:spMkLst>
            <pc:docMk/>
            <pc:sldMk cId="4205939445" sldId="352"/>
            <ac:spMk id="3" creationId="{00000000-0000-0000-0000-000000000000}"/>
          </ac:spMkLst>
        </pc:spChg>
      </pc:sldChg>
      <pc:sldChg chg="modSp mod">
        <pc:chgData name="ralph kemp" userId="b9b5e5f6d19aaab0" providerId="LiveId" clId="{A29C7B4F-934B-4D14-826A-A7708455A20A}" dt="2020-06-01T04:20:33.408" v="4398" actId="115"/>
        <pc:sldMkLst>
          <pc:docMk/>
          <pc:sldMk cId="2567278368" sldId="353"/>
        </pc:sldMkLst>
        <pc:spChg chg="mod">
          <ac:chgData name="ralph kemp" userId="b9b5e5f6d19aaab0" providerId="LiveId" clId="{A29C7B4F-934B-4D14-826A-A7708455A20A}" dt="2020-05-31T10:59:50.389" v="3273" actId="1076"/>
          <ac:spMkLst>
            <pc:docMk/>
            <pc:sldMk cId="2567278368" sldId="353"/>
            <ac:spMk id="2" creationId="{00000000-0000-0000-0000-000000000000}"/>
          </ac:spMkLst>
        </pc:spChg>
        <pc:spChg chg="mod">
          <ac:chgData name="ralph kemp" userId="b9b5e5f6d19aaab0" providerId="LiveId" clId="{A29C7B4F-934B-4D14-826A-A7708455A20A}" dt="2020-06-01T04:20:33.408" v="4398" actId="115"/>
          <ac:spMkLst>
            <pc:docMk/>
            <pc:sldMk cId="2567278368" sldId="353"/>
            <ac:spMk id="3" creationId="{00000000-0000-0000-0000-000000000000}"/>
          </ac:spMkLst>
        </pc:spChg>
      </pc:sldChg>
      <pc:sldChg chg="modSp mod">
        <pc:chgData name="ralph kemp" userId="b9b5e5f6d19aaab0" providerId="LiveId" clId="{A29C7B4F-934B-4D14-826A-A7708455A20A}" dt="2020-05-31T11:01:56.395" v="3286" actId="1076"/>
        <pc:sldMkLst>
          <pc:docMk/>
          <pc:sldMk cId="766531159" sldId="354"/>
        </pc:sldMkLst>
        <pc:spChg chg="mod">
          <ac:chgData name="ralph kemp" userId="b9b5e5f6d19aaab0" providerId="LiveId" clId="{A29C7B4F-934B-4D14-826A-A7708455A20A}" dt="2020-05-31T11:01:51.988" v="3285" actId="1076"/>
          <ac:spMkLst>
            <pc:docMk/>
            <pc:sldMk cId="766531159" sldId="354"/>
            <ac:spMk id="2" creationId="{00000000-0000-0000-0000-000000000000}"/>
          </ac:spMkLst>
        </pc:spChg>
        <pc:spChg chg="mod">
          <ac:chgData name="ralph kemp" userId="b9b5e5f6d19aaab0" providerId="LiveId" clId="{A29C7B4F-934B-4D14-826A-A7708455A20A}" dt="2020-05-31T11:01:56.395" v="3286" actId="1076"/>
          <ac:spMkLst>
            <pc:docMk/>
            <pc:sldMk cId="766531159" sldId="354"/>
            <ac:spMk id="3" creationId="{00000000-0000-0000-0000-000000000000}"/>
          </ac:spMkLst>
        </pc:spChg>
      </pc:sldChg>
      <pc:sldChg chg="modSp mod">
        <pc:chgData name="ralph kemp" userId="b9b5e5f6d19aaab0" providerId="LiveId" clId="{A29C7B4F-934B-4D14-826A-A7708455A20A}" dt="2020-06-01T04:18:11.365" v="4369" actId="20577"/>
        <pc:sldMkLst>
          <pc:docMk/>
          <pc:sldMk cId="1936610978" sldId="355"/>
        </pc:sldMkLst>
        <pc:spChg chg="mod">
          <ac:chgData name="ralph kemp" userId="b9b5e5f6d19aaab0" providerId="LiveId" clId="{A29C7B4F-934B-4D14-826A-A7708455A20A}" dt="2020-06-01T04:02:42.827" v="4272" actId="20577"/>
          <ac:spMkLst>
            <pc:docMk/>
            <pc:sldMk cId="1936610978" sldId="355"/>
            <ac:spMk id="2" creationId="{00000000-0000-0000-0000-000000000000}"/>
          </ac:spMkLst>
        </pc:spChg>
        <pc:spChg chg="mod">
          <ac:chgData name="ralph kemp" userId="b9b5e5f6d19aaab0" providerId="LiveId" clId="{A29C7B4F-934B-4D14-826A-A7708455A20A}" dt="2020-06-01T04:18:11.365" v="4369" actId="20577"/>
          <ac:spMkLst>
            <pc:docMk/>
            <pc:sldMk cId="1936610978" sldId="355"/>
            <ac:spMk id="3" creationId="{00000000-0000-0000-0000-000000000000}"/>
          </ac:spMkLst>
        </pc:spChg>
      </pc:sldChg>
      <pc:sldChg chg="modSp del mod">
        <pc:chgData name="ralph kemp" userId="b9b5e5f6d19aaab0" providerId="LiveId" clId="{A29C7B4F-934B-4D14-826A-A7708455A20A}" dt="2020-06-01T04:18:18.751" v="4370" actId="2696"/>
        <pc:sldMkLst>
          <pc:docMk/>
          <pc:sldMk cId="3362567549" sldId="356"/>
        </pc:sldMkLst>
        <pc:spChg chg="mod">
          <ac:chgData name="ralph kemp" userId="b9b5e5f6d19aaab0" providerId="LiveId" clId="{A29C7B4F-934B-4D14-826A-A7708455A20A}" dt="2020-05-31T11:06:21.876" v="3397" actId="1076"/>
          <ac:spMkLst>
            <pc:docMk/>
            <pc:sldMk cId="3362567549" sldId="356"/>
            <ac:spMk id="2" creationId="{00000000-0000-0000-0000-000000000000}"/>
          </ac:spMkLst>
        </pc:spChg>
        <pc:spChg chg="mod">
          <ac:chgData name="ralph kemp" userId="b9b5e5f6d19aaab0" providerId="LiveId" clId="{A29C7B4F-934B-4D14-826A-A7708455A20A}" dt="2020-05-31T11:06:12.440" v="3396" actId="20577"/>
          <ac:spMkLst>
            <pc:docMk/>
            <pc:sldMk cId="3362567549" sldId="356"/>
            <ac:spMk id="3" creationId="{00000000-0000-0000-0000-000000000000}"/>
          </ac:spMkLst>
        </pc:spChg>
      </pc:sldChg>
      <pc:sldChg chg="delSp mod">
        <pc:chgData name="ralph kemp" userId="b9b5e5f6d19aaab0" providerId="LiveId" clId="{A29C7B4F-934B-4D14-826A-A7708455A20A}" dt="2020-05-31T11:02:30.311" v="3288" actId="478"/>
        <pc:sldMkLst>
          <pc:docMk/>
          <pc:sldMk cId="2483444541" sldId="357"/>
        </pc:sldMkLst>
        <pc:picChg chg="del">
          <ac:chgData name="ralph kemp" userId="b9b5e5f6d19aaab0" providerId="LiveId" clId="{A29C7B4F-934B-4D14-826A-A7708455A20A}" dt="2020-05-31T11:02:30.311" v="3288" actId="478"/>
          <ac:picMkLst>
            <pc:docMk/>
            <pc:sldMk cId="2483444541" sldId="357"/>
            <ac:picMk id="21" creationId="{00000000-0000-0000-0000-000000000000}"/>
          </ac:picMkLst>
        </pc:picChg>
      </pc:sldChg>
      <pc:sldChg chg="del">
        <pc:chgData name="ralph kemp" userId="b9b5e5f6d19aaab0" providerId="LiveId" clId="{A29C7B4F-934B-4D14-826A-A7708455A20A}" dt="2020-05-31T11:02:39.536" v="3289" actId="2696"/>
        <pc:sldMkLst>
          <pc:docMk/>
          <pc:sldMk cId="971748857" sldId="359"/>
        </pc:sldMkLst>
      </pc:sldChg>
      <pc:sldChg chg="del">
        <pc:chgData name="ralph kemp" userId="b9b5e5f6d19aaab0" providerId="LiveId" clId="{A29C7B4F-934B-4D14-826A-A7708455A20A}" dt="2020-05-31T11:02:15.117" v="3287" actId="2696"/>
        <pc:sldMkLst>
          <pc:docMk/>
          <pc:sldMk cId="2282852315" sldId="360"/>
        </pc:sldMkLst>
      </pc:sldChg>
      <pc:sldChg chg="modSp new mod ord">
        <pc:chgData name="ralph kemp" userId="b9b5e5f6d19aaab0" providerId="LiveId" clId="{A29C7B4F-934B-4D14-826A-A7708455A20A}" dt="2020-05-31T10:07:10.494" v="2180" actId="6559"/>
        <pc:sldMkLst>
          <pc:docMk/>
          <pc:sldMk cId="3567683259" sldId="361"/>
        </pc:sldMkLst>
        <pc:spChg chg="mod">
          <ac:chgData name="ralph kemp" userId="b9b5e5f6d19aaab0" providerId="LiveId" clId="{A29C7B4F-934B-4D14-826A-A7708455A20A}" dt="2020-05-31T10:02:08.113" v="2132" actId="14100"/>
          <ac:spMkLst>
            <pc:docMk/>
            <pc:sldMk cId="3567683259" sldId="361"/>
            <ac:spMk id="2" creationId="{68CDBF0D-96A8-41AB-A5B9-5E09640AB07B}"/>
          </ac:spMkLst>
        </pc:spChg>
        <pc:spChg chg="mod">
          <ac:chgData name="ralph kemp" userId="b9b5e5f6d19aaab0" providerId="LiveId" clId="{A29C7B4F-934B-4D14-826A-A7708455A20A}" dt="2020-05-31T10:07:10.494" v="2180" actId="6559"/>
          <ac:spMkLst>
            <pc:docMk/>
            <pc:sldMk cId="3567683259" sldId="361"/>
            <ac:spMk id="3" creationId="{D1B07D69-A409-49B8-91B9-8AE6AA720E1D}"/>
          </ac:spMkLst>
        </pc:spChg>
      </pc:sldChg>
      <pc:sldChg chg="modSp new mod ord">
        <pc:chgData name="ralph kemp" userId="b9b5e5f6d19aaab0" providerId="LiveId" clId="{A29C7B4F-934B-4D14-826A-A7708455A20A}" dt="2020-06-01T03:23:00.377" v="3409" actId="1076"/>
        <pc:sldMkLst>
          <pc:docMk/>
          <pc:sldMk cId="1703884431" sldId="362"/>
        </pc:sldMkLst>
        <pc:spChg chg="mod">
          <ac:chgData name="ralph kemp" userId="b9b5e5f6d19aaab0" providerId="LiveId" clId="{A29C7B4F-934B-4D14-826A-A7708455A20A}" dt="2020-06-01T03:23:00.377" v="3409" actId="1076"/>
          <ac:spMkLst>
            <pc:docMk/>
            <pc:sldMk cId="1703884431" sldId="362"/>
            <ac:spMk id="2" creationId="{0A9F76D6-60EE-4638-BAB4-7B8B1853584E}"/>
          </ac:spMkLst>
        </pc:spChg>
        <pc:spChg chg="mod">
          <ac:chgData name="ralph kemp" userId="b9b5e5f6d19aaab0" providerId="LiveId" clId="{A29C7B4F-934B-4D14-826A-A7708455A20A}" dt="2020-06-01T03:22:54.141" v="3407" actId="1076"/>
          <ac:spMkLst>
            <pc:docMk/>
            <pc:sldMk cId="1703884431" sldId="362"/>
            <ac:spMk id="3" creationId="{FA81C75E-AC89-4A80-98BA-ADC39E8FE47B}"/>
          </ac:spMkLst>
        </pc:spChg>
      </pc:sldChg>
      <pc:sldChg chg="addSp delSp modSp new mod setBg setClrOvrMap">
        <pc:chgData name="ralph kemp" userId="b9b5e5f6d19aaab0" providerId="LiveId" clId="{A29C7B4F-934B-4D14-826A-A7708455A20A}" dt="2020-06-01T03:22:40.674" v="3405" actId="1076"/>
        <pc:sldMkLst>
          <pc:docMk/>
          <pc:sldMk cId="4222241252" sldId="363"/>
        </pc:sldMkLst>
        <pc:spChg chg="mod">
          <ac:chgData name="ralph kemp" userId="b9b5e5f6d19aaab0" providerId="LiveId" clId="{A29C7B4F-934B-4D14-826A-A7708455A20A}" dt="2020-06-01T03:22:40.674" v="3405" actId="1076"/>
          <ac:spMkLst>
            <pc:docMk/>
            <pc:sldMk cId="4222241252" sldId="363"/>
            <ac:spMk id="2" creationId="{3C6C510E-FCA2-4165-A775-33A42995D7E0}"/>
          </ac:spMkLst>
        </pc:spChg>
        <pc:spChg chg="mod">
          <ac:chgData name="ralph kemp" userId="b9b5e5f6d19aaab0" providerId="LiveId" clId="{A29C7B4F-934B-4D14-826A-A7708455A20A}" dt="2020-06-01T03:22:34.888" v="3403" actId="1076"/>
          <ac:spMkLst>
            <pc:docMk/>
            <pc:sldMk cId="4222241252" sldId="363"/>
            <ac:spMk id="3" creationId="{67DB686A-AA89-408C-8278-EE80B61D75B7}"/>
          </ac:spMkLst>
        </pc:spChg>
        <pc:spChg chg="mod">
          <ac:chgData name="ralph kemp" userId="b9b5e5f6d19aaab0" providerId="LiveId" clId="{A29C7B4F-934B-4D14-826A-A7708455A20A}" dt="2020-05-30T09:01:13.005" v="945" actId="26606"/>
          <ac:spMkLst>
            <pc:docMk/>
            <pc:sldMk cId="4222241252" sldId="363"/>
            <ac:spMk id="4" creationId="{FD986513-CD2A-44C0-8496-37A7BA889E54}"/>
          </ac:spMkLst>
        </pc:spChg>
        <pc:spChg chg="add del">
          <ac:chgData name="ralph kemp" userId="b9b5e5f6d19aaab0" providerId="LiveId" clId="{A29C7B4F-934B-4D14-826A-A7708455A20A}" dt="2020-05-30T09:01:13.005" v="945" actId="26606"/>
          <ac:spMkLst>
            <pc:docMk/>
            <pc:sldMk cId="4222241252" sldId="363"/>
            <ac:spMk id="9" creationId="{2CB6C291-6CAF-46DF-ACFF-AADF0FD03F58}"/>
          </ac:spMkLst>
        </pc:spChg>
        <pc:spChg chg="add del">
          <ac:chgData name="ralph kemp" userId="b9b5e5f6d19aaab0" providerId="LiveId" clId="{A29C7B4F-934B-4D14-826A-A7708455A20A}" dt="2020-05-30T09:01:13.005" v="945" actId="26606"/>
          <ac:spMkLst>
            <pc:docMk/>
            <pc:sldMk cId="4222241252" sldId="363"/>
            <ac:spMk id="13" creationId="{4735DC46-5663-471D-AADB-81E00E65BCC6}"/>
          </ac:spMkLst>
        </pc:spChg>
        <pc:picChg chg="add del">
          <ac:chgData name="ralph kemp" userId="b9b5e5f6d19aaab0" providerId="LiveId" clId="{A29C7B4F-934B-4D14-826A-A7708455A20A}" dt="2020-05-30T09:01:13.005" v="945" actId="26606"/>
          <ac:picMkLst>
            <pc:docMk/>
            <pc:sldMk cId="4222241252" sldId="363"/>
            <ac:picMk id="11" creationId="{1EBADBCA-DA20-4279-93C6-011DEF18AA71}"/>
          </ac:picMkLst>
        </pc:picChg>
      </pc:sldChg>
      <pc:sldChg chg="modSp new mod">
        <pc:chgData name="ralph kemp" userId="b9b5e5f6d19aaab0" providerId="LiveId" clId="{A29C7B4F-934B-4D14-826A-A7708455A20A}" dt="2020-06-01T03:23:12.507" v="3411" actId="1076"/>
        <pc:sldMkLst>
          <pc:docMk/>
          <pc:sldMk cId="1001696727" sldId="364"/>
        </pc:sldMkLst>
        <pc:spChg chg="mod">
          <ac:chgData name="ralph kemp" userId="b9b5e5f6d19aaab0" providerId="LiveId" clId="{A29C7B4F-934B-4D14-826A-A7708455A20A}" dt="2020-06-01T03:23:12.507" v="3411" actId="1076"/>
          <ac:spMkLst>
            <pc:docMk/>
            <pc:sldMk cId="1001696727" sldId="364"/>
            <ac:spMk id="2" creationId="{16D47C65-2DFA-4DF6-8B83-300198BAA77B}"/>
          </ac:spMkLst>
        </pc:spChg>
        <pc:spChg chg="mod">
          <ac:chgData name="ralph kemp" userId="b9b5e5f6d19aaab0" providerId="LiveId" clId="{A29C7B4F-934B-4D14-826A-A7708455A20A}" dt="2020-06-01T03:23:08.566" v="3410" actId="1076"/>
          <ac:spMkLst>
            <pc:docMk/>
            <pc:sldMk cId="1001696727" sldId="364"/>
            <ac:spMk id="3" creationId="{C28C97F8-E42F-49B3-9162-89DA0FF31FDD}"/>
          </ac:spMkLst>
        </pc:spChg>
      </pc:sldChg>
      <pc:sldChg chg="addSp delSp modSp new mod setBg">
        <pc:chgData name="ralph kemp" userId="b9b5e5f6d19aaab0" providerId="LiveId" clId="{A29C7B4F-934B-4D14-826A-A7708455A20A}" dt="2020-05-31T10:08:26.319" v="2188" actId="1076"/>
        <pc:sldMkLst>
          <pc:docMk/>
          <pc:sldMk cId="1545210314" sldId="365"/>
        </pc:sldMkLst>
        <pc:spChg chg="mod">
          <ac:chgData name="ralph kemp" userId="b9b5e5f6d19aaab0" providerId="LiveId" clId="{A29C7B4F-934B-4D14-826A-A7708455A20A}" dt="2020-05-31T10:05:21.075" v="2164" actId="14100"/>
          <ac:spMkLst>
            <pc:docMk/>
            <pc:sldMk cId="1545210314" sldId="365"/>
            <ac:spMk id="2" creationId="{32B3D774-C43D-446E-9800-DF7EB43F5E3F}"/>
          </ac:spMkLst>
        </pc:spChg>
        <pc:spChg chg="mod">
          <ac:chgData name="ralph kemp" userId="b9b5e5f6d19aaab0" providerId="LiveId" clId="{A29C7B4F-934B-4D14-826A-A7708455A20A}" dt="2020-05-31T10:08:26.319" v="2188" actId="1076"/>
          <ac:spMkLst>
            <pc:docMk/>
            <pc:sldMk cId="1545210314" sldId="365"/>
            <ac:spMk id="3" creationId="{B18BE60D-E78B-4C56-8EF0-A98DC3C2372C}"/>
          </ac:spMkLst>
        </pc:spChg>
        <pc:spChg chg="mod">
          <ac:chgData name="ralph kemp" userId="b9b5e5f6d19aaab0" providerId="LiveId" clId="{A29C7B4F-934B-4D14-826A-A7708455A20A}" dt="2020-05-30T08:58:46.054" v="934" actId="26606"/>
          <ac:spMkLst>
            <pc:docMk/>
            <pc:sldMk cId="1545210314" sldId="365"/>
            <ac:spMk id="4" creationId="{ACE052EC-3BA6-4D22-9B78-4A87FC0738EE}"/>
          </ac:spMkLst>
        </pc:spChg>
        <pc:spChg chg="add del">
          <ac:chgData name="ralph kemp" userId="b9b5e5f6d19aaab0" providerId="LiveId" clId="{A29C7B4F-934B-4D14-826A-A7708455A20A}" dt="2020-05-30T08:58:21.036" v="932" actId="26606"/>
          <ac:spMkLst>
            <pc:docMk/>
            <pc:sldMk cId="1545210314" sldId="365"/>
            <ac:spMk id="9" creationId="{23962611-DFD5-4092-AAFD-559E3DFCE2C9}"/>
          </ac:spMkLst>
        </pc:spChg>
        <pc:spChg chg="add del">
          <ac:chgData name="ralph kemp" userId="b9b5e5f6d19aaab0" providerId="LiveId" clId="{A29C7B4F-934B-4D14-826A-A7708455A20A}" dt="2020-05-30T08:58:46.054" v="934" actId="26606"/>
          <ac:spMkLst>
            <pc:docMk/>
            <pc:sldMk cId="1545210314" sldId="365"/>
            <ac:spMk id="13" creationId="{92CA431A-BC84-45C3-8430-0459E54A220F}"/>
          </ac:spMkLst>
        </pc:spChg>
        <pc:spChg chg="add del">
          <ac:chgData name="ralph kemp" userId="b9b5e5f6d19aaab0" providerId="LiveId" clId="{A29C7B4F-934B-4D14-826A-A7708455A20A}" dt="2020-05-30T08:58:46.054" v="934" actId="26606"/>
          <ac:spMkLst>
            <pc:docMk/>
            <pc:sldMk cId="1545210314" sldId="365"/>
            <ac:spMk id="14" creationId="{86197D16-FE75-4A0E-A0C9-28C0F04A43DF}"/>
          </ac:spMkLst>
        </pc:spChg>
        <pc:picChg chg="add del">
          <ac:chgData name="ralph kemp" userId="b9b5e5f6d19aaab0" providerId="LiveId" clId="{A29C7B4F-934B-4D14-826A-A7708455A20A}" dt="2020-05-30T08:58:21.036" v="932" actId="26606"/>
          <ac:picMkLst>
            <pc:docMk/>
            <pc:sldMk cId="1545210314" sldId="365"/>
            <ac:picMk id="11" creationId="{2270F1FA-0425-408F-9861-80BF5AFB276D}"/>
          </ac:picMkLst>
        </pc:picChg>
        <pc:picChg chg="add del">
          <ac:chgData name="ralph kemp" userId="b9b5e5f6d19aaab0" providerId="LiveId" clId="{A29C7B4F-934B-4D14-826A-A7708455A20A}" dt="2020-05-30T08:58:46.054" v="934" actId="26606"/>
          <ac:picMkLst>
            <pc:docMk/>
            <pc:sldMk cId="1545210314" sldId="365"/>
            <ac:picMk id="15" creationId="{FA8FCEC6-4B30-4FF2-8B32-504BEAEA3A16}"/>
          </ac:picMkLst>
        </pc:picChg>
      </pc:sldChg>
      <pc:sldChg chg="addSp delSp modSp new mod setBg">
        <pc:chgData name="ralph kemp" userId="b9b5e5f6d19aaab0" providerId="LiveId" clId="{A29C7B4F-934B-4D14-826A-A7708455A20A}" dt="2020-05-31T10:05:50.323" v="2170" actId="14100"/>
        <pc:sldMkLst>
          <pc:docMk/>
          <pc:sldMk cId="207066477" sldId="366"/>
        </pc:sldMkLst>
        <pc:spChg chg="del mod">
          <ac:chgData name="ralph kemp" userId="b9b5e5f6d19aaab0" providerId="LiveId" clId="{A29C7B4F-934B-4D14-826A-A7708455A20A}" dt="2020-05-31T10:05:33.592" v="2166" actId="478"/>
          <ac:spMkLst>
            <pc:docMk/>
            <pc:sldMk cId="207066477" sldId="366"/>
            <ac:spMk id="2" creationId="{1065A531-8045-458C-993C-554EF85F52C4}"/>
          </ac:spMkLst>
        </pc:spChg>
        <pc:spChg chg="mod">
          <ac:chgData name="ralph kemp" userId="b9b5e5f6d19aaab0" providerId="LiveId" clId="{A29C7B4F-934B-4D14-826A-A7708455A20A}" dt="2020-05-31T10:05:50.323" v="2170" actId="14100"/>
          <ac:spMkLst>
            <pc:docMk/>
            <pc:sldMk cId="207066477" sldId="366"/>
            <ac:spMk id="3" creationId="{DD952AB3-76DF-460E-A143-10E0543EF4B7}"/>
          </ac:spMkLst>
        </pc:spChg>
        <pc:spChg chg="mod">
          <ac:chgData name="ralph kemp" userId="b9b5e5f6d19aaab0" providerId="LiveId" clId="{A29C7B4F-934B-4D14-826A-A7708455A20A}" dt="2020-05-30T08:58:49.721" v="935" actId="26606"/>
          <ac:spMkLst>
            <pc:docMk/>
            <pc:sldMk cId="207066477" sldId="366"/>
            <ac:spMk id="4" creationId="{7F402C34-A815-49CB-AD69-DA3B55325A68}"/>
          </ac:spMkLst>
        </pc:spChg>
        <pc:spChg chg="add del">
          <ac:chgData name="ralph kemp" userId="b9b5e5f6d19aaab0" providerId="LiveId" clId="{A29C7B4F-934B-4D14-826A-A7708455A20A}" dt="2020-05-30T08:58:49.721" v="935" actId="26606"/>
          <ac:spMkLst>
            <pc:docMk/>
            <pc:sldMk cId="207066477" sldId="366"/>
            <ac:spMk id="11" creationId="{7D8E67F2-F753-4E06-8229-4970A6725835}"/>
          </ac:spMkLst>
        </pc:spChg>
        <pc:spChg chg="add del">
          <ac:chgData name="ralph kemp" userId="b9b5e5f6d19aaab0" providerId="LiveId" clId="{A29C7B4F-934B-4D14-826A-A7708455A20A}" dt="2020-05-30T08:58:49.721" v="935" actId="26606"/>
          <ac:spMkLst>
            <pc:docMk/>
            <pc:sldMk cId="207066477" sldId="366"/>
            <ac:spMk id="15" creationId="{007B8288-68CC-4847-8419-CF535B6B7EEA}"/>
          </ac:spMkLst>
        </pc:spChg>
        <pc:spChg chg="add del">
          <ac:chgData name="ralph kemp" userId="b9b5e5f6d19aaab0" providerId="LiveId" clId="{A29C7B4F-934B-4D14-826A-A7708455A20A}" dt="2020-05-30T08:58:49.721" v="935" actId="26606"/>
          <ac:spMkLst>
            <pc:docMk/>
            <pc:sldMk cId="207066477" sldId="366"/>
            <ac:spMk id="17" creationId="{32BA8EA8-C1B6-4309-B674-F9F399B96288}"/>
          </ac:spMkLst>
        </pc:spChg>
        <pc:picChg chg="add mod ord">
          <ac:chgData name="ralph kemp" userId="b9b5e5f6d19aaab0" providerId="LiveId" clId="{A29C7B4F-934B-4D14-826A-A7708455A20A}" dt="2020-05-30T08:58:49.721" v="935" actId="26606"/>
          <ac:picMkLst>
            <pc:docMk/>
            <pc:sldMk cId="207066477" sldId="366"/>
            <ac:picMk id="5" creationId="{21EEE5EA-F5C4-443C-9487-7F7321ADDFD1}"/>
          </ac:picMkLst>
        </pc:picChg>
        <pc:picChg chg="add mod ord">
          <ac:chgData name="ralph kemp" userId="b9b5e5f6d19aaab0" providerId="LiveId" clId="{A29C7B4F-934B-4D14-826A-A7708455A20A}" dt="2020-05-30T08:59:10.826" v="938" actId="1076"/>
          <ac:picMkLst>
            <pc:docMk/>
            <pc:sldMk cId="207066477" sldId="366"/>
            <ac:picMk id="6" creationId="{A4D02CDA-4875-4CE8-835A-0265E45A0F6F}"/>
          </ac:picMkLst>
        </pc:picChg>
        <pc:picChg chg="add del">
          <ac:chgData name="ralph kemp" userId="b9b5e5f6d19aaab0" providerId="LiveId" clId="{A29C7B4F-934B-4D14-826A-A7708455A20A}" dt="2020-05-30T08:58:49.721" v="935" actId="26606"/>
          <ac:picMkLst>
            <pc:docMk/>
            <pc:sldMk cId="207066477" sldId="366"/>
            <ac:picMk id="13" creationId="{2EE1BDFD-564B-44A4-841A-50D6A8E75CB4}"/>
          </ac:picMkLst>
        </pc:picChg>
      </pc:sldChg>
      <pc:sldChg chg="modSp add mod">
        <pc:chgData name="ralph kemp" userId="b9b5e5f6d19aaab0" providerId="LiveId" clId="{A29C7B4F-934B-4D14-826A-A7708455A20A}" dt="2020-06-01T03:46:41.340" v="3816" actId="1076"/>
        <pc:sldMkLst>
          <pc:docMk/>
          <pc:sldMk cId="1416648217" sldId="367"/>
        </pc:sldMkLst>
        <pc:spChg chg="mod">
          <ac:chgData name="ralph kemp" userId="b9b5e5f6d19aaab0" providerId="LiveId" clId="{A29C7B4F-934B-4D14-826A-A7708455A20A}" dt="2020-06-01T03:44:15.877" v="3747" actId="1076"/>
          <ac:spMkLst>
            <pc:docMk/>
            <pc:sldMk cId="1416648217" sldId="367"/>
            <ac:spMk id="2" creationId="{00000000-0000-0000-0000-000000000000}"/>
          </ac:spMkLst>
        </pc:spChg>
        <pc:spChg chg="mod">
          <ac:chgData name="ralph kemp" userId="b9b5e5f6d19aaab0" providerId="LiveId" clId="{A29C7B4F-934B-4D14-826A-A7708455A20A}" dt="2020-06-01T03:46:41.340" v="3816" actId="1076"/>
          <ac:spMkLst>
            <pc:docMk/>
            <pc:sldMk cId="1416648217" sldId="367"/>
            <ac:spMk id="3" creationId="{00000000-0000-0000-0000-000000000000}"/>
          </ac:spMkLst>
        </pc:spChg>
      </pc:sldChg>
      <pc:sldChg chg="modSp new mod ord">
        <pc:chgData name="ralph kemp" userId="b9b5e5f6d19aaab0" providerId="LiveId" clId="{A29C7B4F-934B-4D14-826A-A7708455A20A}" dt="2020-06-01T03:37:32.418" v="3612" actId="20577"/>
        <pc:sldMkLst>
          <pc:docMk/>
          <pc:sldMk cId="601660888" sldId="368"/>
        </pc:sldMkLst>
        <pc:spChg chg="mod">
          <ac:chgData name="ralph kemp" userId="b9b5e5f6d19aaab0" providerId="LiveId" clId="{A29C7B4F-934B-4D14-826A-A7708455A20A}" dt="2020-06-01T03:28:20.891" v="3482" actId="14100"/>
          <ac:spMkLst>
            <pc:docMk/>
            <pc:sldMk cId="601660888" sldId="368"/>
            <ac:spMk id="2" creationId="{07908575-1C45-4BFB-B116-0EDC023034AB}"/>
          </ac:spMkLst>
        </pc:spChg>
        <pc:spChg chg="mod">
          <ac:chgData name="ralph kemp" userId="b9b5e5f6d19aaab0" providerId="LiveId" clId="{A29C7B4F-934B-4D14-826A-A7708455A20A}" dt="2020-06-01T03:37:32.418" v="3612" actId="20577"/>
          <ac:spMkLst>
            <pc:docMk/>
            <pc:sldMk cId="601660888" sldId="368"/>
            <ac:spMk id="3" creationId="{4A2BC565-F9F0-41CE-A4F0-7355B520FAA5}"/>
          </ac:spMkLst>
        </pc:spChg>
      </pc:sldChg>
      <pc:sldChg chg="modSp new mod">
        <pc:chgData name="ralph kemp" userId="b9b5e5f6d19aaab0" providerId="LiveId" clId="{A29C7B4F-934B-4D14-826A-A7708455A20A}" dt="2020-06-01T05:09:36.299" v="5281" actId="20577"/>
        <pc:sldMkLst>
          <pc:docMk/>
          <pc:sldMk cId="3361327146" sldId="369"/>
        </pc:sldMkLst>
        <pc:spChg chg="mod">
          <ac:chgData name="ralph kemp" userId="b9b5e5f6d19aaab0" providerId="LiveId" clId="{A29C7B4F-934B-4D14-826A-A7708455A20A}" dt="2020-06-01T05:08:49.596" v="5228" actId="20577"/>
          <ac:spMkLst>
            <pc:docMk/>
            <pc:sldMk cId="3361327146" sldId="369"/>
            <ac:spMk id="2" creationId="{EE7BAE19-4CE6-44A7-8705-011C91E90A2F}"/>
          </ac:spMkLst>
        </pc:spChg>
        <pc:spChg chg="mod">
          <ac:chgData name="ralph kemp" userId="b9b5e5f6d19aaab0" providerId="LiveId" clId="{A29C7B4F-934B-4D14-826A-A7708455A20A}" dt="2020-06-01T05:09:36.299" v="5281" actId="20577"/>
          <ac:spMkLst>
            <pc:docMk/>
            <pc:sldMk cId="3361327146" sldId="369"/>
            <ac:spMk id="3" creationId="{B7A97206-E581-4085-AC1F-3EA999283367}"/>
          </ac:spMkLst>
        </pc:spChg>
      </pc:sldChg>
      <pc:sldChg chg="modSp new mod">
        <pc:chgData name="ralph kemp" userId="b9b5e5f6d19aaab0" providerId="LiveId" clId="{A29C7B4F-934B-4D14-826A-A7708455A20A}" dt="2020-06-01T04:05:36.530" v="4302" actId="20577"/>
        <pc:sldMkLst>
          <pc:docMk/>
          <pc:sldMk cId="1757389547" sldId="370"/>
        </pc:sldMkLst>
        <pc:spChg chg="mod">
          <ac:chgData name="ralph kemp" userId="b9b5e5f6d19aaab0" providerId="LiveId" clId="{A29C7B4F-934B-4D14-826A-A7708455A20A}" dt="2020-06-01T04:05:03.597" v="4292" actId="1076"/>
          <ac:spMkLst>
            <pc:docMk/>
            <pc:sldMk cId="1757389547" sldId="370"/>
            <ac:spMk id="2" creationId="{17EFC0B3-C85E-4B13-8391-BE937DA46827}"/>
          </ac:spMkLst>
        </pc:spChg>
        <pc:spChg chg="mod">
          <ac:chgData name="ralph kemp" userId="b9b5e5f6d19aaab0" providerId="LiveId" clId="{A29C7B4F-934B-4D14-826A-A7708455A20A}" dt="2020-06-01T04:05:36.530" v="4302" actId="20577"/>
          <ac:spMkLst>
            <pc:docMk/>
            <pc:sldMk cId="1757389547" sldId="370"/>
            <ac:spMk id="3" creationId="{90B9F332-F6E6-4173-8F1B-E86EA7B0089E}"/>
          </ac:spMkLst>
        </pc:spChg>
      </pc:sldChg>
      <pc:sldChg chg="modSp new mod">
        <pc:chgData name="ralph kemp" userId="b9b5e5f6d19aaab0" providerId="LiveId" clId="{A29C7B4F-934B-4D14-826A-A7708455A20A}" dt="2020-06-01T04:11:05.860" v="4358" actId="1076"/>
        <pc:sldMkLst>
          <pc:docMk/>
          <pc:sldMk cId="3587715963" sldId="371"/>
        </pc:sldMkLst>
        <pc:spChg chg="mod">
          <ac:chgData name="ralph kemp" userId="b9b5e5f6d19aaab0" providerId="LiveId" clId="{A29C7B4F-934B-4D14-826A-A7708455A20A}" dt="2020-06-01T04:10:37.599" v="4351" actId="242"/>
          <ac:spMkLst>
            <pc:docMk/>
            <pc:sldMk cId="3587715963" sldId="371"/>
            <ac:spMk id="2" creationId="{9B8402EB-46F7-43DF-B19F-535E1A578482}"/>
          </ac:spMkLst>
        </pc:spChg>
        <pc:spChg chg="mod">
          <ac:chgData name="ralph kemp" userId="b9b5e5f6d19aaab0" providerId="LiveId" clId="{A29C7B4F-934B-4D14-826A-A7708455A20A}" dt="2020-06-01T04:11:05.860" v="4358" actId="1076"/>
          <ac:spMkLst>
            <pc:docMk/>
            <pc:sldMk cId="3587715963" sldId="371"/>
            <ac:spMk id="3" creationId="{3375DA01-26A3-4286-B00E-6677D7B9A8D4}"/>
          </ac:spMkLst>
        </pc:spChg>
      </pc:sldChg>
      <pc:sldChg chg="modSp new mod">
        <pc:chgData name="ralph kemp" userId="b9b5e5f6d19aaab0" providerId="LiveId" clId="{A29C7B4F-934B-4D14-826A-A7708455A20A}" dt="2020-06-01T04:24:12.816" v="4469" actId="1076"/>
        <pc:sldMkLst>
          <pc:docMk/>
          <pc:sldMk cId="3274128297" sldId="372"/>
        </pc:sldMkLst>
        <pc:spChg chg="mod">
          <ac:chgData name="ralph kemp" userId="b9b5e5f6d19aaab0" providerId="LiveId" clId="{A29C7B4F-934B-4D14-826A-A7708455A20A}" dt="2020-06-01T04:24:12.816" v="4469" actId="1076"/>
          <ac:spMkLst>
            <pc:docMk/>
            <pc:sldMk cId="3274128297" sldId="372"/>
            <ac:spMk id="2" creationId="{2922A12A-DD96-4167-9DF6-340B49A3F59F}"/>
          </ac:spMkLst>
        </pc:spChg>
        <pc:spChg chg="mod">
          <ac:chgData name="ralph kemp" userId="b9b5e5f6d19aaab0" providerId="LiveId" clId="{A29C7B4F-934B-4D14-826A-A7708455A20A}" dt="2020-06-01T04:24:07.724" v="4468" actId="1076"/>
          <ac:spMkLst>
            <pc:docMk/>
            <pc:sldMk cId="3274128297" sldId="372"/>
            <ac:spMk id="3" creationId="{2F71A59D-9ACE-4937-8835-CB55D70A2FC7}"/>
          </ac:spMkLst>
        </pc:spChg>
      </pc:sldChg>
      <pc:sldChg chg="modSp new mod">
        <pc:chgData name="ralph kemp" userId="b9b5e5f6d19aaab0" providerId="LiveId" clId="{A29C7B4F-934B-4D14-826A-A7708455A20A}" dt="2020-06-01T04:35:09.668" v="4556" actId="1076"/>
        <pc:sldMkLst>
          <pc:docMk/>
          <pc:sldMk cId="496615968" sldId="373"/>
        </pc:sldMkLst>
        <pc:spChg chg="mod">
          <ac:chgData name="ralph kemp" userId="b9b5e5f6d19aaab0" providerId="LiveId" clId="{A29C7B4F-934B-4D14-826A-A7708455A20A}" dt="2020-06-01T04:35:09.668" v="4556" actId="1076"/>
          <ac:spMkLst>
            <pc:docMk/>
            <pc:sldMk cId="496615968" sldId="373"/>
            <ac:spMk id="2" creationId="{7BE82CEB-7BFC-4BA5-A222-7AFE87257DB3}"/>
          </ac:spMkLst>
        </pc:spChg>
        <pc:spChg chg="mod">
          <ac:chgData name="ralph kemp" userId="b9b5e5f6d19aaab0" providerId="LiveId" clId="{A29C7B4F-934B-4D14-826A-A7708455A20A}" dt="2020-06-01T04:31:12.680" v="4538" actId="20577"/>
          <ac:spMkLst>
            <pc:docMk/>
            <pc:sldMk cId="496615968" sldId="373"/>
            <ac:spMk id="3" creationId="{8F70A449-5265-4453-838D-72D90D5514BA}"/>
          </ac:spMkLst>
        </pc:spChg>
      </pc:sldChg>
      <pc:sldChg chg="modSp add mod">
        <pc:chgData name="ralph kemp" userId="b9b5e5f6d19aaab0" providerId="LiveId" clId="{A29C7B4F-934B-4D14-826A-A7708455A20A}" dt="2020-06-01T04:52:14.326" v="5102" actId="123"/>
        <pc:sldMkLst>
          <pc:docMk/>
          <pc:sldMk cId="71382832" sldId="374"/>
        </pc:sldMkLst>
        <pc:spChg chg="mod">
          <ac:chgData name="ralph kemp" userId="b9b5e5f6d19aaab0" providerId="LiveId" clId="{A29C7B4F-934B-4D14-826A-A7708455A20A}" dt="2020-06-01T04:35:15.019" v="4557" actId="1076"/>
          <ac:spMkLst>
            <pc:docMk/>
            <pc:sldMk cId="71382832" sldId="374"/>
            <ac:spMk id="2" creationId="{7BE82CEB-7BFC-4BA5-A222-7AFE87257DB3}"/>
          </ac:spMkLst>
        </pc:spChg>
        <pc:spChg chg="mod">
          <ac:chgData name="ralph kemp" userId="b9b5e5f6d19aaab0" providerId="LiveId" clId="{A29C7B4F-934B-4D14-826A-A7708455A20A}" dt="2020-06-01T04:52:14.326" v="5102" actId="123"/>
          <ac:spMkLst>
            <pc:docMk/>
            <pc:sldMk cId="71382832" sldId="374"/>
            <ac:spMk id="3" creationId="{8F70A449-5265-4453-838D-72D90D5514BA}"/>
          </ac:spMkLst>
        </pc:spChg>
      </pc:sldChg>
      <pc:sldChg chg="modSp new mod">
        <pc:chgData name="ralph kemp" userId="b9b5e5f6d19aaab0" providerId="LiveId" clId="{A29C7B4F-934B-4D14-826A-A7708455A20A}" dt="2020-06-01T05:05:47.291" v="5143" actId="115"/>
        <pc:sldMkLst>
          <pc:docMk/>
          <pc:sldMk cId="1692836413" sldId="375"/>
        </pc:sldMkLst>
        <pc:spChg chg="mod">
          <ac:chgData name="ralph kemp" userId="b9b5e5f6d19aaab0" providerId="LiveId" clId="{A29C7B4F-934B-4D14-826A-A7708455A20A}" dt="2020-06-01T04:48:56.617" v="5007" actId="1076"/>
          <ac:spMkLst>
            <pc:docMk/>
            <pc:sldMk cId="1692836413" sldId="375"/>
            <ac:spMk id="2" creationId="{6CE0038B-4DD7-4B9E-ABB0-4C653B1DDE02}"/>
          </ac:spMkLst>
        </pc:spChg>
        <pc:spChg chg="mod">
          <ac:chgData name="ralph kemp" userId="b9b5e5f6d19aaab0" providerId="LiveId" clId="{A29C7B4F-934B-4D14-826A-A7708455A20A}" dt="2020-06-01T05:05:47.291" v="5143" actId="115"/>
          <ac:spMkLst>
            <pc:docMk/>
            <pc:sldMk cId="1692836413" sldId="375"/>
            <ac:spMk id="3" creationId="{7495A271-2B79-42CD-A9B3-0FDBC0387218}"/>
          </ac:spMkLst>
        </pc:spChg>
      </pc:sldChg>
      <pc:sldChg chg="modSp add mod ord">
        <pc:chgData name="ralph kemp" userId="b9b5e5f6d19aaab0" providerId="LiveId" clId="{A29C7B4F-934B-4D14-826A-A7708455A20A}" dt="2020-06-01T04:43:45.804" v="4904" actId="20577"/>
        <pc:sldMkLst>
          <pc:docMk/>
          <pc:sldMk cId="2064718107" sldId="376"/>
        </pc:sldMkLst>
        <pc:spChg chg="mod">
          <ac:chgData name="ralph kemp" userId="b9b5e5f6d19aaab0" providerId="LiveId" clId="{A29C7B4F-934B-4D14-826A-A7708455A20A}" dt="2020-06-01T04:43:20.916" v="4831" actId="20577"/>
          <ac:spMkLst>
            <pc:docMk/>
            <pc:sldMk cId="2064718107" sldId="376"/>
            <ac:spMk id="2" creationId="{9B8402EB-46F7-43DF-B19F-535E1A578482}"/>
          </ac:spMkLst>
        </pc:spChg>
        <pc:spChg chg="mod">
          <ac:chgData name="ralph kemp" userId="b9b5e5f6d19aaab0" providerId="LiveId" clId="{A29C7B4F-934B-4D14-826A-A7708455A20A}" dt="2020-06-01T04:43:45.804" v="4904" actId="20577"/>
          <ac:spMkLst>
            <pc:docMk/>
            <pc:sldMk cId="2064718107" sldId="376"/>
            <ac:spMk id="3" creationId="{3375DA01-26A3-4286-B00E-6677D7B9A8D4}"/>
          </ac:spMkLst>
        </pc:spChg>
      </pc:sldChg>
      <pc:sldChg chg="modSp add mod">
        <pc:chgData name="ralph kemp" userId="b9b5e5f6d19aaab0" providerId="LiveId" clId="{A29C7B4F-934B-4D14-826A-A7708455A20A}" dt="2020-06-01T04:53:43.791" v="5122" actId="1076"/>
        <pc:sldMkLst>
          <pc:docMk/>
          <pc:sldMk cId="942535379" sldId="377"/>
        </pc:sldMkLst>
        <pc:spChg chg="mod">
          <ac:chgData name="ralph kemp" userId="b9b5e5f6d19aaab0" providerId="LiveId" clId="{A29C7B4F-934B-4D14-826A-A7708455A20A}" dt="2020-06-01T04:53:43.791" v="5122" actId="1076"/>
          <ac:spMkLst>
            <pc:docMk/>
            <pc:sldMk cId="942535379" sldId="377"/>
            <ac:spMk id="2" creationId="{6CE0038B-4DD7-4B9E-ABB0-4C653B1DDE02}"/>
          </ac:spMkLst>
        </pc:spChg>
        <pc:spChg chg="mod">
          <ac:chgData name="ralph kemp" userId="b9b5e5f6d19aaab0" providerId="LiveId" clId="{A29C7B4F-934B-4D14-826A-A7708455A20A}" dt="2020-06-01T04:53:37.561" v="5121" actId="5793"/>
          <ac:spMkLst>
            <pc:docMk/>
            <pc:sldMk cId="942535379" sldId="377"/>
            <ac:spMk id="3" creationId="{7495A271-2B79-42CD-A9B3-0FDBC0387218}"/>
          </ac:spMkLst>
        </pc:spChg>
      </pc:sldChg>
      <pc:sldChg chg="modSp add mod">
        <pc:chgData name="ralph kemp" userId="b9b5e5f6d19aaab0" providerId="LiveId" clId="{A29C7B4F-934B-4D14-826A-A7708455A20A}" dt="2020-06-01T05:16:09.801" v="5420" actId="114"/>
        <pc:sldMkLst>
          <pc:docMk/>
          <pc:sldMk cId="344518562" sldId="378"/>
        </pc:sldMkLst>
        <pc:spChg chg="mod">
          <ac:chgData name="ralph kemp" userId="b9b5e5f6d19aaab0" providerId="LiveId" clId="{A29C7B4F-934B-4D14-826A-A7708455A20A}" dt="2020-06-01T05:12:16.016" v="5385" actId="1076"/>
          <ac:spMkLst>
            <pc:docMk/>
            <pc:sldMk cId="344518562" sldId="378"/>
            <ac:spMk id="2" creationId="{6CE0038B-4DD7-4B9E-ABB0-4C653B1DDE02}"/>
          </ac:spMkLst>
        </pc:spChg>
        <pc:spChg chg="mod">
          <ac:chgData name="ralph kemp" userId="b9b5e5f6d19aaab0" providerId="LiveId" clId="{A29C7B4F-934B-4D14-826A-A7708455A20A}" dt="2020-06-01T05:16:09.801" v="5420" actId="114"/>
          <ac:spMkLst>
            <pc:docMk/>
            <pc:sldMk cId="344518562" sldId="378"/>
            <ac:spMk id="3" creationId="{7495A271-2B79-42CD-A9B3-0FDBC0387218}"/>
          </ac:spMkLst>
        </pc:spChg>
      </pc:sldChg>
      <pc:sldChg chg="modSp add mod">
        <pc:chgData name="ralph kemp" userId="b9b5e5f6d19aaab0" providerId="LiveId" clId="{A29C7B4F-934B-4D14-826A-A7708455A20A}" dt="2020-06-01T05:19:00.438" v="5468" actId="115"/>
        <pc:sldMkLst>
          <pc:docMk/>
          <pc:sldMk cId="4288113910" sldId="379"/>
        </pc:sldMkLst>
        <pc:spChg chg="mod">
          <ac:chgData name="ralph kemp" userId="b9b5e5f6d19aaab0" providerId="LiveId" clId="{A29C7B4F-934B-4D14-826A-A7708455A20A}" dt="2020-06-01T05:15:12.008" v="5414" actId="20577"/>
          <ac:spMkLst>
            <pc:docMk/>
            <pc:sldMk cId="4288113910" sldId="379"/>
            <ac:spMk id="2" creationId="{6CE0038B-4DD7-4B9E-ABB0-4C653B1DDE02}"/>
          </ac:spMkLst>
        </pc:spChg>
        <pc:spChg chg="mod">
          <ac:chgData name="ralph kemp" userId="b9b5e5f6d19aaab0" providerId="LiveId" clId="{A29C7B4F-934B-4D14-826A-A7708455A20A}" dt="2020-06-01T05:19:00.438" v="5468" actId="115"/>
          <ac:spMkLst>
            <pc:docMk/>
            <pc:sldMk cId="4288113910" sldId="379"/>
            <ac:spMk id="3" creationId="{7495A271-2B79-42CD-A9B3-0FDBC0387218}"/>
          </ac:spMkLst>
        </pc:spChg>
      </pc:sldChg>
      <pc:sldChg chg="modSp add mod ord">
        <pc:chgData name="ralph kemp" userId="b9b5e5f6d19aaab0" providerId="LiveId" clId="{A29C7B4F-934B-4D14-826A-A7708455A20A}" dt="2020-06-01T05:30:22.971" v="5831" actId="255"/>
        <pc:sldMkLst>
          <pc:docMk/>
          <pc:sldMk cId="2973172349" sldId="380"/>
        </pc:sldMkLst>
        <pc:spChg chg="mod">
          <ac:chgData name="ralph kemp" userId="b9b5e5f6d19aaab0" providerId="LiveId" clId="{A29C7B4F-934B-4D14-826A-A7708455A20A}" dt="2020-06-01T05:20:19.390" v="5507" actId="20577"/>
          <ac:spMkLst>
            <pc:docMk/>
            <pc:sldMk cId="2973172349" sldId="380"/>
            <ac:spMk id="2" creationId="{9B8402EB-46F7-43DF-B19F-535E1A578482}"/>
          </ac:spMkLst>
        </pc:spChg>
        <pc:spChg chg="mod">
          <ac:chgData name="ralph kemp" userId="b9b5e5f6d19aaab0" providerId="LiveId" clId="{A29C7B4F-934B-4D14-826A-A7708455A20A}" dt="2020-06-01T05:30:22.971" v="5831" actId="255"/>
          <ac:spMkLst>
            <pc:docMk/>
            <pc:sldMk cId="2973172349" sldId="380"/>
            <ac:spMk id="3" creationId="{3375DA01-26A3-4286-B00E-6677D7B9A8D4}"/>
          </ac:spMkLst>
        </pc:spChg>
      </pc:sldChg>
      <pc:sldChg chg="modSp add mod ord">
        <pc:chgData name="ralph kemp" userId="b9b5e5f6d19aaab0" providerId="LiveId" clId="{A29C7B4F-934B-4D14-826A-A7708455A20A}" dt="2020-06-01T05:32:59.598" v="5850" actId="20577"/>
        <pc:sldMkLst>
          <pc:docMk/>
          <pc:sldMk cId="2443015215" sldId="381"/>
        </pc:sldMkLst>
        <pc:spChg chg="mod">
          <ac:chgData name="ralph kemp" userId="b9b5e5f6d19aaab0" providerId="LiveId" clId="{A29C7B4F-934B-4D14-826A-A7708455A20A}" dt="2020-06-01T05:22:31.416" v="5647" actId="20577"/>
          <ac:spMkLst>
            <pc:docMk/>
            <pc:sldMk cId="2443015215" sldId="381"/>
            <ac:spMk id="2" creationId="{6CE0038B-4DD7-4B9E-ABB0-4C653B1DDE02}"/>
          </ac:spMkLst>
        </pc:spChg>
        <pc:spChg chg="mod">
          <ac:chgData name="ralph kemp" userId="b9b5e5f6d19aaab0" providerId="LiveId" clId="{A29C7B4F-934B-4D14-826A-A7708455A20A}" dt="2020-06-01T05:32:59.598" v="5850" actId="20577"/>
          <ac:spMkLst>
            <pc:docMk/>
            <pc:sldMk cId="2443015215" sldId="381"/>
            <ac:spMk id="3" creationId="{7495A271-2B79-42CD-A9B3-0FDBC0387218}"/>
          </ac:spMkLst>
        </pc:spChg>
      </pc:sldChg>
      <pc:sldChg chg="modSp new mod">
        <pc:chgData name="ralph kemp" userId="b9b5e5f6d19aaab0" providerId="LiveId" clId="{A29C7B4F-934B-4D14-826A-A7708455A20A}" dt="2020-06-01T06:00:16.191" v="5950" actId="14100"/>
        <pc:sldMkLst>
          <pc:docMk/>
          <pc:sldMk cId="826154884" sldId="382"/>
        </pc:sldMkLst>
        <pc:spChg chg="mod">
          <ac:chgData name="ralph kemp" userId="b9b5e5f6d19aaab0" providerId="LiveId" clId="{A29C7B4F-934B-4D14-826A-A7708455A20A}" dt="2020-06-01T06:00:16.191" v="5950" actId="14100"/>
          <ac:spMkLst>
            <pc:docMk/>
            <pc:sldMk cId="826154884" sldId="382"/>
            <ac:spMk id="2" creationId="{DC75DCB0-0E87-4C8D-814B-7C79AFC7C4F3}"/>
          </ac:spMkLst>
        </pc:spChg>
        <pc:spChg chg="mod">
          <ac:chgData name="ralph kemp" userId="b9b5e5f6d19aaab0" providerId="LiveId" clId="{A29C7B4F-934B-4D14-826A-A7708455A20A}" dt="2020-06-01T05:58:04.017" v="5912" actId="20577"/>
          <ac:spMkLst>
            <pc:docMk/>
            <pc:sldMk cId="826154884" sldId="382"/>
            <ac:spMk id="3" creationId="{64ED7A10-D128-47DF-BCD4-618A41DE3F8D}"/>
          </ac:spMkLst>
        </pc:spChg>
      </pc:sldChg>
      <pc:sldChg chg="modSp add del mod ord">
        <pc:chgData name="ralph kemp" userId="b9b5e5f6d19aaab0" providerId="LiveId" clId="{A29C7B4F-934B-4D14-826A-A7708455A20A}" dt="2020-06-01T05:55:57.148" v="5858" actId="2696"/>
        <pc:sldMkLst>
          <pc:docMk/>
          <pc:sldMk cId="1561934001" sldId="382"/>
        </pc:sldMkLst>
        <pc:spChg chg="mod">
          <ac:chgData name="ralph kemp" userId="b9b5e5f6d19aaab0" providerId="LiveId" clId="{A29C7B4F-934B-4D14-826A-A7708455A20A}" dt="2020-06-01T05:32:26.805" v="5837" actId="21"/>
          <ac:spMkLst>
            <pc:docMk/>
            <pc:sldMk cId="1561934001" sldId="382"/>
            <ac:spMk id="3" creationId="{7495A271-2B79-42CD-A9B3-0FDBC0387218}"/>
          </ac:spMkLst>
        </pc:spChg>
      </pc:sldChg>
    </pc:docChg>
  </pc:docChgLst>
  <pc:docChgLst>
    <pc:chgData name="ralph kemp" userId="b9b5e5f6d19aaab0" providerId="LiveId" clId="{E76598A3-A913-4822-A8F1-CB075C0F86B7}"/>
    <pc:docChg chg="undo custSel modSld">
      <pc:chgData name="ralph kemp" userId="b9b5e5f6d19aaab0" providerId="LiveId" clId="{E76598A3-A913-4822-A8F1-CB075C0F86B7}" dt="2020-06-01T12:48:45.842" v="293" actId="14100"/>
      <pc:docMkLst>
        <pc:docMk/>
      </pc:docMkLst>
      <pc:sldChg chg="modTransition">
        <pc:chgData name="ralph kemp" userId="b9b5e5f6d19aaab0" providerId="LiveId" clId="{E76598A3-A913-4822-A8F1-CB075C0F86B7}" dt="2020-06-01T12:13:28.752" v="0"/>
        <pc:sldMkLst>
          <pc:docMk/>
          <pc:sldMk cId="2363639681" sldId="259"/>
        </pc:sldMkLst>
      </pc:sldChg>
      <pc:sldChg chg="modTransition">
        <pc:chgData name="ralph kemp" userId="b9b5e5f6d19aaab0" providerId="LiveId" clId="{E76598A3-A913-4822-A8F1-CB075C0F86B7}" dt="2020-06-01T12:13:28.752" v="0"/>
        <pc:sldMkLst>
          <pc:docMk/>
          <pc:sldMk cId="2701221404" sldId="261"/>
        </pc:sldMkLst>
      </pc:sldChg>
      <pc:sldChg chg="modTransition">
        <pc:chgData name="ralph kemp" userId="b9b5e5f6d19aaab0" providerId="LiveId" clId="{E76598A3-A913-4822-A8F1-CB075C0F86B7}" dt="2020-06-01T12:13:28.752" v="0"/>
        <pc:sldMkLst>
          <pc:docMk/>
          <pc:sldMk cId="2547356398" sldId="263"/>
        </pc:sldMkLst>
      </pc:sldChg>
      <pc:sldChg chg="modTransition">
        <pc:chgData name="ralph kemp" userId="b9b5e5f6d19aaab0" providerId="LiveId" clId="{E76598A3-A913-4822-A8F1-CB075C0F86B7}" dt="2020-06-01T12:13:28.752" v="0"/>
        <pc:sldMkLst>
          <pc:docMk/>
          <pc:sldMk cId="862864849" sldId="264"/>
        </pc:sldMkLst>
      </pc:sldChg>
      <pc:sldChg chg="modTransition">
        <pc:chgData name="ralph kemp" userId="b9b5e5f6d19aaab0" providerId="LiveId" clId="{E76598A3-A913-4822-A8F1-CB075C0F86B7}" dt="2020-06-01T12:13:28.752" v="0"/>
        <pc:sldMkLst>
          <pc:docMk/>
          <pc:sldMk cId="1073301653" sldId="265"/>
        </pc:sldMkLst>
      </pc:sldChg>
      <pc:sldChg chg="modTransition">
        <pc:chgData name="ralph kemp" userId="b9b5e5f6d19aaab0" providerId="LiveId" clId="{E76598A3-A913-4822-A8F1-CB075C0F86B7}" dt="2020-06-01T12:13:28.752" v="0"/>
        <pc:sldMkLst>
          <pc:docMk/>
          <pc:sldMk cId="4241626609" sldId="266"/>
        </pc:sldMkLst>
      </pc:sldChg>
      <pc:sldChg chg="modTransition">
        <pc:chgData name="ralph kemp" userId="b9b5e5f6d19aaab0" providerId="LiveId" clId="{E76598A3-A913-4822-A8F1-CB075C0F86B7}" dt="2020-06-01T12:13:28.752" v="0"/>
        <pc:sldMkLst>
          <pc:docMk/>
          <pc:sldMk cId="408362590" sldId="267"/>
        </pc:sldMkLst>
      </pc:sldChg>
      <pc:sldChg chg="modTransition">
        <pc:chgData name="ralph kemp" userId="b9b5e5f6d19aaab0" providerId="LiveId" clId="{E76598A3-A913-4822-A8F1-CB075C0F86B7}" dt="2020-06-01T12:13:28.752" v="0"/>
        <pc:sldMkLst>
          <pc:docMk/>
          <pc:sldMk cId="346588168" sldId="271"/>
        </pc:sldMkLst>
      </pc:sldChg>
      <pc:sldChg chg="modTransition">
        <pc:chgData name="ralph kemp" userId="b9b5e5f6d19aaab0" providerId="LiveId" clId="{E76598A3-A913-4822-A8F1-CB075C0F86B7}" dt="2020-06-01T12:13:28.752" v="0"/>
        <pc:sldMkLst>
          <pc:docMk/>
          <pc:sldMk cId="1755588568" sldId="272"/>
        </pc:sldMkLst>
      </pc:sldChg>
      <pc:sldChg chg="modTransition">
        <pc:chgData name="ralph kemp" userId="b9b5e5f6d19aaab0" providerId="LiveId" clId="{E76598A3-A913-4822-A8F1-CB075C0F86B7}" dt="2020-06-01T12:13:28.752" v="0"/>
        <pc:sldMkLst>
          <pc:docMk/>
          <pc:sldMk cId="3918976556" sldId="273"/>
        </pc:sldMkLst>
      </pc:sldChg>
      <pc:sldChg chg="modTransition">
        <pc:chgData name="ralph kemp" userId="b9b5e5f6d19aaab0" providerId="LiveId" clId="{E76598A3-A913-4822-A8F1-CB075C0F86B7}" dt="2020-06-01T12:13:28.752" v="0"/>
        <pc:sldMkLst>
          <pc:docMk/>
          <pc:sldMk cId="1875805434" sldId="274"/>
        </pc:sldMkLst>
      </pc:sldChg>
      <pc:sldChg chg="modTransition">
        <pc:chgData name="ralph kemp" userId="b9b5e5f6d19aaab0" providerId="LiveId" clId="{E76598A3-A913-4822-A8F1-CB075C0F86B7}" dt="2020-06-01T12:13:28.752" v="0"/>
        <pc:sldMkLst>
          <pc:docMk/>
          <pc:sldMk cId="515912946" sldId="276"/>
        </pc:sldMkLst>
      </pc:sldChg>
      <pc:sldChg chg="modTransition">
        <pc:chgData name="ralph kemp" userId="b9b5e5f6d19aaab0" providerId="LiveId" clId="{E76598A3-A913-4822-A8F1-CB075C0F86B7}" dt="2020-06-01T12:13:28.752" v="0"/>
        <pc:sldMkLst>
          <pc:docMk/>
          <pc:sldMk cId="1072159602" sldId="277"/>
        </pc:sldMkLst>
      </pc:sldChg>
      <pc:sldChg chg="modTransition">
        <pc:chgData name="ralph kemp" userId="b9b5e5f6d19aaab0" providerId="LiveId" clId="{E76598A3-A913-4822-A8F1-CB075C0F86B7}" dt="2020-06-01T12:13:28.752" v="0"/>
        <pc:sldMkLst>
          <pc:docMk/>
          <pc:sldMk cId="3241968902" sldId="278"/>
        </pc:sldMkLst>
      </pc:sldChg>
      <pc:sldChg chg="modTransition">
        <pc:chgData name="ralph kemp" userId="b9b5e5f6d19aaab0" providerId="LiveId" clId="{E76598A3-A913-4822-A8F1-CB075C0F86B7}" dt="2020-06-01T12:13:28.752" v="0"/>
        <pc:sldMkLst>
          <pc:docMk/>
          <pc:sldMk cId="3582666542" sldId="280"/>
        </pc:sldMkLst>
      </pc:sldChg>
      <pc:sldChg chg="modTransition">
        <pc:chgData name="ralph kemp" userId="b9b5e5f6d19aaab0" providerId="LiveId" clId="{E76598A3-A913-4822-A8F1-CB075C0F86B7}" dt="2020-06-01T12:13:28.752" v="0"/>
        <pc:sldMkLst>
          <pc:docMk/>
          <pc:sldMk cId="2948794998" sldId="283"/>
        </pc:sldMkLst>
      </pc:sldChg>
      <pc:sldChg chg="modTransition">
        <pc:chgData name="ralph kemp" userId="b9b5e5f6d19aaab0" providerId="LiveId" clId="{E76598A3-A913-4822-A8F1-CB075C0F86B7}" dt="2020-06-01T12:13:28.752" v="0"/>
        <pc:sldMkLst>
          <pc:docMk/>
          <pc:sldMk cId="1035910379" sldId="284"/>
        </pc:sldMkLst>
      </pc:sldChg>
      <pc:sldChg chg="modTransition">
        <pc:chgData name="ralph kemp" userId="b9b5e5f6d19aaab0" providerId="LiveId" clId="{E76598A3-A913-4822-A8F1-CB075C0F86B7}" dt="2020-06-01T12:13:28.752" v="0"/>
        <pc:sldMkLst>
          <pc:docMk/>
          <pc:sldMk cId="1596027900" sldId="288"/>
        </pc:sldMkLst>
      </pc:sldChg>
      <pc:sldChg chg="modTransition">
        <pc:chgData name="ralph kemp" userId="b9b5e5f6d19aaab0" providerId="LiveId" clId="{E76598A3-A913-4822-A8F1-CB075C0F86B7}" dt="2020-06-01T12:13:28.752" v="0"/>
        <pc:sldMkLst>
          <pc:docMk/>
          <pc:sldMk cId="1944636126" sldId="289"/>
        </pc:sldMkLst>
      </pc:sldChg>
      <pc:sldChg chg="modTransition">
        <pc:chgData name="ralph kemp" userId="b9b5e5f6d19aaab0" providerId="LiveId" clId="{E76598A3-A913-4822-A8F1-CB075C0F86B7}" dt="2020-06-01T12:13:28.752" v="0"/>
        <pc:sldMkLst>
          <pc:docMk/>
          <pc:sldMk cId="578906670" sldId="292"/>
        </pc:sldMkLst>
      </pc:sldChg>
      <pc:sldChg chg="modTransition">
        <pc:chgData name="ralph kemp" userId="b9b5e5f6d19aaab0" providerId="LiveId" clId="{E76598A3-A913-4822-A8F1-CB075C0F86B7}" dt="2020-06-01T12:13:28.752" v="0"/>
        <pc:sldMkLst>
          <pc:docMk/>
          <pc:sldMk cId="2018706929" sldId="298"/>
        </pc:sldMkLst>
      </pc:sldChg>
      <pc:sldChg chg="modTransition">
        <pc:chgData name="ralph kemp" userId="b9b5e5f6d19aaab0" providerId="LiveId" clId="{E76598A3-A913-4822-A8F1-CB075C0F86B7}" dt="2020-06-01T12:13:28.752" v="0"/>
        <pc:sldMkLst>
          <pc:docMk/>
          <pc:sldMk cId="3412516943" sldId="301"/>
        </pc:sldMkLst>
      </pc:sldChg>
      <pc:sldChg chg="modSp mod modTransition">
        <pc:chgData name="ralph kemp" userId="b9b5e5f6d19aaab0" providerId="LiveId" clId="{E76598A3-A913-4822-A8F1-CB075C0F86B7}" dt="2020-06-01T12:39:43.215" v="186" actId="14100"/>
        <pc:sldMkLst>
          <pc:docMk/>
          <pc:sldMk cId="2398991298" sldId="302"/>
        </pc:sldMkLst>
        <pc:spChg chg="mod">
          <ac:chgData name="ralph kemp" userId="b9b5e5f6d19aaab0" providerId="LiveId" clId="{E76598A3-A913-4822-A8F1-CB075C0F86B7}" dt="2020-06-01T12:37:29.902" v="163" actId="1076"/>
          <ac:spMkLst>
            <pc:docMk/>
            <pc:sldMk cId="2398991298" sldId="302"/>
            <ac:spMk id="2" creationId="{00000000-0000-0000-0000-000000000000}"/>
          </ac:spMkLst>
        </pc:spChg>
        <pc:spChg chg="mod">
          <ac:chgData name="ralph kemp" userId="b9b5e5f6d19aaab0" providerId="LiveId" clId="{E76598A3-A913-4822-A8F1-CB075C0F86B7}" dt="2020-06-01T12:39:43.215" v="186" actId="14100"/>
          <ac:spMkLst>
            <pc:docMk/>
            <pc:sldMk cId="2398991298" sldId="302"/>
            <ac:spMk id="3" creationId="{00000000-0000-0000-0000-000000000000}"/>
          </ac:spMkLst>
        </pc:spChg>
      </pc:sldChg>
      <pc:sldChg chg="modSp mod modTransition">
        <pc:chgData name="ralph kemp" userId="b9b5e5f6d19aaab0" providerId="LiveId" clId="{E76598A3-A913-4822-A8F1-CB075C0F86B7}" dt="2020-06-01T12:38:54.565" v="178" actId="1076"/>
        <pc:sldMkLst>
          <pc:docMk/>
          <pc:sldMk cId="222315872" sldId="303"/>
        </pc:sldMkLst>
        <pc:spChg chg="mod">
          <ac:chgData name="ralph kemp" userId="b9b5e5f6d19aaab0" providerId="LiveId" clId="{E76598A3-A913-4822-A8F1-CB075C0F86B7}" dt="2020-06-01T12:38:49.814" v="177" actId="1076"/>
          <ac:spMkLst>
            <pc:docMk/>
            <pc:sldMk cId="222315872" sldId="303"/>
            <ac:spMk id="2" creationId="{00000000-0000-0000-0000-000000000000}"/>
          </ac:spMkLst>
        </pc:spChg>
        <pc:spChg chg="mod">
          <ac:chgData name="ralph kemp" userId="b9b5e5f6d19aaab0" providerId="LiveId" clId="{E76598A3-A913-4822-A8F1-CB075C0F86B7}" dt="2020-06-01T12:38:54.565" v="178" actId="1076"/>
          <ac:spMkLst>
            <pc:docMk/>
            <pc:sldMk cId="222315872" sldId="303"/>
            <ac:spMk id="3" creationId="{00000000-0000-0000-0000-000000000000}"/>
          </ac:spMkLst>
        </pc:spChg>
      </pc:sldChg>
      <pc:sldChg chg="modSp mod modTransition">
        <pc:chgData name="ralph kemp" userId="b9b5e5f6d19aaab0" providerId="LiveId" clId="{E76598A3-A913-4822-A8F1-CB075C0F86B7}" dt="2020-06-01T12:34:11.423" v="146" actId="1076"/>
        <pc:sldMkLst>
          <pc:docMk/>
          <pc:sldMk cId="694610766" sldId="304"/>
        </pc:sldMkLst>
        <pc:spChg chg="mod">
          <ac:chgData name="ralph kemp" userId="b9b5e5f6d19aaab0" providerId="LiveId" clId="{E76598A3-A913-4822-A8F1-CB075C0F86B7}" dt="2020-06-01T12:34:08.069" v="145" actId="1076"/>
          <ac:spMkLst>
            <pc:docMk/>
            <pc:sldMk cId="694610766" sldId="304"/>
            <ac:spMk id="2" creationId="{00000000-0000-0000-0000-000000000000}"/>
          </ac:spMkLst>
        </pc:spChg>
        <pc:picChg chg="mod modCrop">
          <ac:chgData name="ralph kemp" userId="b9b5e5f6d19aaab0" providerId="LiveId" clId="{E76598A3-A913-4822-A8F1-CB075C0F86B7}" dt="2020-06-01T12:34:11.423" v="146" actId="1076"/>
          <ac:picMkLst>
            <pc:docMk/>
            <pc:sldMk cId="694610766" sldId="304"/>
            <ac:picMk id="5" creationId="{00000000-0000-0000-0000-000000000000}"/>
          </ac:picMkLst>
        </pc:picChg>
      </pc:sldChg>
      <pc:sldChg chg="modTransition">
        <pc:chgData name="ralph kemp" userId="b9b5e5f6d19aaab0" providerId="LiveId" clId="{E76598A3-A913-4822-A8F1-CB075C0F86B7}" dt="2020-06-01T12:13:28.752" v="0"/>
        <pc:sldMkLst>
          <pc:docMk/>
          <pc:sldMk cId="4112560276" sldId="305"/>
        </pc:sldMkLst>
      </pc:sldChg>
      <pc:sldChg chg="modSp mod modTransition">
        <pc:chgData name="ralph kemp" userId="b9b5e5f6d19aaab0" providerId="LiveId" clId="{E76598A3-A913-4822-A8F1-CB075C0F86B7}" dt="2020-06-01T12:40:34.110" v="194" actId="1076"/>
        <pc:sldMkLst>
          <pc:docMk/>
          <pc:sldMk cId="2742209578" sldId="306"/>
        </pc:sldMkLst>
        <pc:spChg chg="mod">
          <ac:chgData name="ralph kemp" userId="b9b5e5f6d19aaab0" providerId="LiveId" clId="{E76598A3-A913-4822-A8F1-CB075C0F86B7}" dt="2020-06-01T12:40:18.769" v="191" actId="1076"/>
          <ac:spMkLst>
            <pc:docMk/>
            <pc:sldMk cId="2742209578" sldId="306"/>
            <ac:spMk id="2" creationId="{00000000-0000-0000-0000-000000000000}"/>
          </ac:spMkLst>
        </pc:spChg>
        <pc:spChg chg="mod">
          <ac:chgData name="ralph kemp" userId="b9b5e5f6d19aaab0" providerId="LiveId" clId="{E76598A3-A913-4822-A8F1-CB075C0F86B7}" dt="2020-06-01T12:40:34.110" v="194" actId="1076"/>
          <ac:spMkLst>
            <pc:docMk/>
            <pc:sldMk cId="2742209578" sldId="306"/>
            <ac:spMk id="3" creationId="{00000000-0000-0000-0000-000000000000}"/>
          </ac:spMkLst>
        </pc:spChg>
      </pc:sldChg>
      <pc:sldChg chg="modTransition">
        <pc:chgData name="ralph kemp" userId="b9b5e5f6d19aaab0" providerId="LiveId" clId="{E76598A3-A913-4822-A8F1-CB075C0F86B7}" dt="2020-06-01T12:13:28.752" v="0"/>
        <pc:sldMkLst>
          <pc:docMk/>
          <pc:sldMk cId="2434945104" sldId="308"/>
        </pc:sldMkLst>
      </pc:sldChg>
      <pc:sldChg chg="modTransition">
        <pc:chgData name="ralph kemp" userId="b9b5e5f6d19aaab0" providerId="LiveId" clId="{E76598A3-A913-4822-A8F1-CB075C0F86B7}" dt="2020-06-01T12:13:28.752" v="0"/>
        <pc:sldMkLst>
          <pc:docMk/>
          <pc:sldMk cId="1674193263" sldId="309"/>
        </pc:sldMkLst>
      </pc:sldChg>
      <pc:sldChg chg="modSp mod modTransition">
        <pc:chgData name="ralph kemp" userId="b9b5e5f6d19aaab0" providerId="LiveId" clId="{E76598A3-A913-4822-A8F1-CB075C0F86B7}" dt="2020-06-01T12:41:03.151" v="200" actId="14100"/>
        <pc:sldMkLst>
          <pc:docMk/>
          <pc:sldMk cId="1290577488" sldId="310"/>
        </pc:sldMkLst>
        <pc:spChg chg="mod">
          <ac:chgData name="ralph kemp" userId="b9b5e5f6d19aaab0" providerId="LiveId" clId="{E76598A3-A913-4822-A8F1-CB075C0F86B7}" dt="2020-06-01T12:40:55.917" v="198" actId="1076"/>
          <ac:spMkLst>
            <pc:docMk/>
            <pc:sldMk cId="1290577488" sldId="310"/>
            <ac:spMk id="2" creationId="{00000000-0000-0000-0000-000000000000}"/>
          </ac:spMkLst>
        </pc:spChg>
        <pc:spChg chg="mod">
          <ac:chgData name="ralph kemp" userId="b9b5e5f6d19aaab0" providerId="LiveId" clId="{E76598A3-A913-4822-A8F1-CB075C0F86B7}" dt="2020-06-01T12:41:03.151" v="200" actId="14100"/>
          <ac:spMkLst>
            <pc:docMk/>
            <pc:sldMk cId="1290577488" sldId="310"/>
            <ac:spMk id="3" creationId="{00000000-0000-0000-0000-000000000000}"/>
          </ac:spMkLst>
        </pc:spChg>
      </pc:sldChg>
      <pc:sldChg chg="modTransition">
        <pc:chgData name="ralph kemp" userId="b9b5e5f6d19aaab0" providerId="LiveId" clId="{E76598A3-A913-4822-A8F1-CB075C0F86B7}" dt="2020-06-01T12:13:28.752" v="0"/>
        <pc:sldMkLst>
          <pc:docMk/>
          <pc:sldMk cId="3001452231" sldId="311"/>
        </pc:sldMkLst>
      </pc:sldChg>
      <pc:sldChg chg="modSp mod modTransition">
        <pc:chgData name="ralph kemp" userId="b9b5e5f6d19aaab0" providerId="LiveId" clId="{E76598A3-A913-4822-A8F1-CB075C0F86B7}" dt="2020-06-01T12:22:19.595" v="50" actId="1076"/>
        <pc:sldMkLst>
          <pc:docMk/>
          <pc:sldMk cId="2176367710" sldId="312"/>
        </pc:sldMkLst>
        <pc:spChg chg="mod">
          <ac:chgData name="ralph kemp" userId="b9b5e5f6d19aaab0" providerId="LiveId" clId="{E76598A3-A913-4822-A8F1-CB075C0F86B7}" dt="2020-06-01T12:22:19.595" v="50" actId="1076"/>
          <ac:spMkLst>
            <pc:docMk/>
            <pc:sldMk cId="2176367710" sldId="312"/>
            <ac:spMk id="2" creationId="{00000000-0000-0000-0000-000000000000}"/>
          </ac:spMkLst>
        </pc:spChg>
        <pc:spChg chg="mod">
          <ac:chgData name="ralph kemp" userId="b9b5e5f6d19aaab0" providerId="LiveId" clId="{E76598A3-A913-4822-A8F1-CB075C0F86B7}" dt="2020-06-01T12:22:14.133" v="48" actId="1076"/>
          <ac:spMkLst>
            <pc:docMk/>
            <pc:sldMk cId="2176367710" sldId="312"/>
            <ac:spMk id="3" creationId="{00000000-0000-0000-0000-000000000000}"/>
          </ac:spMkLst>
        </pc:spChg>
      </pc:sldChg>
      <pc:sldChg chg="modTransition">
        <pc:chgData name="ralph kemp" userId="b9b5e5f6d19aaab0" providerId="LiveId" clId="{E76598A3-A913-4822-A8F1-CB075C0F86B7}" dt="2020-06-01T12:13:28.752" v="0"/>
        <pc:sldMkLst>
          <pc:docMk/>
          <pc:sldMk cId="3918392554" sldId="313"/>
        </pc:sldMkLst>
      </pc:sldChg>
      <pc:sldChg chg="modTransition">
        <pc:chgData name="ralph kemp" userId="b9b5e5f6d19aaab0" providerId="LiveId" clId="{E76598A3-A913-4822-A8F1-CB075C0F86B7}" dt="2020-06-01T12:13:28.752" v="0"/>
        <pc:sldMkLst>
          <pc:docMk/>
          <pc:sldMk cId="2550916923" sldId="315"/>
        </pc:sldMkLst>
      </pc:sldChg>
      <pc:sldChg chg="modSp mod modTransition">
        <pc:chgData name="ralph kemp" userId="b9b5e5f6d19aaab0" providerId="LiveId" clId="{E76598A3-A913-4822-A8F1-CB075C0F86B7}" dt="2020-06-01T12:42:46.365" v="223" actId="1076"/>
        <pc:sldMkLst>
          <pc:docMk/>
          <pc:sldMk cId="1425193999" sldId="317"/>
        </pc:sldMkLst>
        <pc:spChg chg="mod">
          <ac:chgData name="ralph kemp" userId="b9b5e5f6d19aaab0" providerId="LiveId" clId="{E76598A3-A913-4822-A8F1-CB075C0F86B7}" dt="2020-06-01T12:42:38.008" v="220" actId="1076"/>
          <ac:spMkLst>
            <pc:docMk/>
            <pc:sldMk cId="1425193999" sldId="317"/>
            <ac:spMk id="2" creationId="{00000000-0000-0000-0000-000000000000}"/>
          </ac:spMkLst>
        </pc:spChg>
        <pc:spChg chg="mod">
          <ac:chgData name="ralph kemp" userId="b9b5e5f6d19aaab0" providerId="LiveId" clId="{E76598A3-A913-4822-A8F1-CB075C0F86B7}" dt="2020-06-01T12:42:46.365" v="223" actId="1076"/>
          <ac:spMkLst>
            <pc:docMk/>
            <pc:sldMk cId="1425193999" sldId="317"/>
            <ac:spMk id="3" creationId="{00000000-0000-0000-0000-000000000000}"/>
          </ac:spMkLst>
        </pc:spChg>
      </pc:sldChg>
      <pc:sldChg chg="modTransition">
        <pc:chgData name="ralph kemp" userId="b9b5e5f6d19aaab0" providerId="LiveId" clId="{E76598A3-A913-4822-A8F1-CB075C0F86B7}" dt="2020-06-01T12:13:28.752" v="0"/>
        <pc:sldMkLst>
          <pc:docMk/>
          <pc:sldMk cId="264504982" sldId="318"/>
        </pc:sldMkLst>
      </pc:sldChg>
      <pc:sldChg chg="modSp mod modTransition">
        <pc:chgData name="ralph kemp" userId="b9b5e5f6d19aaab0" providerId="LiveId" clId="{E76598A3-A913-4822-A8F1-CB075C0F86B7}" dt="2020-06-01T12:43:21.503" v="230" actId="14100"/>
        <pc:sldMkLst>
          <pc:docMk/>
          <pc:sldMk cId="2287186540" sldId="319"/>
        </pc:sldMkLst>
        <pc:spChg chg="mod">
          <ac:chgData name="ralph kemp" userId="b9b5e5f6d19aaab0" providerId="LiveId" clId="{E76598A3-A913-4822-A8F1-CB075C0F86B7}" dt="2020-06-01T12:43:14.236" v="228" actId="1076"/>
          <ac:spMkLst>
            <pc:docMk/>
            <pc:sldMk cId="2287186540" sldId="319"/>
            <ac:spMk id="2" creationId="{00000000-0000-0000-0000-000000000000}"/>
          </ac:spMkLst>
        </pc:spChg>
        <pc:spChg chg="mod">
          <ac:chgData name="ralph kemp" userId="b9b5e5f6d19aaab0" providerId="LiveId" clId="{E76598A3-A913-4822-A8F1-CB075C0F86B7}" dt="2020-06-01T12:43:21.503" v="230" actId="14100"/>
          <ac:spMkLst>
            <pc:docMk/>
            <pc:sldMk cId="2287186540" sldId="319"/>
            <ac:spMk id="3" creationId="{00000000-0000-0000-0000-000000000000}"/>
          </ac:spMkLst>
        </pc:spChg>
      </pc:sldChg>
      <pc:sldChg chg="modSp mod modTransition">
        <pc:chgData name="ralph kemp" userId="b9b5e5f6d19aaab0" providerId="LiveId" clId="{E76598A3-A913-4822-A8F1-CB075C0F86B7}" dt="2020-06-01T12:43:52.261" v="236" actId="14100"/>
        <pc:sldMkLst>
          <pc:docMk/>
          <pc:sldMk cId="2398188027" sldId="320"/>
        </pc:sldMkLst>
        <pc:spChg chg="mod">
          <ac:chgData name="ralph kemp" userId="b9b5e5f6d19aaab0" providerId="LiveId" clId="{E76598A3-A913-4822-A8F1-CB075C0F86B7}" dt="2020-06-01T12:43:45.400" v="234" actId="1076"/>
          <ac:spMkLst>
            <pc:docMk/>
            <pc:sldMk cId="2398188027" sldId="320"/>
            <ac:spMk id="2" creationId="{00000000-0000-0000-0000-000000000000}"/>
          </ac:spMkLst>
        </pc:spChg>
        <pc:spChg chg="mod">
          <ac:chgData name="ralph kemp" userId="b9b5e5f6d19aaab0" providerId="LiveId" clId="{E76598A3-A913-4822-A8F1-CB075C0F86B7}" dt="2020-06-01T12:43:52.261" v="236" actId="14100"/>
          <ac:spMkLst>
            <pc:docMk/>
            <pc:sldMk cId="2398188027" sldId="320"/>
            <ac:spMk id="3" creationId="{00000000-0000-0000-0000-000000000000}"/>
          </ac:spMkLst>
        </pc:spChg>
      </pc:sldChg>
      <pc:sldChg chg="modSp mod modTransition">
        <pc:chgData name="ralph kemp" userId="b9b5e5f6d19aaab0" providerId="LiveId" clId="{E76598A3-A913-4822-A8F1-CB075C0F86B7}" dt="2020-06-01T12:41:42.326" v="207" actId="14100"/>
        <pc:sldMkLst>
          <pc:docMk/>
          <pc:sldMk cId="1232176280" sldId="321"/>
        </pc:sldMkLst>
        <pc:spChg chg="mod">
          <ac:chgData name="ralph kemp" userId="b9b5e5f6d19aaab0" providerId="LiveId" clId="{E76598A3-A913-4822-A8F1-CB075C0F86B7}" dt="2020-06-01T12:41:35.199" v="205" actId="1076"/>
          <ac:spMkLst>
            <pc:docMk/>
            <pc:sldMk cId="1232176280" sldId="321"/>
            <ac:spMk id="2" creationId="{00000000-0000-0000-0000-000000000000}"/>
          </ac:spMkLst>
        </pc:spChg>
        <pc:spChg chg="mod">
          <ac:chgData name="ralph kemp" userId="b9b5e5f6d19aaab0" providerId="LiveId" clId="{E76598A3-A913-4822-A8F1-CB075C0F86B7}" dt="2020-06-01T12:41:42.326" v="207" actId="14100"/>
          <ac:spMkLst>
            <pc:docMk/>
            <pc:sldMk cId="1232176280" sldId="321"/>
            <ac:spMk id="3" creationId="{00000000-0000-0000-0000-000000000000}"/>
          </ac:spMkLst>
        </pc:spChg>
      </pc:sldChg>
      <pc:sldChg chg="modTransition">
        <pc:chgData name="ralph kemp" userId="b9b5e5f6d19aaab0" providerId="LiveId" clId="{E76598A3-A913-4822-A8F1-CB075C0F86B7}" dt="2020-06-01T12:13:28.752" v="0"/>
        <pc:sldMkLst>
          <pc:docMk/>
          <pc:sldMk cId="3929557409" sldId="322"/>
        </pc:sldMkLst>
      </pc:sldChg>
      <pc:sldChg chg="modTransition">
        <pc:chgData name="ralph kemp" userId="b9b5e5f6d19aaab0" providerId="LiveId" clId="{E76598A3-A913-4822-A8F1-CB075C0F86B7}" dt="2020-06-01T12:13:28.752" v="0"/>
        <pc:sldMkLst>
          <pc:docMk/>
          <pc:sldMk cId="4134885952" sldId="323"/>
        </pc:sldMkLst>
      </pc:sldChg>
      <pc:sldChg chg="modSp mod modTransition">
        <pc:chgData name="ralph kemp" userId="b9b5e5f6d19aaab0" providerId="LiveId" clId="{E76598A3-A913-4822-A8F1-CB075C0F86B7}" dt="2020-06-01T12:42:17.996" v="215" actId="1076"/>
        <pc:sldMkLst>
          <pc:docMk/>
          <pc:sldMk cId="4136516791" sldId="324"/>
        </pc:sldMkLst>
        <pc:spChg chg="mod">
          <ac:chgData name="ralph kemp" userId="b9b5e5f6d19aaab0" providerId="LiveId" clId="{E76598A3-A913-4822-A8F1-CB075C0F86B7}" dt="2020-06-01T12:42:09.599" v="212" actId="1076"/>
          <ac:spMkLst>
            <pc:docMk/>
            <pc:sldMk cId="4136516791" sldId="324"/>
            <ac:spMk id="2" creationId="{00000000-0000-0000-0000-000000000000}"/>
          </ac:spMkLst>
        </pc:spChg>
        <pc:spChg chg="mod">
          <ac:chgData name="ralph kemp" userId="b9b5e5f6d19aaab0" providerId="LiveId" clId="{E76598A3-A913-4822-A8F1-CB075C0F86B7}" dt="2020-06-01T12:42:17.996" v="215" actId="1076"/>
          <ac:spMkLst>
            <pc:docMk/>
            <pc:sldMk cId="4136516791" sldId="324"/>
            <ac:spMk id="3" creationId="{00000000-0000-0000-0000-000000000000}"/>
          </ac:spMkLst>
        </pc:spChg>
      </pc:sldChg>
      <pc:sldChg chg="modSp mod modTransition">
        <pc:chgData name="ralph kemp" userId="b9b5e5f6d19aaab0" providerId="LiveId" clId="{E76598A3-A913-4822-A8F1-CB075C0F86B7}" dt="2020-06-01T12:44:33.906" v="243" actId="14100"/>
        <pc:sldMkLst>
          <pc:docMk/>
          <pc:sldMk cId="1160497468" sldId="326"/>
        </pc:sldMkLst>
        <pc:spChg chg="mod">
          <ac:chgData name="ralph kemp" userId="b9b5e5f6d19aaab0" providerId="LiveId" clId="{E76598A3-A913-4822-A8F1-CB075C0F86B7}" dt="2020-06-01T12:44:26.597" v="241" actId="1076"/>
          <ac:spMkLst>
            <pc:docMk/>
            <pc:sldMk cId="1160497468" sldId="326"/>
            <ac:spMk id="2" creationId="{00000000-0000-0000-0000-000000000000}"/>
          </ac:spMkLst>
        </pc:spChg>
        <pc:spChg chg="mod">
          <ac:chgData name="ralph kemp" userId="b9b5e5f6d19aaab0" providerId="LiveId" clId="{E76598A3-A913-4822-A8F1-CB075C0F86B7}" dt="2020-06-01T12:44:33.906" v="243" actId="14100"/>
          <ac:spMkLst>
            <pc:docMk/>
            <pc:sldMk cId="1160497468" sldId="326"/>
            <ac:spMk id="3" creationId="{00000000-0000-0000-0000-000000000000}"/>
          </ac:spMkLst>
        </pc:spChg>
      </pc:sldChg>
      <pc:sldChg chg="modTransition">
        <pc:chgData name="ralph kemp" userId="b9b5e5f6d19aaab0" providerId="LiveId" clId="{E76598A3-A913-4822-A8F1-CB075C0F86B7}" dt="2020-06-01T12:13:28.752" v="0"/>
        <pc:sldMkLst>
          <pc:docMk/>
          <pc:sldMk cId="3151281634" sldId="327"/>
        </pc:sldMkLst>
      </pc:sldChg>
      <pc:sldChg chg="modTransition">
        <pc:chgData name="ralph kemp" userId="b9b5e5f6d19aaab0" providerId="LiveId" clId="{E76598A3-A913-4822-A8F1-CB075C0F86B7}" dt="2020-06-01T12:13:28.752" v="0"/>
        <pc:sldMkLst>
          <pc:docMk/>
          <pc:sldMk cId="971539953" sldId="328"/>
        </pc:sldMkLst>
      </pc:sldChg>
      <pc:sldChg chg="modTransition">
        <pc:chgData name="ralph kemp" userId="b9b5e5f6d19aaab0" providerId="LiveId" clId="{E76598A3-A913-4822-A8F1-CB075C0F86B7}" dt="2020-06-01T12:13:28.752" v="0"/>
        <pc:sldMkLst>
          <pc:docMk/>
          <pc:sldMk cId="2557532438" sldId="329"/>
        </pc:sldMkLst>
      </pc:sldChg>
      <pc:sldChg chg="modTransition">
        <pc:chgData name="ralph kemp" userId="b9b5e5f6d19aaab0" providerId="LiveId" clId="{E76598A3-A913-4822-A8F1-CB075C0F86B7}" dt="2020-06-01T12:13:28.752" v="0"/>
        <pc:sldMkLst>
          <pc:docMk/>
          <pc:sldMk cId="1863611705" sldId="331"/>
        </pc:sldMkLst>
      </pc:sldChg>
      <pc:sldChg chg="modTransition">
        <pc:chgData name="ralph kemp" userId="b9b5e5f6d19aaab0" providerId="LiveId" clId="{E76598A3-A913-4822-A8F1-CB075C0F86B7}" dt="2020-06-01T12:13:28.752" v="0"/>
        <pc:sldMkLst>
          <pc:docMk/>
          <pc:sldMk cId="4227298669" sldId="332"/>
        </pc:sldMkLst>
      </pc:sldChg>
      <pc:sldChg chg="modTransition">
        <pc:chgData name="ralph kemp" userId="b9b5e5f6d19aaab0" providerId="LiveId" clId="{E76598A3-A913-4822-A8F1-CB075C0F86B7}" dt="2020-06-01T12:13:28.752" v="0"/>
        <pc:sldMkLst>
          <pc:docMk/>
          <pc:sldMk cId="2475952560" sldId="333"/>
        </pc:sldMkLst>
      </pc:sldChg>
      <pc:sldChg chg="modTransition">
        <pc:chgData name="ralph kemp" userId="b9b5e5f6d19aaab0" providerId="LiveId" clId="{E76598A3-A913-4822-A8F1-CB075C0F86B7}" dt="2020-06-01T12:13:28.752" v="0"/>
        <pc:sldMkLst>
          <pc:docMk/>
          <pc:sldMk cId="264528751" sldId="335"/>
        </pc:sldMkLst>
      </pc:sldChg>
      <pc:sldChg chg="modSp mod modTransition">
        <pc:chgData name="ralph kemp" userId="b9b5e5f6d19aaab0" providerId="LiveId" clId="{E76598A3-A913-4822-A8F1-CB075C0F86B7}" dt="2020-06-01T12:45:06.321" v="249" actId="14100"/>
        <pc:sldMkLst>
          <pc:docMk/>
          <pc:sldMk cId="3839753162" sldId="337"/>
        </pc:sldMkLst>
        <pc:spChg chg="mod">
          <ac:chgData name="ralph kemp" userId="b9b5e5f6d19aaab0" providerId="LiveId" clId="{E76598A3-A913-4822-A8F1-CB075C0F86B7}" dt="2020-06-01T12:45:00.045" v="247" actId="1076"/>
          <ac:spMkLst>
            <pc:docMk/>
            <pc:sldMk cId="3839753162" sldId="337"/>
            <ac:spMk id="2" creationId="{00000000-0000-0000-0000-000000000000}"/>
          </ac:spMkLst>
        </pc:spChg>
        <pc:spChg chg="mod">
          <ac:chgData name="ralph kemp" userId="b9b5e5f6d19aaab0" providerId="LiveId" clId="{E76598A3-A913-4822-A8F1-CB075C0F86B7}" dt="2020-06-01T12:45:06.321" v="249" actId="14100"/>
          <ac:spMkLst>
            <pc:docMk/>
            <pc:sldMk cId="3839753162" sldId="337"/>
            <ac:spMk id="3" creationId="{00000000-0000-0000-0000-000000000000}"/>
          </ac:spMkLst>
        </pc:spChg>
      </pc:sldChg>
      <pc:sldChg chg="modTransition">
        <pc:chgData name="ralph kemp" userId="b9b5e5f6d19aaab0" providerId="LiveId" clId="{E76598A3-A913-4822-A8F1-CB075C0F86B7}" dt="2020-06-01T12:13:28.752" v="0"/>
        <pc:sldMkLst>
          <pc:docMk/>
          <pc:sldMk cId="2972049134" sldId="338"/>
        </pc:sldMkLst>
      </pc:sldChg>
      <pc:sldChg chg="modTransition">
        <pc:chgData name="ralph kemp" userId="b9b5e5f6d19aaab0" providerId="LiveId" clId="{E76598A3-A913-4822-A8F1-CB075C0F86B7}" dt="2020-06-01T12:13:28.752" v="0"/>
        <pc:sldMkLst>
          <pc:docMk/>
          <pc:sldMk cId="3284780536" sldId="341"/>
        </pc:sldMkLst>
      </pc:sldChg>
      <pc:sldChg chg="modTransition">
        <pc:chgData name="ralph kemp" userId="b9b5e5f6d19aaab0" providerId="LiveId" clId="{E76598A3-A913-4822-A8F1-CB075C0F86B7}" dt="2020-06-01T12:13:28.752" v="0"/>
        <pc:sldMkLst>
          <pc:docMk/>
          <pc:sldMk cId="328619256" sldId="342"/>
        </pc:sldMkLst>
      </pc:sldChg>
      <pc:sldChg chg="modTransition">
        <pc:chgData name="ralph kemp" userId="b9b5e5f6d19aaab0" providerId="LiveId" clId="{E76598A3-A913-4822-A8F1-CB075C0F86B7}" dt="2020-06-01T12:13:28.752" v="0"/>
        <pc:sldMkLst>
          <pc:docMk/>
          <pc:sldMk cId="1643734443" sldId="343"/>
        </pc:sldMkLst>
      </pc:sldChg>
      <pc:sldChg chg="modTransition">
        <pc:chgData name="ralph kemp" userId="b9b5e5f6d19aaab0" providerId="LiveId" clId="{E76598A3-A913-4822-A8F1-CB075C0F86B7}" dt="2020-06-01T12:13:28.752" v="0"/>
        <pc:sldMkLst>
          <pc:docMk/>
          <pc:sldMk cId="1599361600" sldId="344"/>
        </pc:sldMkLst>
      </pc:sldChg>
      <pc:sldChg chg="modSp mod modTransition">
        <pc:chgData name="ralph kemp" userId="b9b5e5f6d19aaab0" providerId="LiveId" clId="{E76598A3-A913-4822-A8F1-CB075C0F86B7}" dt="2020-06-01T12:45:38.832" v="257" actId="14100"/>
        <pc:sldMkLst>
          <pc:docMk/>
          <pc:sldMk cId="645575516" sldId="345"/>
        </pc:sldMkLst>
        <pc:spChg chg="mod">
          <ac:chgData name="ralph kemp" userId="b9b5e5f6d19aaab0" providerId="LiveId" clId="{E76598A3-A913-4822-A8F1-CB075C0F86B7}" dt="2020-06-01T12:45:31.614" v="255" actId="1076"/>
          <ac:spMkLst>
            <pc:docMk/>
            <pc:sldMk cId="645575516" sldId="345"/>
            <ac:spMk id="2" creationId="{00000000-0000-0000-0000-000000000000}"/>
          </ac:spMkLst>
        </pc:spChg>
        <pc:spChg chg="mod">
          <ac:chgData name="ralph kemp" userId="b9b5e5f6d19aaab0" providerId="LiveId" clId="{E76598A3-A913-4822-A8F1-CB075C0F86B7}" dt="2020-06-01T12:45:38.832" v="257" actId="14100"/>
          <ac:spMkLst>
            <pc:docMk/>
            <pc:sldMk cId="645575516" sldId="345"/>
            <ac:spMk id="3" creationId="{00000000-0000-0000-0000-000000000000}"/>
          </ac:spMkLst>
        </pc:spChg>
      </pc:sldChg>
      <pc:sldChg chg="modTransition">
        <pc:chgData name="ralph kemp" userId="b9b5e5f6d19aaab0" providerId="LiveId" clId="{E76598A3-A913-4822-A8F1-CB075C0F86B7}" dt="2020-06-01T12:13:28.752" v="0"/>
        <pc:sldMkLst>
          <pc:docMk/>
          <pc:sldMk cId="1331112328" sldId="346"/>
        </pc:sldMkLst>
      </pc:sldChg>
      <pc:sldChg chg="modSp mod modTransition">
        <pc:chgData name="ralph kemp" userId="b9b5e5f6d19aaab0" providerId="LiveId" clId="{E76598A3-A913-4822-A8F1-CB075C0F86B7}" dt="2020-06-01T12:46:42.448" v="270" actId="14100"/>
        <pc:sldMkLst>
          <pc:docMk/>
          <pc:sldMk cId="1507173055" sldId="347"/>
        </pc:sldMkLst>
        <pc:spChg chg="mod">
          <ac:chgData name="ralph kemp" userId="b9b5e5f6d19aaab0" providerId="LiveId" clId="{E76598A3-A913-4822-A8F1-CB075C0F86B7}" dt="2020-06-01T12:45:59.684" v="261" actId="1076"/>
          <ac:spMkLst>
            <pc:docMk/>
            <pc:sldMk cId="1507173055" sldId="347"/>
            <ac:spMk id="2" creationId="{00000000-0000-0000-0000-000000000000}"/>
          </ac:spMkLst>
        </pc:spChg>
        <pc:spChg chg="mod">
          <ac:chgData name="ralph kemp" userId="b9b5e5f6d19aaab0" providerId="LiveId" clId="{E76598A3-A913-4822-A8F1-CB075C0F86B7}" dt="2020-06-01T12:46:42.448" v="270" actId="14100"/>
          <ac:spMkLst>
            <pc:docMk/>
            <pc:sldMk cId="1507173055" sldId="347"/>
            <ac:spMk id="3" creationId="{00000000-0000-0000-0000-000000000000}"/>
          </ac:spMkLst>
        </pc:spChg>
      </pc:sldChg>
      <pc:sldChg chg="modTransition">
        <pc:chgData name="ralph kemp" userId="b9b5e5f6d19aaab0" providerId="LiveId" clId="{E76598A3-A913-4822-A8F1-CB075C0F86B7}" dt="2020-06-01T12:13:28.752" v="0"/>
        <pc:sldMkLst>
          <pc:docMk/>
          <pc:sldMk cId="2304467881" sldId="348"/>
        </pc:sldMkLst>
      </pc:sldChg>
      <pc:sldChg chg="modTransition">
        <pc:chgData name="ralph kemp" userId="b9b5e5f6d19aaab0" providerId="LiveId" clId="{E76598A3-A913-4822-A8F1-CB075C0F86B7}" dt="2020-06-01T12:13:28.752" v="0"/>
        <pc:sldMkLst>
          <pc:docMk/>
          <pc:sldMk cId="3850330184" sldId="350"/>
        </pc:sldMkLst>
      </pc:sldChg>
      <pc:sldChg chg="modTransition">
        <pc:chgData name="ralph kemp" userId="b9b5e5f6d19aaab0" providerId="LiveId" clId="{E76598A3-A913-4822-A8F1-CB075C0F86B7}" dt="2020-06-01T12:13:28.752" v="0"/>
        <pc:sldMkLst>
          <pc:docMk/>
          <pc:sldMk cId="1934171882" sldId="351"/>
        </pc:sldMkLst>
      </pc:sldChg>
      <pc:sldChg chg="modSp mod modTransition">
        <pc:chgData name="ralph kemp" userId="b9b5e5f6d19aaab0" providerId="LiveId" clId="{E76598A3-A913-4822-A8F1-CB075C0F86B7}" dt="2020-06-01T12:46:34.445" v="269" actId="14100"/>
        <pc:sldMkLst>
          <pc:docMk/>
          <pc:sldMk cId="4205939445" sldId="352"/>
        </pc:sldMkLst>
        <pc:spChg chg="mod">
          <ac:chgData name="ralph kemp" userId="b9b5e5f6d19aaab0" providerId="LiveId" clId="{E76598A3-A913-4822-A8F1-CB075C0F86B7}" dt="2020-06-01T12:46:27.286" v="267" actId="1076"/>
          <ac:spMkLst>
            <pc:docMk/>
            <pc:sldMk cId="4205939445" sldId="352"/>
            <ac:spMk id="2" creationId="{00000000-0000-0000-0000-000000000000}"/>
          </ac:spMkLst>
        </pc:spChg>
        <pc:spChg chg="mod">
          <ac:chgData name="ralph kemp" userId="b9b5e5f6d19aaab0" providerId="LiveId" clId="{E76598A3-A913-4822-A8F1-CB075C0F86B7}" dt="2020-06-01T12:46:34.445" v="269" actId="14100"/>
          <ac:spMkLst>
            <pc:docMk/>
            <pc:sldMk cId="4205939445" sldId="352"/>
            <ac:spMk id="3" creationId="{00000000-0000-0000-0000-000000000000}"/>
          </ac:spMkLst>
        </pc:spChg>
      </pc:sldChg>
      <pc:sldChg chg="modTransition">
        <pc:chgData name="ralph kemp" userId="b9b5e5f6d19aaab0" providerId="LiveId" clId="{E76598A3-A913-4822-A8F1-CB075C0F86B7}" dt="2020-06-01T12:13:28.752" v="0"/>
        <pc:sldMkLst>
          <pc:docMk/>
          <pc:sldMk cId="2567278368" sldId="353"/>
        </pc:sldMkLst>
      </pc:sldChg>
      <pc:sldChg chg="modTransition">
        <pc:chgData name="ralph kemp" userId="b9b5e5f6d19aaab0" providerId="LiveId" clId="{E76598A3-A913-4822-A8F1-CB075C0F86B7}" dt="2020-06-01T12:13:28.752" v="0"/>
        <pc:sldMkLst>
          <pc:docMk/>
          <pc:sldMk cId="766531159" sldId="354"/>
        </pc:sldMkLst>
      </pc:sldChg>
      <pc:sldChg chg="modTransition">
        <pc:chgData name="ralph kemp" userId="b9b5e5f6d19aaab0" providerId="LiveId" clId="{E76598A3-A913-4822-A8F1-CB075C0F86B7}" dt="2020-06-01T12:13:28.752" v="0"/>
        <pc:sldMkLst>
          <pc:docMk/>
          <pc:sldMk cId="1936610978" sldId="355"/>
        </pc:sldMkLst>
      </pc:sldChg>
      <pc:sldChg chg="modTransition">
        <pc:chgData name="ralph kemp" userId="b9b5e5f6d19aaab0" providerId="LiveId" clId="{E76598A3-A913-4822-A8F1-CB075C0F86B7}" dt="2020-06-01T12:13:28.752" v="0"/>
        <pc:sldMkLst>
          <pc:docMk/>
          <pc:sldMk cId="2483444541" sldId="357"/>
        </pc:sldMkLst>
      </pc:sldChg>
      <pc:sldChg chg="modTransition">
        <pc:chgData name="ralph kemp" userId="b9b5e5f6d19aaab0" providerId="LiveId" clId="{E76598A3-A913-4822-A8F1-CB075C0F86B7}" dt="2020-06-01T12:13:28.752" v="0"/>
        <pc:sldMkLst>
          <pc:docMk/>
          <pc:sldMk cId="3732397597" sldId="358"/>
        </pc:sldMkLst>
      </pc:sldChg>
      <pc:sldChg chg="modSp mod modTransition">
        <pc:chgData name="ralph kemp" userId="b9b5e5f6d19aaab0" providerId="LiveId" clId="{E76598A3-A913-4822-A8F1-CB075C0F86B7}" dt="2020-06-01T12:34:30.686" v="148" actId="1076"/>
        <pc:sldMkLst>
          <pc:docMk/>
          <pc:sldMk cId="3567683259" sldId="361"/>
        </pc:sldMkLst>
        <pc:spChg chg="mod">
          <ac:chgData name="ralph kemp" userId="b9b5e5f6d19aaab0" providerId="LiveId" clId="{E76598A3-A913-4822-A8F1-CB075C0F86B7}" dt="2020-06-01T12:34:23.796" v="147" actId="1076"/>
          <ac:spMkLst>
            <pc:docMk/>
            <pc:sldMk cId="3567683259" sldId="361"/>
            <ac:spMk id="2" creationId="{68CDBF0D-96A8-41AB-A5B9-5E09640AB07B}"/>
          </ac:spMkLst>
        </pc:spChg>
        <pc:spChg chg="mod">
          <ac:chgData name="ralph kemp" userId="b9b5e5f6d19aaab0" providerId="LiveId" clId="{E76598A3-A913-4822-A8F1-CB075C0F86B7}" dt="2020-06-01T12:34:30.686" v="148" actId="1076"/>
          <ac:spMkLst>
            <pc:docMk/>
            <pc:sldMk cId="3567683259" sldId="361"/>
            <ac:spMk id="3" creationId="{D1B07D69-A409-49B8-91B9-8AE6AA720E1D}"/>
          </ac:spMkLst>
        </pc:spChg>
      </pc:sldChg>
      <pc:sldChg chg="modTransition">
        <pc:chgData name="ralph kemp" userId="b9b5e5f6d19aaab0" providerId="LiveId" clId="{E76598A3-A913-4822-A8F1-CB075C0F86B7}" dt="2020-06-01T12:13:28.752" v="0"/>
        <pc:sldMkLst>
          <pc:docMk/>
          <pc:sldMk cId="1703884431" sldId="362"/>
        </pc:sldMkLst>
      </pc:sldChg>
      <pc:sldChg chg="modTransition">
        <pc:chgData name="ralph kemp" userId="b9b5e5f6d19aaab0" providerId="LiveId" clId="{E76598A3-A913-4822-A8F1-CB075C0F86B7}" dt="2020-06-01T12:13:28.752" v="0"/>
        <pc:sldMkLst>
          <pc:docMk/>
          <pc:sldMk cId="4222241252" sldId="363"/>
        </pc:sldMkLst>
      </pc:sldChg>
      <pc:sldChg chg="modTransition">
        <pc:chgData name="ralph kemp" userId="b9b5e5f6d19aaab0" providerId="LiveId" clId="{E76598A3-A913-4822-A8F1-CB075C0F86B7}" dt="2020-06-01T12:13:28.752" v="0"/>
        <pc:sldMkLst>
          <pc:docMk/>
          <pc:sldMk cId="1001696727" sldId="364"/>
        </pc:sldMkLst>
      </pc:sldChg>
      <pc:sldChg chg="modSp mod modTransition">
        <pc:chgData name="ralph kemp" userId="b9b5e5f6d19aaab0" providerId="LiveId" clId="{E76598A3-A913-4822-A8F1-CB075C0F86B7}" dt="2020-06-01T12:37:16.078" v="161" actId="1076"/>
        <pc:sldMkLst>
          <pc:docMk/>
          <pc:sldMk cId="1545210314" sldId="365"/>
        </pc:sldMkLst>
        <pc:spChg chg="mod">
          <ac:chgData name="ralph kemp" userId="b9b5e5f6d19aaab0" providerId="LiveId" clId="{E76598A3-A913-4822-A8F1-CB075C0F86B7}" dt="2020-06-01T12:37:07.855" v="160" actId="1076"/>
          <ac:spMkLst>
            <pc:docMk/>
            <pc:sldMk cId="1545210314" sldId="365"/>
            <ac:spMk id="2" creationId="{32B3D774-C43D-446E-9800-DF7EB43F5E3F}"/>
          </ac:spMkLst>
        </pc:spChg>
        <pc:spChg chg="mod">
          <ac:chgData name="ralph kemp" userId="b9b5e5f6d19aaab0" providerId="LiveId" clId="{E76598A3-A913-4822-A8F1-CB075C0F86B7}" dt="2020-06-01T12:37:16.078" v="161" actId="1076"/>
          <ac:spMkLst>
            <pc:docMk/>
            <pc:sldMk cId="1545210314" sldId="365"/>
            <ac:spMk id="3" creationId="{B18BE60D-E78B-4C56-8EF0-A98DC3C2372C}"/>
          </ac:spMkLst>
        </pc:spChg>
      </pc:sldChg>
      <pc:sldChg chg="modTransition">
        <pc:chgData name="ralph kemp" userId="b9b5e5f6d19aaab0" providerId="LiveId" clId="{E76598A3-A913-4822-A8F1-CB075C0F86B7}" dt="2020-06-01T12:13:28.752" v="0"/>
        <pc:sldMkLst>
          <pc:docMk/>
          <pc:sldMk cId="207066477" sldId="366"/>
        </pc:sldMkLst>
      </pc:sldChg>
      <pc:sldChg chg="modTransition">
        <pc:chgData name="ralph kemp" userId="b9b5e5f6d19aaab0" providerId="LiveId" clId="{E76598A3-A913-4822-A8F1-CB075C0F86B7}" dt="2020-06-01T12:13:28.752" v="0"/>
        <pc:sldMkLst>
          <pc:docMk/>
          <pc:sldMk cId="1416648217" sldId="367"/>
        </pc:sldMkLst>
      </pc:sldChg>
      <pc:sldChg chg="modSp mod modTransition">
        <pc:chgData name="ralph kemp" userId="b9b5e5f6d19aaab0" providerId="LiveId" clId="{E76598A3-A913-4822-A8F1-CB075C0F86B7}" dt="2020-06-01T12:39:29.549" v="184" actId="14100"/>
        <pc:sldMkLst>
          <pc:docMk/>
          <pc:sldMk cId="601660888" sldId="368"/>
        </pc:sldMkLst>
        <pc:spChg chg="mod">
          <ac:chgData name="ralph kemp" userId="b9b5e5f6d19aaab0" providerId="LiveId" clId="{E76598A3-A913-4822-A8F1-CB075C0F86B7}" dt="2020-06-01T12:39:23.610" v="182" actId="1076"/>
          <ac:spMkLst>
            <pc:docMk/>
            <pc:sldMk cId="601660888" sldId="368"/>
            <ac:spMk id="2" creationId="{07908575-1C45-4BFB-B116-0EDC023034AB}"/>
          </ac:spMkLst>
        </pc:spChg>
        <pc:spChg chg="mod">
          <ac:chgData name="ralph kemp" userId="b9b5e5f6d19aaab0" providerId="LiveId" clId="{E76598A3-A913-4822-A8F1-CB075C0F86B7}" dt="2020-06-01T12:39:29.549" v="184" actId="14100"/>
          <ac:spMkLst>
            <pc:docMk/>
            <pc:sldMk cId="601660888" sldId="368"/>
            <ac:spMk id="3" creationId="{4A2BC565-F9F0-41CE-A4F0-7355B520FAA5}"/>
          </ac:spMkLst>
        </pc:spChg>
      </pc:sldChg>
      <pc:sldChg chg="modTransition">
        <pc:chgData name="ralph kemp" userId="b9b5e5f6d19aaab0" providerId="LiveId" clId="{E76598A3-A913-4822-A8F1-CB075C0F86B7}" dt="2020-06-01T12:13:28.752" v="0"/>
        <pc:sldMkLst>
          <pc:docMk/>
          <pc:sldMk cId="3361327146" sldId="369"/>
        </pc:sldMkLst>
      </pc:sldChg>
      <pc:sldChg chg="modTransition">
        <pc:chgData name="ralph kemp" userId="b9b5e5f6d19aaab0" providerId="LiveId" clId="{E76598A3-A913-4822-A8F1-CB075C0F86B7}" dt="2020-06-01T12:13:28.752" v="0"/>
        <pc:sldMkLst>
          <pc:docMk/>
          <pc:sldMk cId="1757389547" sldId="370"/>
        </pc:sldMkLst>
      </pc:sldChg>
      <pc:sldChg chg="modSp mod modTransition">
        <pc:chgData name="ralph kemp" userId="b9b5e5f6d19aaab0" providerId="LiveId" clId="{E76598A3-A913-4822-A8F1-CB075C0F86B7}" dt="2020-06-01T12:47:15.886" v="276" actId="14100"/>
        <pc:sldMkLst>
          <pc:docMk/>
          <pc:sldMk cId="3587715963" sldId="371"/>
        </pc:sldMkLst>
        <pc:spChg chg="mod">
          <ac:chgData name="ralph kemp" userId="b9b5e5f6d19aaab0" providerId="LiveId" clId="{E76598A3-A913-4822-A8F1-CB075C0F86B7}" dt="2020-06-01T12:47:09.494" v="274" actId="1076"/>
          <ac:spMkLst>
            <pc:docMk/>
            <pc:sldMk cId="3587715963" sldId="371"/>
            <ac:spMk id="2" creationId="{9B8402EB-46F7-43DF-B19F-535E1A578482}"/>
          </ac:spMkLst>
        </pc:spChg>
        <pc:spChg chg="mod">
          <ac:chgData name="ralph kemp" userId="b9b5e5f6d19aaab0" providerId="LiveId" clId="{E76598A3-A913-4822-A8F1-CB075C0F86B7}" dt="2020-06-01T12:47:15.886" v="276" actId="14100"/>
          <ac:spMkLst>
            <pc:docMk/>
            <pc:sldMk cId="3587715963" sldId="371"/>
            <ac:spMk id="3" creationId="{3375DA01-26A3-4286-B00E-6677D7B9A8D4}"/>
          </ac:spMkLst>
        </pc:spChg>
      </pc:sldChg>
      <pc:sldChg chg="modTransition">
        <pc:chgData name="ralph kemp" userId="b9b5e5f6d19aaab0" providerId="LiveId" clId="{E76598A3-A913-4822-A8F1-CB075C0F86B7}" dt="2020-06-01T12:13:28.752" v="0"/>
        <pc:sldMkLst>
          <pc:docMk/>
          <pc:sldMk cId="3274128297" sldId="372"/>
        </pc:sldMkLst>
      </pc:sldChg>
      <pc:sldChg chg="modTransition">
        <pc:chgData name="ralph kemp" userId="b9b5e5f6d19aaab0" providerId="LiveId" clId="{E76598A3-A913-4822-A8F1-CB075C0F86B7}" dt="2020-06-01T12:13:28.752" v="0"/>
        <pc:sldMkLst>
          <pc:docMk/>
          <pc:sldMk cId="496615968" sldId="373"/>
        </pc:sldMkLst>
      </pc:sldChg>
      <pc:sldChg chg="modTransition">
        <pc:chgData name="ralph kemp" userId="b9b5e5f6d19aaab0" providerId="LiveId" clId="{E76598A3-A913-4822-A8F1-CB075C0F86B7}" dt="2020-06-01T12:13:28.752" v="0"/>
        <pc:sldMkLst>
          <pc:docMk/>
          <pc:sldMk cId="71382832" sldId="374"/>
        </pc:sldMkLst>
      </pc:sldChg>
      <pc:sldChg chg="modTransition">
        <pc:chgData name="ralph kemp" userId="b9b5e5f6d19aaab0" providerId="LiveId" clId="{E76598A3-A913-4822-A8F1-CB075C0F86B7}" dt="2020-06-01T12:13:28.752" v="0"/>
        <pc:sldMkLst>
          <pc:docMk/>
          <pc:sldMk cId="1692836413" sldId="375"/>
        </pc:sldMkLst>
      </pc:sldChg>
      <pc:sldChg chg="modSp mod modTransition">
        <pc:chgData name="ralph kemp" userId="b9b5e5f6d19aaab0" providerId="LiveId" clId="{E76598A3-A913-4822-A8F1-CB075C0F86B7}" dt="2020-06-01T12:47:47.660" v="282" actId="14100"/>
        <pc:sldMkLst>
          <pc:docMk/>
          <pc:sldMk cId="2064718107" sldId="376"/>
        </pc:sldMkLst>
        <pc:spChg chg="mod">
          <ac:chgData name="ralph kemp" userId="b9b5e5f6d19aaab0" providerId="LiveId" clId="{E76598A3-A913-4822-A8F1-CB075C0F86B7}" dt="2020-06-01T12:47:39.718" v="280" actId="1076"/>
          <ac:spMkLst>
            <pc:docMk/>
            <pc:sldMk cId="2064718107" sldId="376"/>
            <ac:spMk id="2" creationId="{9B8402EB-46F7-43DF-B19F-535E1A578482}"/>
          </ac:spMkLst>
        </pc:spChg>
        <pc:spChg chg="mod">
          <ac:chgData name="ralph kemp" userId="b9b5e5f6d19aaab0" providerId="LiveId" clId="{E76598A3-A913-4822-A8F1-CB075C0F86B7}" dt="2020-06-01T12:47:47.660" v="282" actId="14100"/>
          <ac:spMkLst>
            <pc:docMk/>
            <pc:sldMk cId="2064718107" sldId="376"/>
            <ac:spMk id="3" creationId="{3375DA01-26A3-4286-B00E-6677D7B9A8D4}"/>
          </ac:spMkLst>
        </pc:spChg>
      </pc:sldChg>
      <pc:sldChg chg="modTransition">
        <pc:chgData name="ralph kemp" userId="b9b5e5f6d19aaab0" providerId="LiveId" clId="{E76598A3-A913-4822-A8F1-CB075C0F86B7}" dt="2020-06-01T12:13:28.752" v="0"/>
        <pc:sldMkLst>
          <pc:docMk/>
          <pc:sldMk cId="942535379" sldId="377"/>
        </pc:sldMkLst>
      </pc:sldChg>
      <pc:sldChg chg="modTransition">
        <pc:chgData name="ralph kemp" userId="b9b5e5f6d19aaab0" providerId="LiveId" clId="{E76598A3-A913-4822-A8F1-CB075C0F86B7}" dt="2020-06-01T12:13:28.752" v="0"/>
        <pc:sldMkLst>
          <pc:docMk/>
          <pc:sldMk cId="344518562" sldId="378"/>
        </pc:sldMkLst>
      </pc:sldChg>
      <pc:sldChg chg="modTransition">
        <pc:chgData name="ralph kemp" userId="b9b5e5f6d19aaab0" providerId="LiveId" clId="{E76598A3-A913-4822-A8F1-CB075C0F86B7}" dt="2020-06-01T12:13:28.752" v="0"/>
        <pc:sldMkLst>
          <pc:docMk/>
          <pc:sldMk cId="4288113910" sldId="379"/>
        </pc:sldMkLst>
      </pc:sldChg>
      <pc:sldChg chg="modSp mod modTransition">
        <pc:chgData name="ralph kemp" userId="b9b5e5f6d19aaab0" providerId="LiveId" clId="{E76598A3-A913-4822-A8F1-CB075C0F86B7}" dt="2020-06-01T12:48:18.584" v="287" actId="1076"/>
        <pc:sldMkLst>
          <pc:docMk/>
          <pc:sldMk cId="2973172349" sldId="380"/>
        </pc:sldMkLst>
        <pc:spChg chg="mod">
          <ac:chgData name="ralph kemp" userId="b9b5e5f6d19aaab0" providerId="LiveId" clId="{E76598A3-A913-4822-A8F1-CB075C0F86B7}" dt="2020-06-01T12:48:08.075" v="284" actId="1076"/>
          <ac:spMkLst>
            <pc:docMk/>
            <pc:sldMk cId="2973172349" sldId="380"/>
            <ac:spMk id="2" creationId="{9B8402EB-46F7-43DF-B19F-535E1A578482}"/>
          </ac:spMkLst>
        </pc:spChg>
        <pc:spChg chg="mod">
          <ac:chgData name="ralph kemp" userId="b9b5e5f6d19aaab0" providerId="LiveId" clId="{E76598A3-A913-4822-A8F1-CB075C0F86B7}" dt="2020-06-01T12:48:18.584" v="287" actId="1076"/>
          <ac:spMkLst>
            <pc:docMk/>
            <pc:sldMk cId="2973172349" sldId="380"/>
            <ac:spMk id="3" creationId="{3375DA01-26A3-4286-B00E-6677D7B9A8D4}"/>
          </ac:spMkLst>
        </pc:spChg>
      </pc:sldChg>
      <pc:sldChg chg="modTransition">
        <pc:chgData name="ralph kemp" userId="b9b5e5f6d19aaab0" providerId="LiveId" clId="{E76598A3-A913-4822-A8F1-CB075C0F86B7}" dt="2020-06-01T12:13:28.752" v="0"/>
        <pc:sldMkLst>
          <pc:docMk/>
          <pc:sldMk cId="2443015215" sldId="381"/>
        </pc:sldMkLst>
      </pc:sldChg>
      <pc:sldChg chg="modSp mod modTransition">
        <pc:chgData name="ralph kemp" userId="b9b5e5f6d19aaab0" providerId="LiveId" clId="{E76598A3-A913-4822-A8F1-CB075C0F86B7}" dt="2020-06-01T12:48:45.842" v="293" actId="14100"/>
        <pc:sldMkLst>
          <pc:docMk/>
          <pc:sldMk cId="826154884" sldId="382"/>
        </pc:sldMkLst>
        <pc:spChg chg="mod">
          <ac:chgData name="ralph kemp" userId="b9b5e5f6d19aaab0" providerId="LiveId" clId="{E76598A3-A913-4822-A8F1-CB075C0F86B7}" dt="2020-06-01T12:48:39.569" v="291" actId="1076"/>
          <ac:spMkLst>
            <pc:docMk/>
            <pc:sldMk cId="826154884" sldId="382"/>
            <ac:spMk id="2" creationId="{DC75DCB0-0E87-4C8D-814B-7C79AFC7C4F3}"/>
          </ac:spMkLst>
        </pc:spChg>
        <pc:spChg chg="mod">
          <ac:chgData name="ralph kemp" userId="b9b5e5f6d19aaab0" providerId="LiveId" clId="{E76598A3-A913-4822-A8F1-CB075C0F86B7}" dt="2020-06-01T12:48:45.842" v="293" actId="14100"/>
          <ac:spMkLst>
            <pc:docMk/>
            <pc:sldMk cId="826154884" sldId="382"/>
            <ac:spMk id="3" creationId="{64ED7A10-D128-47DF-BCD4-618A41DE3F8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FR"/>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AB4C01A-796D-4421-8F0A-89CA94CD3577}" type="datetimeFigureOut">
              <a:rPr lang="fr-FR" smtClean="0"/>
              <a:t>04/10/2024</a:t>
            </a:fld>
            <a:endParaRPr lang="fr-FR"/>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FR"/>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B1F4E8DE-25FD-463C-A53C-3C3C38C0A097}" type="slidenum">
              <a:rPr lang="fr-FR" smtClean="0"/>
              <a:t>‹#›</a:t>
            </a:fld>
            <a:endParaRPr lang="fr-FR"/>
          </a:p>
        </p:txBody>
      </p:sp>
    </p:spTree>
    <p:extLst>
      <p:ext uri="{BB962C8B-B14F-4D97-AF65-F5344CB8AC3E}">
        <p14:creationId xmlns:p14="http://schemas.microsoft.com/office/powerpoint/2010/main" val="4096599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1F1B515-D64E-4A6D-86DE-D44065EC59AD}" type="datetimeFigureOut">
              <a:rPr lang="lb-LU" smtClean="0"/>
              <a:t>04.10.24</a:t>
            </a:fld>
            <a:endParaRPr lang="lb-LU"/>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04.10.24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04.10.24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04.10.24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fr-CH" smtClean="0"/>
              <a:t>Vérification</a:t>
            </a:r>
            <a:endParaRPr lang="en-US" dirty="0"/>
          </a:p>
        </p:txBody>
      </p:sp>
      <p:sp>
        <p:nvSpPr>
          <p:cNvPr id="3" name="Untertitel 2"/>
          <p:cNvSpPr>
            <a:spLocks noGrp="1"/>
          </p:cNvSpPr>
          <p:nvPr>
            <p:ph type="subTitle" idx="1"/>
          </p:nvPr>
        </p:nvSpPr>
        <p:spPr/>
        <p:txBody>
          <a:bodyPr/>
          <a:lstStyle/>
          <a:p>
            <a:r>
              <a:rPr lang="en-US" smtClean="0"/>
              <a:t>La vérification de la déclaration douanière</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a:t>
            </a:fld>
            <a:endParaRPr lang="lb-LU"/>
          </a:p>
        </p:txBody>
      </p:sp>
    </p:spTree>
    <p:extLst>
      <p:ext uri="{BB962C8B-B14F-4D97-AF65-F5344CB8AC3E}">
        <p14:creationId xmlns:p14="http://schemas.microsoft.com/office/powerpoint/2010/main" val="2019749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La vérification de la déclaration douanière</a:t>
            </a:r>
            <a:endParaRPr lang="fr-FR"/>
          </a:p>
        </p:txBody>
      </p:sp>
      <p:sp>
        <p:nvSpPr>
          <p:cNvPr id="3" name="Inhaltsplatzhalter 2"/>
          <p:cNvSpPr>
            <a:spLocks noGrp="1"/>
          </p:cNvSpPr>
          <p:nvPr>
            <p:ph idx="1"/>
          </p:nvPr>
        </p:nvSpPr>
        <p:spPr/>
        <p:txBody>
          <a:bodyPr>
            <a:normAutofit fontScale="92500" lnSpcReduction="10000"/>
          </a:bodyPr>
          <a:lstStyle/>
          <a:p>
            <a:r>
              <a:rPr lang="fr-CH" smtClean="0"/>
              <a:t>La vérification de la déclaration douanière vise </a:t>
            </a:r>
            <a:r>
              <a:rPr lang="fr-CH"/>
              <a:t>à vérifier la conformité </a:t>
            </a:r>
            <a:r>
              <a:rPr lang="fr-CH" smtClean="0"/>
              <a:t>de la déclaration</a:t>
            </a:r>
            <a:r>
              <a:rPr lang="fr-CH" b="1" smtClean="0"/>
              <a:t> </a:t>
            </a:r>
            <a:r>
              <a:rPr lang="fr-CH"/>
              <a:t>par rapport aux réglementations qui s’appliquent aux marchandises </a:t>
            </a:r>
            <a:r>
              <a:rPr lang="fr-CH" smtClean="0"/>
              <a:t>déclarées.</a:t>
            </a:r>
            <a:r>
              <a:rPr lang="fr-CH"/>
              <a:t> </a:t>
            </a:r>
          </a:p>
          <a:p>
            <a:r>
              <a:rPr lang="fr-CH"/>
              <a:t>En complément du volet fiscal, </a:t>
            </a:r>
            <a:r>
              <a:rPr lang="fr-CH" smtClean="0"/>
              <a:t>cette vérification consiste aussi </a:t>
            </a:r>
            <a:r>
              <a:rPr lang="fr-CH"/>
              <a:t>à vérifier les marchandises soumises à des </a:t>
            </a:r>
            <a:r>
              <a:rPr lang="fr-CH" smtClean="0"/>
              <a:t>prohibitions ou restrictions et de surveiller les mesures de politique commerciale et les flux commerciaux.</a:t>
            </a:r>
          </a:p>
          <a:p>
            <a:r>
              <a:rPr lang="fr-CH" smtClean="0"/>
              <a:t>La vérification de la déclaration peut s’étendre à un contrôle physique des marchandises concernées.</a:t>
            </a:r>
          </a:p>
          <a:p>
            <a:r>
              <a:rPr lang="fr-CH" smtClean="0"/>
              <a:t>La vérification est applicable en cas de placement sous tout régime douanier.</a:t>
            </a:r>
            <a:r>
              <a:rPr lang="fr-CH"/>
              <a:t/>
            </a:r>
            <a:br>
              <a:rPr lang="fr-CH"/>
            </a:br>
            <a:endParaRPr lang="fr-CH"/>
          </a:p>
          <a:p>
            <a:pPr marL="0" indent="0">
              <a:buNone/>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a:t>
            </a:fld>
            <a:endParaRPr lang="lb-LU"/>
          </a:p>
        </p:txBody>
      </p:sp>
    </p:spTree>
    <p:extLst>
      <p:ext uri="{BB962C8B-B14F-4D97-AF65-F5344CB8AC3E}">
        <p14:creationId xmlns:p14="http://schemas.microsoft.com/office/powerpoint/2010/main" val="4042512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L’aspect fiscal </a:t>
            </a:r>
            <a:endParaRPr lang="fr-FR"/>
          </a:p>
        </p:txBody>
      </p:sp>
      <p:sp>
        <p:nvSpPr>
          <p:cNvPr id="3" name="Inhaltsplatzhalter 2"/>
          <p:cNvSpPr>
            <a:spLocks noGrp="1"/>
          </p:cNvSpPr>
          <p:nvPr>
            <p:ph idx="1"/>
          </p:nvPr>
        </p:nvSpPr>
        <p:spPr/>
        <p:txBody>
          <a:bodyPr/>
          <a:lstStyle/>
          <a:p>
            <a:r>
              <a:rPr lang="fr-FR" smtClean="0"/>
              <a:t>Cette vérification vise l’exactitude des droits de douane déclarées, ceci sur base:</a:t>
            </a:r>
          </a:p>
          <a:p>
            <a:pPr lvl="1"/>
            <a:r>
              <a:rPr lang="fr-FR" smtClean="0"/>
              <a:t>du code tarifaire déclaré</a:t>
            </a:r>
          </a:p>
          <a:p>
            <a:pPr lvl="1"/>
            <a:r>
              <a:rPr lang="fr-FR" smtClean="0"/>
              <a:t>de l’origine préférentielle déclarée</a:t>
            </a:r>
          </a:p>
          <a:p>
            <a:pPr lvl="1"/>
            <a:r>
              <a:rPr lang="fr-FR" smtClean="0"/>
              <a:t>de l’origine non-préférentielle déclarée</a:t>
            </a:r>
          </a:p>
          <a:p>
            <a:pPr lvl="1"/>
            <a:r>
              <a:rPr lang="fr-FR"/>
              <a:t>d</a:t>
            </a:r>
            <a:r>
              <a:rPr lang="fr-FR" smtClean="0"/>
              <a:t>e la valeur en douane déclarée</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370875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Le volet « Prohibitions et restrictions »</a:t>
            </a:r>
            <a:endParaRPr lang="fr-FR"/>
          </a:p>
        </p:txBody>
      </p:sp>
      <p:sp>
        <p:nvSpPr>
          <p:cNvPr id="3" name="Inhaltsplatzhalter 2"/>
          <p:cNvSpPr>
            <a:spLocks noGrp="1"/>
          </p:cNvSpPr>
          <p:nvPr>
            <p:ph idx="1"/>
          </p:nvPr>
        </p:nvSpPr>
        <p:spPr/>
        <p:txBody>
          <a:bodyPr>
            <a:normAutofit fontScale="92500" lnSpcReduction="20000"/>
          </a:bodyPr>
          <a:lstStyle/>
          <a:p>
            <a:r>
              <a:rPr lang="fr-FR" smtClean="0"/>
              <a:t>La vérification dans le cadre du volet des prohibitions et restrictions permet à contrôler le respect de la législation en matière:</a:t>
            </a:r>
          </a:p>
          <a:p>
            <a:pPr lvl="1"/>
            <a:r>
              <a:rPr lang="fr-FR"/>
              <a:t>d</a:t>
            </a:r>
            <a:r>
              <a:rPr lang="fr-FR" smtClean="0"/>
              <a:t>es précurseurs de drogues</a:t>
            </a:r>
          </a:p>
          <a:p>
            <a:pPr lvl="1"/>
            <a:r>
              <a:rPr lang="fr-FR"/>
              <a:t>d</a:t>
            </a:r>
            <a:r>
              <a:rPr lang="fr-FR" smtClean="0"/>
              <a:t>e la lutte</a:t>
            </a:r>
            <a:r>
              <a:rPr lang="fr-CH" smtClean="0"/>
              <a:t> </a:t>
            </a:r>
            <a:r>
              <a:rPr lang="fr-CH"/>
              <a:t>contre le trafic illicite de biens </a:t>
            </a:r>
            <a:r>
              <a:rPr lang="fr-CH" smtClean="0"/>
              <a:t>culturels</a:t>
            </a:r>
          </a:p>
          <a:p>
            <a:pPr lvl="1"/>
            <a:r>
              <a:rPr lang="fr-CH"/>
              <a:t>la protection de la propriété </a:t>
            </a:r>
            <a:r>
              <a:rPr lang="fr-CH" smtClean="0"/>
              <a:t>intellectuelle</a:t>
            </a:r>
          </a:p>
          <a:p>
            <a:pPr lvl="1"/>
            <a:r>
              <a:rPr lang="fr-CH"/>
              <a:t>d</a:t>
            </a:r>
            <a:r>
              <a:rPr lang="fr-CH" smtClean="0"/>
              <a:t>e </a:t>
            </a:r>
            <a:r>
              <a:rPr lang="fr-CH"/>
              <a:t>biens à double </a:t>
            </a:r>
            <a:r>
              <a:rPr lang="fr-CH" smtClean="0"/>
              <a:t>usage</a:t>
            </a:r>
          </a:p>
          <a:p>
            <a:pPr lvl="1"/>
            <a:r>
              <a:rPr lang="fr-CH"/>
              <a:t>d</a:t>
            </a:r>
            <a:r>
              <a:rPr lang="fr-CH" smtClean="0"/>
              <a:t>e la commercialisation des médicaments</a:t>
            </a:r>
          </a:p>
          <a:p>
            <a:pPr lvl="1"/>
            <a:r>
              <a:rPr lang="fr-CH" smtClean="0"/>
              <a:t>d’importation de produits biologiques</a:t>
            </a:r>
          </a:p>
          <a:p>
            <a:pPr lvl="1"/>
            <a:r>
              <a:rPr lang="fr-CH"/>
              <a:t>d</a:t>
            </a:r>
            <a:r>
              <a:rPr lang="fr-CH" smtClean="0"/>
              <a:t>e la circulation des espèces protégées de la faune et flore</a:t>
            </a:r>
          </a:p>
          <a:p>
            <a:pPr lvl="1"/>
            <a:r>
              <a:rPr lang="fr-CH"/>
              <a:t>d</a:t>
            </a:r>
            <a:r>
              <a:rPr lang="fr-CH" smtClean="0"/>
              <a:t>e la sécurité des produits</a:t>
            </a:r>
          </a:p>
          <a:p>
            <a:pPr lvl="1"/>
            <a:r>
              <a:rPr lang="fr-CH" smtClean="0"/>
              <a:t>de l’environnement</a:t>
            </a:r>
          </a:p>
          <a:p>
            <a:pPr lvl="1"/>
            <a:r>
              <a:rPr lang="fr-CH" smtClean="0"/>
              <a:t>de la législation sanitaire et phytosanitaire</a:t>
            </a:r>
          </a:p>
          <a:p>
            <a:pPr lvl="1"/>
            <a:r>
              <a:rPr lang="fr-CH" smtClean="0"/>
              <a:t>de la sécurité alimentaire</a:t>
            </a:r>
          </a:p>
        </p:txBody>
      </p:sp>
      <p:sp>
        <p:nvSpPr>
          <p:cNvPr id="4" name="Foliennummernplatzhalter 3"/>
          <p:cNvSpPr>
            <a:spLocks noGrp="1"/>
          </p:cNvSpPr>
          <p:nvPr>
            <p:ph type="sldNum" sz="quarter" idx="12"/>
          </p:nvPr>
        </p:nvSpPr>
        <p:spPr/>
        <p:txBody>
          <a:bodyPr/>
          <a:lstStyle/>
          <a:p>
            <a:fld id="{C58F520E-0D3C-4C73-96DF-B271C0F692B0}" type="slidenum">
              <a:rPr lang="lb-LU" smtClean="0"/>
              <a:t>4</a:t>
            </a:fld>
            <a:endParaRPr lang="lb-LU"/>
          </a:p>
        </p:txBody>
      </p:sp>
    </p:spTree>
    <p:extLst>
      <p:ext uri="{BB962C8B-B14F-4D97-AF65-F5344CB8AC3E}">
        <p14:creationId xmlns:p14="http://schemas.microsoft.com/office/powerpoint/2010/main" val="3135246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pPr algn="ctr"/>
            <a:r>
              <a:rPr lang="fr-FR" smtClean="0"/>
              <a:t>La surveillance de la politique commerciale et des flux commerciaux</a:t>
            </a:r>
            <a:endParaRPr lang="fr-FR"/>
          </a:p>
        </p:txBody>
      </p:sp>
      <p:sp>
        <p:nvSpPr>
          <p:cNvPr id="3" name="Inhaltsplatzhalter 2"/>
          <p:cNvSpPr>
            <a:spLocks noGrp="1"/>
          </p:cNvSpPr>
          <p:nvPr>
            <p:ph idx="1"/>
          </p:nvPr>
        </p:nvSpPr>
        <p:spPr/>
        <p:txBody>
          <a:bodyPr/>
          <a:lstStyle/>
          <a:p>
            <a:r>
              <a:rPr lang="fr-FR" smtClean="0"/>
              <a:t>Cette vérification vise:</a:t>
            </a:r>
          </a:p>
          <a:p>
            <a:pPr lvl="1"/>
            <a:r>
              <a:rPr lang="fr-FR" smtClean="0"/>
              <a:t>l’application éventuelle des droits antidumping</a:t>
            </a:r>
          </a:p>
          <a:p>
            <a:pPr lvl="1"/>
            <a:r>
              <a:rPr lang="fr-FR" smtClean="0"/>
              <a:t>le respect des contingents quantitatifs éventuellement applicables</a:t>
            </a:r>
          </a:p>
          <a:p>
            <a:pPr lvl="1"/>
            <a:r>
              <a:rPr lang="fr-FR" smtClean="0"/>
              <a:t>Le respect des règles de la politique agricole commune  </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716247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Généralités</a:t>
            </a:r>
            <a:endParaRPr lang="fr-FR"/>
          </a:p>
        </p:txBody>
      </p:sp>
      <p:sp>
        <p:nvSpPr>
          <p:cNvPr id="3" name="Inhaltsplatzhalter 2"/>
          <p:cNvSpPr>
            <a:spLocks noGrp="1"/>
          </p:cNvSpPr>
          <p:nvPr>
            <p:ph idx="1"/>
          </p:nvPr>
        </p:nvSpPr>
        <p:spPr/>
        <p:txBody>
          <a:bodyPr>
            <a:normAutofit/>
          </a:bodyPr>
          <a:lstStyle/>
          <a:p>
            <a:r>
              <a:rPr lang="fr-CH" smtClean="0"/>
              <a:t>La vérification est basée sur </a:t>
            </a:r>
            <a:r>
              <a:rPr lang="fr-CH"/>
              <a:t>une</a:t>
            </a:r>
            <a:r>
              <a:rPr lang="fr-CH" b="1"/>
              <a:t> </a:t>
            </a:r>
            <a:r>
              <a:rPr lang="fr-CH"/>
              <a:t>analyse de risque pratiquée à l’aide de procédés informatiques de traitement des données</a:t>
            </a:r>
            <a:r>
              <a:rPr lang="fr-CH" smtClean="0"/>
              <a:t>.</a:t>
            </a:r>
          </a:p>
          <a:p>
            <a:r>
              <a:rPr lang="fr-CH" smtClean="0"/>
              <a:t>Dans le cas ou une même marchandise est soumise à de différentes contrôles où d’autres autorités compétentes sont impliquées, la douane assure la coordination des différentes contrôles et assure, si possible, que tous les contrôles sont </a:t>
            </a:r>
            <a:r>
              <a:rPr lang="fr-CH"/>
              <a:t>effectués au même moment et au même endroit</a:t>
            </a:r>
            <a:r>
              <a:rPr lang="fr-CH" smtClean="0"/>
              <a:t>.</a:t>
            </a:r>
          </a:p>
          <a:p>
            <a:r>
              <a:rPr lang="fr-CH" smtClean="0"/>
              <a:t>La vérification de la déclaration peut être effectué à partir du moment du dépôt de la déclaration et dans un délai de 3 ans à partir de l’acceptation de la </a:t>
            </a:r>
            <a:r>
              <a:rPr lang="en-US" smtClean="0"/>
              <a:t>déclaration.</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195822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smtClean="0"/>
              <a:t>Moyens de vérification</a:t>
            </a:r>
            <a:endParaRPr lang="en-US" dirty="0"/>
          </a:p>
        </p:txBody>
      </p:sp>
      <p:sp>
        <p:nvSpPr>
          <p:cNvPr id="3" name="Inhaltsplatzhalter 2"/>
          <p:cNvSpPr>
            <a:spLocks noGrp="1"/>
          </p:cNvSpPr>
          <p:nvPr>
            <p:ph idx="1"/>
          </p:nvPr>
        </p:nvSpPr>
        <p:spPr/>
        <p:txBody>
          <a:bodyPr/>
          <a:lstStyle/>
          <a:p>
            <a:r>
              <a:rPr lang="en-US" smtClean="0"/>
              <a:t>Pour vérifier </a:t>
            </a:r>
            <a:r>
              <a:rPr lang="en-US" dirty="0" err="1" smtClean="0"/>
              <a:t>l’exactitude</a:t>
            </a:r>
            <a:r>
              <a:rPr lang="en-US" dirty="0" smtClean="0"/>
              <a:t> des </a:t>
            </a:r>
            <a:r>
              <a:rPr lang="en-US" dirty="0" err="1" smtClean="0"/>
              <a:t>données</a:t>
            </a:r>
            <a:r>
              <a:rPr lang="en-US" dirty="0" smtClean="0"/>
              <a:t> </a:t>
            </a:r>
            <a:r>
              <a:rPr lang="en-US" err="1" smtClean="0"/>
              <a:t>d’une</a:t>
            </a:r>
            <a:r>
              <a:rPr lang="en-US" smtClean="0"/>
              <a:t> déclaration </a:t>
            </a:r>
            <a:r>
              <a:rPr lang="en-US" dirty="0" err="1" smtClean="0"/>
              <a:t>douanière</a:t>
            </a:r>
            <a:r>
              <a:rPr lang="en-US" dirty="0" smtClean="0"/>
              <a:t> </a:t>
            </a:r>
            <a:r>
              <a:rPr lang="en-US" dirty="0" err="1" smtClean="0"/>
              <a:t>acceptée</a:t>
            </a:r>
            <a:r>
              <a:rPr lang="en-US" dirty="0" smtClean="0"/>
              <a:t>, les </a:t>
            </a:r>
            <a:r>
              <a:rPr lang="en-US" dirty="0" err="1" smtClean="0"/>
              <a:t>autorités</a:t>
            </a:r>
            <a:r>
              <a:rPr lang="en-US" dirty="0" smtClean="0"/>
              <a:t> </a:t>
            </a:r>
            <a:r>
              <a:rPr lang="en-US" dirty="0" err="1" smtClean="0"/>
              <a:t>douanières</a:t>
            </a:r>
            <a:r>
              <a:rPr lang="en-US" dirty="0" smtClean="0"/>
              <a:t> </a:t>
            </a:r>
            <a:r>
              <a:rPr lang="en-US" dirty="0" err="1" smtClean="0"/>
              <a:t>peuvent</a:t>
            </a:r>
            <a:r>
              <a:rPr lang="en-US" dirty="0" smtClean="0"/>
              <a:t>:</a:t>
            </a:r>
          </a:p>
          <a:p>
            <a:pPr marL="895350" indent="0">
              <a:buNone/>
            </a:pPr>
            <a:r>
              <a:rPr lang="en-US" dirty="0"/>
              <a:t>	</a:t>
            </a:r>
            <a:r>
              <a:rPr lang="en-US" dirty="0" smtClean="0"/>
              <a:t>- </a:t>
            </a:r>
            <a:r>
              <a:rPr lang="en-US" dirty="0" err="1" smtClean="0"/>
              <a:t>procéder</a:t>
            </a:r>
            <a:r>
              <a:rPr lang="en-US" dirty="0" smtClean="0"/>
              <a:t> à un </a:t>
            </a:r>
            <a:r>
              <a:rPr lang="en-US" dirty="0" err="1" smtClean="0"/>
              <a:t>examen</a:t>
            </a:r>
            <a:r>
              <a:rPr lang="en-US" dirty="0" smtClean="0"/>
              <a:t> de </a:t>
            </a:r>
            <a:r>
              <a:rPr lang="en-US" smtClean="0"/>
              <a:t>la déclaration </a:t>
            </a:r>
            <a:r>
              <a:rPr lang="en-US" dirty="0" smtClean="0"/>
              <a:t>et des documents </a:t>
            </a:r>
            <a:r>
              <a:rPr lang="en-US" dirty="0" err="1" smtClean="0"/>
              <a:t>d’accompagnement</a:t>
            </a:r>
            <a:endParaRPr lang="en-US" dirty="0" smtClean="0"/>
          </a:p>
          <a:p>
            <a:pPr marL="895350" indent="0">
              <a:buNone/>
            </a:pPr>
            <a:r>
              <a:rPr lang="en-US" dirty="0" smtClean="0"/>
              <a:t>- </a:t>
            </a:r>
            <a:r>
              <a:rPr lang="en-US" dirty="0" err="1" smtClean="0"/>
              <a:t>exiger</a:t>
            </a:r>
            <a:r>
              <a:rPr lang="en-US" dirty="0" smtClean="0"/>
              <a:t> </a:t>
            </a:r>
            <a:r>
              <a:rPr lang="en-US" smtClean="0"/>
              <a:t>du déclarant </a:t>
            </a:r>
            <a:r>
              <a:rPr lang="en-US" dirty="0" err="1" smtClean="0"/>
              <a:t>qu’il</a:t>
            </a:r>
            <a:r>
              <a:rPr lang="en-US" dirty="0" smtClean="0"/>
              <a:t> </a:t>
            </a:r>
            <a:r>
              <a:rPr lang="en-US" dirty="0" err="1" smtClean="0"/>
              <a:t>leur</a:t>
            </a:r>
            <a:r>
              <a:rPr lang="en-US" dirty="0" smtClean="0"/>
              <a:t> </a:t>
            </a:r>
            <a:r>
              <a:rPr lang="en-US" dirty="0" err="1" smtClean="0"/>
              <a:t>fournisse</a:t>
            </a:r>
            <a:r>
              <a:rPr lang="en-US" dirty="0" smtClean="0"/>
              <a:t> </a:t>
            </a:r>
            <a:r>
              <a:rPr lang="en-US" dirty="0" err="1" smtClean="0"/>
              <a:t>d’autre</a:t>
            </a:r>
            <a:r>
              <a:rPr lang="en-US" dirty="0" smtClean="0"/>
              <a:t> documents</a:t>
            </a:r>
          </a:p>
          <a:p>
            <a:pPr marL="895350" indent="-647700">
              <a:buNone/>
            </a:pPr>
            <a:r>
              <a:rPr lang="en-US" dirty="0" smtClean="0"/>
              <a:t>	- examiner les </a:t>
            </a:r>
            <a:r>
              <a:rPr lang="en-US" dirty="0" err="1" smtClean="0"/>
              <a:t>marchandises</a:t>
            </a:r>
            <a:endParaRPr lang="en-US" dirty="0" smtClean="0"/>
          </a:p>
          <a:p>
            <a:pPr marL="895350" indent="-647700">
              <a:buNone/>
            </a:pPr>
            <a:r>
              <a:rPr lang="en-US" dirty="0"/>
              <a:t>	</a:t>
            </a:r>
            <a:r>
              <a:rPr lang="en-US" dirty="0" smtClean="0"/>
              <a:t>- </a:t>
            </a:r>
            <a:r>
              <a:rPr lang="en-US" dirty="0" err="1" smtClean="0"/>
              <a:t>prélever</a:t>
            </a:r>
            <a:r>
              <a:rPr lang="en-US" dirty="0" smtClean="0"/>
              <a:t> des </a:t>
            </a:r>
            <a:r>
              <a:rPr lang="en-US" dirty="0" err="1" smtClean="0"/>
              <a:t>échantillons</a:t>
            </a:r>
            <a:r>
              <a:rPr lang="en-US" dirty="0" smtClean="0"/>
              <a:t> </a:t>
            </a:r>
            <a:r>
              <a:rPr lang="en-US" dirty="0" err="1" smtClean="0"/>
              <a:t>en</a:t>
            </a:r>
            <a:r>
              <a:rPr lang="en-US" dirty="0" smtClean="0"/>
              <a:t> </a:t>
            </a:r>
            <a:r>
              <a:rPr lang="en-US" dirty="0" err="1" smtClean="0"/>
              <a:t>vue</a:t>
            </a:r>
            <a:r>
              <a:rPr lang="en-US" dirty="0" smtClean="0"/>
              <a:t> de </a:t>
            </a:r>
            <a:r>
              <a:rPr lang="en-US" dirty="0" err="1" smtClean="0"/>
              <a:t>l’analyse</a:t>
            </a:r>
            <a:r>
              <a:rPr lang="en-US" dirty="0" smtClean="0"/>
              <a:t> </a:t>
            </a:r>
            <a:r>
              <a:rPr lang="en-US" dirty="0" err="1" smtClean="0"/>
              <a:t>ou</a:t>
            </a:r>
            <a:r>
              <a:rPr lang="en-US" dirty="0" smtClean="0"/>
              <a:t> d’un </a:t>
            </a:r>
            <a:r>
              <a:rPr lang="en-US" dirty="0" err="1" smtClean="0"/>
              <a:t>examen</a:t>
            </a:r>
            <a:r>
              <a:rPr lang="en-US" dirty="0" smtClean="0"/>
              <a:t> </a:t>
            </a:r>
            <a:r>
              <a:rPr lang="en-US" dirty="0" err="1" smtClean="0"/>
              <a:t>approfondi</a:t>
            </a:r>
            <a:r>
              <a:rPr lang="en-US" dirty="0" smtClean="0"/>
              <a:t> </a:t>
            </a:r>
            <a:r>
              <a:rPr lang="en-US" smtClean="0"/>
              <a:t>des marchandises</a:t>
            </a:r>
          </a:p>
          <a:p>
            <a:pPr marL="247650" indent="0">
              <a:buNone/>
            </a:pPr>
            <a:endParaRPr lang="en-US" smtClean="0"/>
          </a:p>
          <a:p>
            <a:pPr marL="895350" indent="-647700">
              <a:buNone/>
            </a:pP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3757688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err="1" smtClean="0"/>
              <a:t>Examen</a:t>
            </a:r>
            <a:r>
              <a:rPr lang="en-US" dirty="0" smtClean="0"/>
              <a:t> des </a:t>
            </a:r>
            <a:r>
              <a:rPr lang="en-US" dirty="0" err="1" smtClean="0"/>
              <a:t>marchandises</a:t>
            </a:r>
            <a:r>
              <a:rPr lang="en-US" dirty="0" smtClean="0"/>
              <a:t> 1/2</a:t>
            </a:r>
            <a:endParaRPr lang="en-US" dirty="0"/>
          </a:p>
        </p:txBody>
      </p:sp>
      <p:sp>
        <p:nvSpPr>
          <p:cNvPr id="3" name="Inhaltsplatzhalter 2"/>
          <p:cNvSpPr>
            <a:spLocks noGrp="1"/>
          </p:cNvSpPr>
          <p:nvPr>
            <p:ph idx="1"/>
          </p:nvPr>
        </p:nvSpPr>
        <p:spPr/>
        <p:txBody>
          <a:bodyPr>
            <a:normAutofit/>
          </a:bodyPr>
          <a:lstStyle/>
          <a:p>
            <a:r>
              <a:rPr lang="en-US"/>
              <a:t>Pour l’examen des marchandises, le bureau de douane peut </a:t>
            </a:r>
            <a:r>
              <a:rPr lang="en-US" smtClean="0"/>
              <a:t>désigner </a:t>
            </a:r>
            <a:r>
              <a:rPr lang="en-US"/>
              <a:t>un lieu autre que les locaux de la douane ou un moment en dehors des heures d’ouverture officielles du bureau de douane</a:t>
            </a:r>
            <a:r>
              <a:rPr lang="en-US" smtClean="0"/>
              <a:t>.</a:t>
            </a:r>
            <a:endParaRPr lang="en-US"/>
          </a:p>
          <a:p>
            <a:r>
              <a:rPr lang="en-US" smtClean="0"/>
              <a:t>Le </a:t>
            </a:r>
            <a:r>
              <a:rPr lang="en-US" dirty="0" smtClean="0"/>
              <a:t>transport des </a:t>
            </a:r>
            <a:r>
              <a:rPr lang="en-US" dirty="0" err="1" smtClean="0"/>
              <a:t>marchandises</a:t>
            </a:r>
            <a:r>
              <a:rPr lang="en-US" dirty="0" smtClean="0"/>
              <a:t> au site </a:t>
            </a:r>
            <a:r>
              <a:rPr lang="en-US" dirty="0" err="1" smtClean="0"/>
              <a:t>où</a:t>
            </a:r>
            <a:r>
              <a:rPr lang="en-US" dirty="0" smtClean="0"/>
              <a:t> </a:t>
            </a:r>
            <a:r>
              <a:rPr lang="en-US" dirty="0" err="1" smtClean="0"/>
              <a:t>l’examen</a:t>
            </a:r>
            <a:r>
              <a:rPr lang="en-US" dirty="0" smtClean="0"/>
              <a:t> a lieu </a:t>
            </a:r>
            <a:r>
              <a:rPr lang="en-US" dirty="0" err="1" smtClean="0"/>
              <a:t>est</a:t>
            </a:r>
            <a:r>
              <a:rPr lang="en-US" dirty="0" smtClean="0"/>
              <a:t> </a:t>
            </a:r>
            <a:r>
              <a:rPr lang="en-US" dirty="0" err="1" smtClean="0"/>
              <a:t>effectué</a:t>
            </a:r>
            <a:r>
              <a:rPr lang="en-US" dirty="0" smtClean="0"/>
              <a:t> par </a:t>
            </a:r>
            <a:r>
              <a:rPr lang="en-US" smtClean="0"/>
              <a:t>le déclarant </a:t>
            </a:r>
            <a:r>
              <a:rPr lang="en-US" dirty="0" err="1" smtClean="0"/>
              <a:t>ou</a:t>
            </a:r>
            <a:r>
              <a:rPr lang="en-US" dirty="0" smtClean="0"/>
              <a:t> sous </a:t>
            </a:r>
            <a:r>
              <a:rPr lang="en-US" dirty="0" err="1" smtClean="0"/>
              <a:t>sa</a:t>
            </a:r>
            <a:r>
              <a:rPr lang="en-US" dirty="0" smtClean="0"/>
              <a:t> </a:t>
            </a:r>
            <a:r>
              <a:rPr lang="en-US" dirty="0" err="1" smtClean="0"/>
              <a:t>responsabilité</a:t>
            </a:r>
            <a:r>
              <a:rPr lang="en-US" dirty="0" smtClean="0"/>
              <a:t>. Les </a:t>
            </a:r>
            <a:r>
              <a:rPr lang="en-US" dirty="0" err="1" smtClean="0"/>
              <a:t>frais</a:t>
            </a:r>
            <a:r>
              <a:rPr lang="en-US" dirty="0" smtClean="0"/>
              <a:t> y relatives </a:t>
            </a:r>
            <a:r>
              <a:rPr lang="en-US" dirty="0" err="1" smtClean="0"/>
              <a:t>sont</a:t>
            </a:r>
            <a:r>
              <a:rPr lang="en-US" dirty="0" smtClean="0"/>
              <a:t> à charge </a:t>
            </a:r>
            <a:r>
              <a:rPr lang="en-US" smtClean="0"/>
              <a:t>du déclarant</a:t>
            </a:r>
            <a:r>
              <a:rPr lang="en-US" dirty="0" smtClean="0"/>
              <a:t>.</a:t>
            </a:r>
          </a:p>
          <a:p>
            <a:r>
              <a:rPr lang="en-US" dirty="0" smtClean="0"/>
              <a:t>Le </a:t>
            </a:r>
            <a:r>
              <a:rPr lang="en-US" dirty="0" err="1" smtClean="0"/>
              <a:t>déclarant</a:t>
            </a:r>
            <a:r>
              <a:rPr lang="en-US" dirty="0"/>
              <a:t> </a:t>
            </a:r>
            <a:r>
              <a:rPr lang="en-US" dirty="0" smtClean="0"/>
              <a:t>a le droit </a:t>
            </a:r>
            <a:r>
              <a:rPr lang="en-US" dirty="0" err="1" smtClean="0"/>
              <a:t>d’assister</a:t>
            </a:r>
            <a:r>
              <a:rPr lang="en-US" dirty="0" smtClean="0"/>
              <a:t> </a:t>
            </a:r>
            <a:r>
              <a:rPr lang="en-US" dirty="0" err="1" smtClean="0"/>
              <a:t>ou</a:t>
            </a:r>
            <a:r>
              <a:rPr lang="en-US" dirty="0" smtClean="0"/>
              <a:t> de se faire </a:t>
            </a:r>
            <a:r>
              <a:rPr lang="en-US" dirty="0" err="1" smtClean="0"/>
              <a:t>représenter</a:t>
            </a:r>
            <a:r>
              <a:rPr lang="en-US" dirty="0" smtClean="0"/>
              <a:t> pour </a:t>
            </a:r>
            <a:r>
              <a:rPr lang="en-US" dirty="0" err="1" smtClean="0"/>
              <a:t>procéder</a:t>
            </a:r>
            <a:r>
              <a:rPr lang="en-US" dirty="0" smtClean="0"/>
              <a:t> à </a:t>
            </a:r>
            <a:r>
              <a:rPr lang="en-US" dirty="0" err="1" smtClean="0"/>
              <a:t>l’examen</a:t>
            </a:r>
            <a:r>
              <a:rPr lang="en-US" dirty="0" smtClean="0"/>
              <a:t> des </a:t>
            </a:r>
            <a:r>
              <a:rPr lang="en-US" dirty="0" err="1" smtClean="0"/>
              <a:t>marchandises</a:t>
            </a:r>
            <a:r>
              <a:rPr lang="en-US" dirty="0" smtClean="0"/>
              <a:t>.</a:t>
            </a:r>
          </a:p>
          <a:p>
            <a:r>
              <a:rPr lang="en-US" dirty="0" smtClean="0"/>
              <a:t>Les </a:t>
            </a:r>
            <a:r>
              <a:rPr lang="en-US" dirty="0" err="1" smtClean="0"/>
              <a:t>autorités</a:t>
            </a:r>
            <a:r>
              <a:rPr lang="en-US" dirty="0" smtClean="0"/>
              <a:t> </a:t>
            </a:r>
            <a:r>
              <a:rPr lang="en-US" dirty="0" err="1" smtClean="0"/>
              <a:t>douanières</a:t>
            </a:r>
            <a:r>
              <a:rPr lang="en-US" dirty="0" smtClean="0"/>
              <a:t> </a:t>
            </a:r>
            <a:r>
              <a:rPr lang="en-US" dirty="0" err="1" smtClean="0"/>
              <a:t>peuvent</a:t>
            </a:r>
            <a:r>
              <a:rPr lang="en-US" dirty="0" smtClean="0"/>
              <a:t> </a:t>
            </a:r>
            <a:r>
              <a:rPr lang="en-US" dirty="0" err="1" smtClean="0"/>
              <a:t>exiger</a:t>
            </a:r>
            <a:r>
              <a:rPr lang="en-US" dirty="0" smtClean="0"/>
              <a:t> </a:t>
            </a:r>
            <a:r>
              <a:rPr lang="en-US" smtClean="0"/>
              <a:t>du déclarant </a:t>
            </a:r>
            <a:r>
              <a:rPr lang="en-US" dirty="0" err="1" smtClean="0"/>
              <a:t>qu’il</a:t>
            </a:r>
            <a:r>
              <a:rPr lang="en-US" dirty="0" smtClean="0"/>
              <a:t> </a:t>
            </a:r>
            <a:r>
              <a:rPr lang="en-US" dirty="0" err="1" smtClean="0"/>
              <a:t>prête</a:t>
            </a:r>
            <a:r>
              <a:rPr lang="en-US" dirty="0" smtClean="0"/>
              <a:t> assistance pour </a:t>
            </a:r>
            <a:r>
              <a:rPr lang="en-US" dirty="0" err="1" smtClean="0"/>
              <a:t>faciliter</a:t>
            </a:r>
            <a:r>
              <a:rPr lang="en-US" dirty="0" smtClean="0"/>
              <a:t> </a:t>
            </a:r>
            <a:r>
              <a:rPr lang="en-US" dirty="0" err="1" smtClean="0"/>
              <a:t>l’examen</a:t>
            </a:r>
            <a:r>
              <a:rPr lang="en-US" dirty="0" smtClean="0"/>
              <a:t> </a:t>
            </a:r>
            <a:r>
              <a:rPr lang="en-US" smtClean="0"/>
              <a:t>des marchandises</a:t>
            </a:r>
            <a:endParaRPr lang="en-US" dirty="0" smtClean="0"/>
          </a:p>
        </p:txBody>
      </p:sp>
      <p:sp>
        <p:nvSpPr>
          <p:cNvPr id="4" name="Foliennummernplatzhalt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2150806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err="1" smtClean="0"/>
              <a:t>Examen</a:t>
            </a:r>
            <a:r>
              <a:rPr lang="en-US" dirty="0" smtClean="0"/>
              <a:t> des </a:t>
            </a:r>
            <a:r>
              <a:rPr lang="en-US" dirty="0" err="1" smtClean="0"/>
              <a:t>marchandises</a:t>
            </a:r>
            <a:r>
              <a:rPr lang="en-US" dirty="0" smtClean="0"/>
              <a:t> 2/2</a:t>
            </a:r>
            <a:endParaRPr lang="en-US" dirty="0"/>
          </a:p>
        </p:txBody>
      </p:sp>
      <p:sp>
        <p:nvSpPr>
          <p:cNvPr id="3" name="Inhaltsplatzhalter 2"/>
          <p:cNvSpPr>
            <a:spLocks noGrp="1"/>
          </p:cNvSpPr>
          <p:nvPr>
            <p:ph idx="1"/>
          </p:nvPr>
        </p:nvSpPr>
        <p:spPr/>
        <p:txBody>
          <a:bodyPr/>
          <a:lstStyle/>
          <a:p>
            <a:r>
              <a:rPr lang="en-US" smtClean="0"/>
              <a:t>Si </a:t>
            </a:r>
            <a:r>
              <a:rPr lang="en-US" dirty="0" smtClean="0"/>
              <a:t>le </a:t>
            </a:r>
            <a:r>
              <a:rPr lang="en-US" dirty="0" err="1" smtClean="0"/>
              <a:t>déclarant</a:t>
            </a:r>
            <a:r>
              <a:rPr lang="en-US" dirty="0" smtClean="0"/>
              <a:t> refuse </a:t>
            </a:r>
            <a:r>
              <a:rPr lang="en-US" smtClean="0"/>
              <a:t>d’être présent </a:t>
            </a:r>
            <a:r>
              <a:rPr lang="en-US" dirty="0" err="1" smtClean="0"/>
              <a:t>lors</a:t>
            </a:r>
            <a:r>
              <a:rPr lang="en-US" dirty="0" smtClean="0"/>
              <a:t> de </a:t>
            </a:r>
            <a:r>
              <a:rPr lang="en-US" dirty="0" err="1" smtClean="0"/>
              <a:t>l’examen</a:t>
            </a:r>
            <a:r>
              <a:rPr lang="en-US" dirty="0" smtClean="0"/>
              <a:t> des </a:t>
            </a:r>
            <a:r>
              <a:rPr lang="en-US" dirty="0" err="1" smtClean="0"/>
              <a:t>marchandises</a:t>
            </a:r>
            <a:r>
              <a:rPr lang="en-US" dirty="0" smtClean="0"/>
              <a:t> </a:t>
            </a:r>
            <a:r>
              <a:rPr lang="en-US" dirty="0" err="1" smtClean="0"/>
              <a:t>respectivement</a:t>
            </a:r>
            <a:r>
              <a:rPr lang="en-US" dirty="0" smtClean="0"/>
              <a:t> au </a:t>
            </a:r>
            <a:r>
              <a:rPr lang="en-US" dirty="0" err="1" smtClean="0"/>
              <a:t>prélèvement</a:t>
            </a:r>
            <a:r>
              <a:rPr lang="en-US" dirty="0" smtClean="0"/>
              <a:t> </a:t>
            </a:r>
            <a:r>
              <a:rPr lang="en-US" dirty="0" err="1" smtClean="0"/>
              <a:t>d’échantillons</a:t>
            </a:r>
            <a:r>
              <a:rPr lang="en-US" dirty="0" smtClean="0"/>
              <a:t> </a:t>
            </a:r>
            <a:r>
              <a:rPr lang="en-US" dirty="0" err="1" smtClean="0"/>
              <a:t>ou</a:t>
            </a:r>
            <a:r>
              <a:rPr lang="en-US" dirty="0" smtClean="0"/>
              <a:t> ne </a:t>
            </a:r>
            <a:r>
              <a:rPr lang="en-US" dirty="0" err="1" smtClean="0"/>
              <a:t>fournit</a:t>
            </a:r>
            <a:r>
              <a:rPr lang="en-US" dirty="0" smtClean="0"/>
              <a:t> pas </a:t>
            </a:r>
            <a:r>
              <a:rPr lang="en-US" dirty="0" err="1" smtClean="0"/>
              <a:t>l’assistance</a:t>
            </a:r>
            <a:r>
              <a:rPr lang="en-US" dirty="0" smtClean="0"/>
              <a:t> </a:t>
            </a:r>
            <a:r>
              <a:rPr lang="en-US" dirty="0" err="1" smtClean="0"/>
              <a:t>demandée</a:t>
            </a:r>
            <a:r>
              <a:rPr lang="en-US" smtClean="0"/>
              <a:t>, la douane procède </a:t>
            </a:r>
            <a:r>
              <a:rPr lang="en-US" dirty="0" err="1" smtClean="0"/>
              <a:t>d’office</a:t>
            </a:r>
            <a:r>
              <a:rPr lang="en-US" dirty="0" smtClean="0"/>
              <a:t> à </a:t>
            </a:r>
            <a:r>
              <a:rPr lang="en-US" dirty="0" err="1" smtClean="0"/>
              <a:t>l’examen</a:t>
            </a:r>
            <a:r>
              <a:rPr lang="en-US" dirty="0" smtClean="0"/>
              <a:t> des </a:t>
            </a:r>
            <a:r>
              <a:rPr lang="en-US" dirty="0" err="1" smtClean="0"/>
              <a:t>marchandises</a:t>
            </a:r>
            <a:r>
              <a:rPr lang="en-US" dirty="0" smtClean="0"/>
              <a:t> </a:t>
            </a:r>
            <a:r>
              <a:rPr lang="en-US" dirty="0" err="1" smtClean="0"/>
              <a:t>respectivement</a:t>
            </a:r>
            <a:r>
              <a:rPr lang="en-US" dirty="0" smtClean="0"/>
              <a:t> au </a:t>
            </a:r>
            <a:r>
              <a:rPr lang="en-US" dirty="0" err="1" smtClean="0"/>
              <a:t>prélèvement</a:t>
            </a:r>
            <a:r>
              <a:rPr lang="en-US" dirty="0" smtClean="0"/>
              <a:t> </a:t>
            </a:r>
            <a:r>
              <a:rPr lang="en-US" dirty="0" err="1" smtClean="0"/>
              <a:t>d’échantillons</a:t>
            </a:r>
            <a:r>
              <a:rPr lang="en-US" dirty="0" smtClean="0"/>
              <a:t>, </a:t>
            </a:r>
            <a:r>
              <a:rPr lang="en-US" dirty="0" err="1" smtClean="0"/>
              <a:t>ceci</a:t>
            </a:r>
            <a:r>
              <a:rPr lang="en-US" dirty="0" smtClean="0"/>
              <a:t> aux </a:t>
            </a:r>
            <a:r>
              <a:rPr lang="en-US" dirty="0" err="1" smtClean="0"/>
              <a:t>risques</a:t>
            </a:r>
            <a:r>
              <a:rPr lang="en-US" dirty="0" smtClean="0"/>
              <a:t> et aux </a:t>
            </a:r>
            <a:r>
              <a:rPr lang="en-US" dirty="0" err="1" smtClean="0"/>
              <a:t>frais</a:t>
            </a:r>
            <a:r>
              <a:rPr lang="en-US" dirty="0" smtClean="0"/>
              <a:t> </a:t>
            </a:r>
            <a:r>
              <a:rPr lang="en-US" smtClean="0"/>
              <a:t>du déclarant.</a:t>
            </a:r>
          </a:p>
          <a:p>
            <a:r>
              <a:rPr lang="fr-CH"/>
              <a:t>Si nécessaire, </a:t>
            </a:r>
            <a:r>
              <a:rPr lang="fr-CH" smtClean="0"/>
              <a:t>la douane peut </a:t>
            </a:r>
            <a:r>
              <a:rPr lang="fr-CH"/>
              <a:t>faire appel aux services d’un </a:t>
            </a:r>
            <a:r>
              <a:rPr lang="fr-CH" smtClean="0"/>
              <a:t>expert en vue de cet examen.</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115609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Examen partiel</a:t>
            </a:r>
            <a:endParaRPr lang="fr-FR"/>
          </a:p>
        </p:txBody>
      </p:sp>
      <p:sp>
        <p:nvSpPr>
          <p:cNvPr id="3" name="Inhaltsplatzhalter 2"/>
          <p:cNvSpPr>
            <a:spLocks noGrp="1"/>
          </p:cNvSpPr>
          <p:nvPr>
            <p:ph idx="1"/>
          </p:nvPr>
        </p:nvSpPr>
        <p:spPr/>
        <p:txBody>
          <a:bodyPr>
            <a:normAutofit lnSpcReduction="10000"/>
          </a:bodyPr>
          <a:lstStyle/>
          <a:p>
            <a:r>
              <a:rPr lang="fr-CH"/>
              <a:t>Lorsque le bureau de douane décide de ne procéder qu’à un examen partiel des marchandises, il informe le déclarant des articles qu’il souhaite examiner.</a:t>
            </a:r>
          </a:p>
          <a:p>
            <a:r>
              <a:rPr lang="fr-CH" smtClean="0"/>
              <a:t>Les résultats </a:t>
            </a:r>
            <a:r>
              <a:rPr lang="fr-CH"/>
              <a:t>de cet examen partiel ou de l'analyse des échantillons sont valables pour l'ensemble des mêmes marchandises couvertes par la déclaration</a:t>
            </a:r>
            <a:r>
              <a:rPr lang="fr-CH" smtClean="0"/>
              <a:t>.</a:t>
            </a:r>
          </a:p>
          <a:p>
            <a:r>
              <a:rPr lang="fr-CH"/>
              <a:t>Toutefois, le déclarant peut demander un examen ou un échantillonnage supplémentaire des marchandises lorsqu'il estime que les résultats de l'examen partiel ou de l'analyse ou du contrôle des échantillons prélevés ne sont pas valables pour le reste des marchandises déclarées. </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10</a:t>
            </a:fld>
            <a:endParaRPr lang="lb-LU"/>
          </a:p>
        </p:txBody>
      </p:sp>
    </p:spTree>
    <p:extLst>
      <p:ext uri="{BB962C8B-B14F-4D97-AF65-F5344CB8AC3E}">
        <p14:creationId xmlns:p14="http://schemas.microsoft.com/office/powerpoint/2010/main" val="3748708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err="1" smtClean="0"/>
              <a:t>Prélèvement</a:t>
            </a:r>
            <a:r>
              <a:rPr lang="en-US" smtClean="0"/>
              <a:t> d’échantillons 1/2</a:t>
            </a:r>
            <a:endParaRPr lang="en-US" dirty="0"/>
          </a:p>
        </p:txBody>
      </p:sp>
      <p:sp>
        <p:nvSpPr>
          <p:cNvPr id="3" name="Inhaltsplatzhalter 2"/>
          <p:cNvSpPr>
            <a:spLocks noGrp="1"/>
          </p:cNvSpPr>
          <p:nvPr>
            <p:ph idx="1"/>
          </p:nvPr>
        </p:nvSpPr>
        <p:spPr/>
        <p:txBody>
          <a:bodyPr>
            <a:normAutofit fontScale="92500" lnSpcReduction="10000"/>
          </a:bodyPr>
          <a:lstStyle/>
          <a:p>
            <a:r>
              <a:rPr lang="fr-CH"/>
              <a:t>Lorsque le bureau de douane décide de prélever des </a:t>
            </a:r>
            <a:r>
              <a:rPr lang="fr-CH" smtClean="0"/>
              <a:t>échantillons, </a:t>
            </a:r>
            <a:r>
              <a:rPr lang="fr-CH"/>
              <a:t>il en informe le déclarant</a:t>
            </a:r>
            <a:r>
              <a:rPr lang="fr-CH" smtClean="0"/>
              <a:t>.</a:t>
            </a:r>
          </a:p>
          <a:p>
            <a:r>
              <a:rPr lang="fr-CH"/>
              <a:t>Les prélèvements sont opérés par </a:t>
            </a:r>
            <a:r>
              <a:rPr lang="fr-CH" smtClean="0"/>
              <a:t>la douane. La douane peut </a:t>
            </a:r>
            <a:r>
              <a:rPr lang="fr-CH"/>
              <a:t>toutefois demander au déclarant de procéder à l’échantillonnage ou faire appel à un expert pour prélever les </a:t>
            </a:r>
            <a:r>
              <a:rPr lang="fr-CH" smtClean="0"/>
              <a:t>échantillons</a:t>
            </a:r>
            <a:r>
              <a:rPr lang="fr-CH"/>
              <a:t>, sous leur </a:t>
            </a:r>
            <a:r>
              <a:rPr lang="fr-CH" smtClean="0"/>
              <a:t>surveillance.</a:t>
            </a:r>
            <a:endParaRPr lang="en-US" smtClean="0"/>
          </a:p>
          <a:p>
            <a:r>
              <a:rPr lang="en-US" smtClean="0"/>
              <a:t>Le </a:t>
            </a:r>
            <a:r>
              <a:rPr lang="en-US"/>
              <a:t>prélèvement d’échantillons ne donne lieu à aucune indemnisation de la part des autorités douanières. Toutefois, les frais d’analyse sont à charge des autorités douanières</a:t>
            </a:r>
            <a:r>
              <a:rPr lang="en-US" smtClean="0"/>
              <a:t>.</a:t>
            </a:r>
          </a:p>
          <a:p>
            <a:r>
              <a:rPr lang="en-US" smtClean="0"/>
              <a:t>Les </a:t>
            </a:r>
            <a:r>
              <a:rPr lang="en-US" dirty="0" err="1" smtClean="0"/>
              <a:t>quantités</a:t>
            </a:r>
            <a:r>
              <a:rPr lang="en-US" dirty="0" smtClean="0"/>
              <a:t> </a:t>
            </a:r>
            <a:r>
              <a:rPr lang="en-US" dirty="0" err="1" smtClean="0"/>
              <a:t>prélevées</a:t>
            </a:r>
            <a:r>
              <a:rPr lang="en-US" dirty="0" smtClean="0"/>
              <a:t> </a:t>
            </a:r>
            <a:r>
              <a:rPr lang="en-US" dirty="0" err="1" smtClean="0"/>
              <a:t>n’excèdent</a:t>
            </a:r>
            <a:r>
              <a:rPr lang="en-US" dirty="0" smtClean="0"/>
              <a:t> pas </a:t>
            </a:r>
            <a:r>
              <a:rPr lang="en-US" dirty="0" err="1" smtClean="0"/>
              <a:t>celles</a:t>
            </a:r>
            <a:r>
              <a:rPr lang="en-US" dirty="0" smtClean="0"/>
              <a:t> qui </a:t>
            </a:r>
            <a:r>
              <a:rPr lang="en-US" dirty="0" err="1" smtClean="0"/>
              <a:t>sont</a:t>
            </a:r>
            <a:r>
              <a:rPr lang="en-US" dirty="0" smtClean="0"/>
              <a:t> </a:t>
            </a:r>
            <a:r>
              <a:rPr lang="en-US" dirty="0" err="1" smtClean="0"/>
              <a:t>effectivement</a:t>
            </a:r>
            <a:r>
              <a:rPr lang="en-US" dirty="0" smtClean="0"/>
              <a:t> </a:t>
            </a:r>
            <a:r>
              <a:rPr lang="en-US" dirty="0" err="1" smtClean="0"/>
              <a:t>nécessaires</a:t>
            </a:r>
            <a:r>
              <a:rPr lang="en-US" dirty="0" smtClean="0"/>
              <a:t> pour faire le </a:t>
            </a:r>
            <a:r>
              <a:rPr lang="en-US" dirty="0" err="1" smtClean="0"/>
              <a:t>contrôle</a:t>
            </a:r>
            <a:r>
              <a:rPr lang="en-US" dirty="0" smtClean="0"/>
              <a:t> </a:t>
            </a:r>
            <a:r>
              <a:rPr lang="en-US" err="1" smtClean="0"/>
              <a:t>ou</a:t>
            </a:r>
            <a:r>
              <a:rPr lang="en-US" smtClean="0"/>
              <a:t> l’analyse, </a:t>
            </a:r>
            <a:r>
              <a:rPr lang="fr-CH"/>
              <a:t>y compris une contre-analyse ultérieure éventuelle</a:t>
            </a:r>
            <a:r>
              <a:rPr lang="en-US" smtClean="0"/>
              <a:t>.</a:t>
            </a:r>
            <a:endParaRPr lang="en-US" dirty="0" smtClean="0"/>
          </a:p>
        </p:txBody>
      </p:sp>
      <p:sp>
        <p:nvSpPr>
          <p:cNvPr id="4" name="Foliennummernplatzhalter 3"/>
          <p:cNvSpPr>
            <a:spLocks noGrp="1"/>
          </p:cNvSpPr>
          <p:nvPr>
            <p:ph type="sldNum" sz="quarter" idx="12"/>
          </p:nvPr>
        </p:nvSpPr>
        <p:spPr/>
        <p:txBody>
          <a:bodyPr/>
          <a:lstStyle/>
          <a:p>
            <a:fld id="{C58F520E-0D3C-4C73-96DF-B271C0F692B0}" type="slidenum">
              <a:rPr lang="lb-LU" smtClean="0"/>
              <a:t>11</a:t>
            </a:fld>
            <a:endParaRPr lang="lb-LU"/>
          </a:p>
        </p:txBody>
      </p:sp>
    </p:spTree>
    <p:extLst>
      <p:ext uri="{BB962C8B-B14F-4D97-AF65-F5344CB8AC3E}">
        <p14:creationId xmlns:p14="http://schemas.microsoft.com/office/powerpoint/2010/main" val="401556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Prélèvement d’échantillons 2/2</a:t>
            </a:r>
            <a:endParaRPr lang="fr-FR"/>
          </a:p>
        </p:txBody>
      </p:sp>
      <p:sp>
        <p:nvSpPr>
          <p:cNvPr id="3" name="Inhaltsplatzhalter 2"/>
          <p:cNvSpPr>
            <a:spLocks noGrp="1"/>
          </p:cNvSpPr>
          <p:nvPr>
            <p:ph idx="1"/>
          </p:nvPr>
        </p:nvSpPr>
        <p:spPr/>
        <p:txBody>
          <a:bodyPr/>
          <a:lstStyle/>
          <a:p>
            <a:r>
              <a:rPr lang="en-US"/>
              <a:t>Les quantités prélevées ne sont pas déductibles de la quantité déclarée</a:t>
            </a:r>
          </a:p>
          <a:p>
            <a:r>
              <a:rPr lang="en-US"/>
              <a:t>Dans le cas d’une déclaration d’exportation ou de perfectionnement passif, le déclarant peut toutefois remplacer les quantités prélevées par des marchandises identiques</a:t>
            </a:r>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12</a:t>
            </a:fld>
            <a:endParaRPr lang="lb-LU"/>
          </a:p>
        </p:txBody>
      </p:sp>
    </p:spTree>
    <p:extLst>
      <p:ext uri="{BB962C8B-B14F-4D97-AF65-F5344CB8AC3E}">
        <p14:creationId xmlns:p14="http://schemas.microsoft.com/office/powerpoint/2010/main" val="551910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Examen des échantillons</a:t>
            </a:r>
            <a:endParaRPr lang="fr-FR"/>
          </a:p>
        </p:txBody>
      </p:sp>
      <p:sp>
        <p:nvSpPr>
          <p:cNvPr id="3" name="Inhaltsplatzhalter 2"/>
          <p:cNvSpPr>
            <a:spLocks noGrp="1"/>
          </p:cNvSpPr>
          <p:nvPr>
            <p:ph idx="1"/>
          </p:nvPr>
        </p:nvSpPr>
        <p:spPr/>
        <p:txBody>
          <a:bodyPr>
            <a:normAutofit lnSpcReduction="10000"/>
          </a:bodyPr>
          <a:lstStyle/>
          <a:p>
            <a:r>
              <a:rPr lang="fr-CH"/>
              <a:t>Lorsque l’examen des échantillons des mêmes marchandises aboutit à des résultats </a:t>
            </a:r>
            <a:r>
              <a:rPr lang="fr-CH" smtClean="0"/>
              <a:t>divergents, </a:t>
            </a:r>
            <a:r>
              <a:rPr lang="fr-CH"/>
              <a:t>d’autres échantillons sont prélevés, si possible. </a:t>
            </a:r>
            <a:endParaRPr lang="fr-CH" smtClean="0"/>
          </a:p>
          <a:p>
            <a:r>
              <a:rPr lang="fr-CH" smtClean="0"/>
              <a:t>Lorsque </a:t>
            </a:r>
            <a:r>
              <a:rPr lang="fr-CH"/>
              <a:t>les résultats de l’examen des autres échantillons </a:t>
            </a:r>
            <a:r>
              <a:rPr lang="fr-CH" smtClean="0"/>
              <a:t>confirment </a:t>
            </a:r>
            <a:r>
              <a:rPr lang="fr-CH"/>
              <a:t>les résultats divergents, les marchandises sont considérées comme étant constituées de marchandises différentes dans des quantités </a:t>
            </a:r>
            <a:r>
              <a:rPr lang="fr-CH" smtClean="0"/>
              <a:t>correspondant </a:t>
            </a:r>
            <a:r>
              <a:rPr lang="fr-CH"/>
              <a:t>aux résultats de l’examen. </a:t>
            </a:r>
            <a:r>
              <a:rPr lang="fr-CH" smtClean="0"/>
              <a:t>Ceci vaut aussi s’il </a:t>
            </a:r>
            <a:r>
              <a:rPr lang="fr-CH"/>
              <a:t>n’est pas possible de prélever d’autres échantillons</a:t>
            </a:r>
            <a:r>
              <a:rPr lang="fr-CH" smtClean="0"/>
              <a:t>.</a:t>
            </a:r>
          </a:p>
          <a:p>
            <a:r>
              <a:rPr lang="en-US"/>
              <a:t>Après analyse, les échantillons peuvent être restitués au déclarant, ceci sur demande du déclarant. Toutefois, dans certains cas, cette restitution n’est pas possible</a:t>
            </a:r>
          </a:p>
          <a:p>
            <a:pPr marL="0" indent="0">
              <a:buNone/>
            </a:pP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13</a:t>
            </a:fld>
            <a:endParaRPr lang="lb-LU"/>
          </a:p>
        </p:txBody>
      </p:sp>
    </p:spTree>
    <p:extLst>
      <p:ext uri="{BB962C8B-B14F-4D97-AF65-F5344CB8AC3E}">
        <p14:creationId xmlns:p14="http://schemas.microsoft.com/office/powerpoint/2010/main" val="3223953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fr-FR" smtClean="0"/>
              <a:t>Cas dans lesquels la restitution des échantillons n’est pas possible</a:t>
            </a:r>
            <a:endParaRPr lang="fr-FR"/>
          </a:p>
        </p:txBody>
      </p:sp>
      <p:sp>
        <p:nvSpPr>
          <p:cNvPr id="3" name="Inhaltsplatzhalter 2"/>
          <p:cNvSpPr>
            <a:spLocks noGrp="1"/>
          </p:cNvSpPr>
          <p:nvPr>
            <p:ph idx="1"/>
          </p:nvPr>
        </p:nvSpPr>
        <p:spPr/>
        <p:txBody>
          <a:bodyPr>
            <a:normAutofit lnSpcReduction="10000"/>
          </a:bodyPr>
          <a:lstStyle/>
          <a:p>
            <a:r>
              <a:rPr lang="fr-FR" smtClean="0"/>
              <a:t>La restitution des échantillons n’a pas lieu dans les cas suivants:</a:t>
            </a:r>
          </a:p>
          <a:p>
            <a:pPr lvl="1"/>
            <a:r>
              <a:rPr lang="fr-CH"/>
              <a:t>lorsque les échantillons ont été détruits par l’analyse ou </a:t>
            </a:r>
            <a:r>
              <a:rPr lang="fr-CH" smtClean="0"/>
              <a:t>l’examen</a:t>
            </a:r>
          </a:p>
          <a:p>
            <a:pPr lvl="1"/>
            <a:r>
              <a:rPr lang="fr-CH"/>
              <a:t>lorsque les échantillons doivent être conservés par les autorités douanières aux </a:t>
            </a:r>
            <a:r>
              <a:rPr lang="fr-CH" smtClean="0"/>
              <a:t>fins d’un </a:t>
            </a:r>
            <a:r>
              <a:rPr lang="fr-CH"/>
              <a:t>examen </a:t>
            </a:r>
            <a:r>
              <a:rPr lang="fr-CH" smtClean="0"/>
              <a:t>complémentaire ou d’un </a:t>
            </a:r>
            <a:r>
              <a:rPr lang="fr-CH"/>
              <a:t>recours ou d’une procédure judiciaire</a:t>
            </a:r>
            <a:endParaRPr lang="fr-CH" smtClean="0"/>
          </a:p>
          <a:p>
            <a:pPr lvl="1"/>
            <a:endParaRPr lang="fr-FR" smtClean="0"/>
          </a:p>
          <a:p>
            <a:r>
              <a:rPr lang="fr-CH"/>
              <a:t>Lorsque le déclarant n’introduit pas de demande de restitution des échantillons, les autorités douanières peuvent demander au déclarant de retirer les échantillons </a:t>
            </a:r>
            <a:r>
              <a:rPr lang="fr-CH" smtClean="0"/>
              <a:t>restants. </a:t>
            </a:r>
          </a:p>
          <a:p>
            <a:r>
              <a:rPr lang="fr-CH" smtClean="0"/>
              <a:t>Si le déclarant ne répond pas à cette demande, la douane peut disposer des échantillons.</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14</a:t>
            </a:fld>
            <a:endParaRPr lang="lb-LU"/>
          </a:p>
        </p:txBody>
      </p:sp>
    </p:spTree>
    <p:extLst>
      <p:ext uri="{BB962C8B-B14F-4D97-AF65-F5344CB8AC3E}">
        <p14:creationId xmlns:p14="http://schemas.microsoft.com/office/powerpoint/2010/main" val="2945630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smtClean="0"/>
              <a:t>Constitution </a:t>
            </a:r>
            <a:r>
              <a:rPr lang="en-US" dirty="0" err="1" smtClean="0"/>
              <a:t>d’une</a:t>
            </a:r>
            <a:r>
              <a:rPr lang="en-US" dirty="0" smtClean="0"/>
              <a:t> </a:t>
            </a:r>
            <a:r>
              <a:rPr lang="en-US" dirty="0" err="1" smtClean="0"/>
              <a:t>garantie</a:t>
            </a:r>
            <a:endParaRPr lang="en-US" dirty="0"/>
          </a:p>
        </p:txBody>
      </p:sp>
      <p:sp>
        <p:nvSpPr>
          <p:cNvPr id="3" name="Inhaltsplatzhalter 2"/>
          <p:cNvSpPr>
            <a:spLocks noGrp="1"/>
          </p:cNvSpPr>
          <p:nvPr>
            <p:ph idx="1"/>
          </p:nvPr>
        </p:nvSpPr>
        <p:spPr/>
        <p:txBody>
          <a:bodyPr/>
          <a:lstStyle/>
          <a:p>
            <a:r>
              <a:rPr lang="en-US" dirty="0" smtClean="0"/>
              <a:t>Si les </a:t>
            </a:r>
            <a:r>
              <a:rPr lang="en-US" dirty="0" err="1" smtClean="0"/>
              <a:t>autorités</a:t>
            </a:r>
            <a:r>
              <a:rPr lang="en-US" dirty="0" smtClean="0"/>
              <a:t> </a:t>
            </a:r>
            <a:r>
              <a:rPr lang="en-US" dirty="0" err="1" smtClean="0"/>
              <a:t>douanières</a:t>
            </a:r>
            <a:r>
              <a:rPr lang="en-US" dirty="0" smtClean="0"/>
              <a:t> </a:t>
            </a:r>
            <a:r>
              <a:rPr lang="en-US" dirty="0" err="1" smtClean="0"/>
              <a:t>estiment</a:t>
            </a:r>
            <a:r>
              <a:rPr lang="en-US" dirty="0" smtClean="0"/>
              <a:t> que le </a:t>
            </a:r>
            <a:r>
              <a:rPr lang="en-US" dirty="0" err="1" smtClean="0"/>
              <a:t>résultat</a:t>
            </a:r>
            <a:r>
              <a:rPr lang="en-US" dirty="0" smtClean="0"/>
              <a:t> de </a:t>
            </a:r>
            <a:r>
              <a:rPr lang="en-US" smtClean="0"/>
              <a:t>la vérification </a:t>
            </a:r>
            <a:r>
              <a:rPr lang="en-US" dirty="0" err="1" smtClean="0"/>
              <a:t>peut</a:t>
            </a:r>
            <a:r>
              <a:rPr lang="en-US" dirty="0" smtClean="0"/>
              <a:t> </a:t>
            </a:r>
            <a:r>
              <a:rPr lang="en-US" dirty="0" err="1" smtClean="0"/>
              <a:t>avoir</a:t>
            </a:r>
            <a:r>
              <a:rPr lang="en-US" dirty="0" smtClean="0"/>
              <a:t> </a:t>
            </a:r>
            <a:r>
              <a:rPr lang="en-US" err="1" smtClean="0"/>
              <a:t>comme</a:t>
            </a:r>
            <a:r>
              <a:rPr lang="en-US" smtClean="0"/>
              <a:t> conséquence </a:t>
            </a:r>
            <a:r>
              <a:rPr lang="en-US" dirty="0" err="1" smtClean="0"/>
              <a:t>l’exigibilité</a:t>
            </a:r>
            <a:r>
              <a:rPr lang="en-US" dirty="0" smtClean="0"/>
              <a:t> d’un </a:t>
            </a:r>
            <a:r>
              <a:rPr lang="en-US" dirty="0" err="1" smtClean="0"/>
              <a:t>montant</a:t>
            </a:r>
            <a:r>
              <a:rPr lang="en-US" dirty="0" smtClean="0"/>
              <a:t> de droits de </a:t>
            </a:r>
            <a:r>
              <a:rPr lang="en-US" dirty="0" err="1" smtClean="0"/>
              <a:t>douane</a:t>
            </a:r>
            <a:r>
              <a:rPr lang="en-US" dirty="0" smtClean="0"/>
              <a:t> </a:t>
            </a:r>
            <a:r>
              <a:rPr lang="en-US" dirty="0" err="1" smtClean="0"/>
              <a:t>supérieur</a:t>
            </a:r>
            <a:r>
              <a:rPr lang="en-US" dirty="0" smtClean="0"/>
              <a:t> à </a:t>
            </a:r>
            <a:r>
              <a:rPr lang="en-US" dirty="0" err="1" smtClean="0"/>
              <a:t>celui</a:t>
            </a:r>
            <a:r>
              <a:rPr lang="en-US" dirty="0" smtClean="0"/>
              <a:t> qui </a:t>
            </a:r>
            <a:r>
              <a:rPr lang="en-US" dirty="0" err="1" smtClean="0"/>
              <a:t>découle</a:t>
            </a:r>
            <a:r>
              <a:rPr lang="en-US" dirty="0" smtClean="0"/>
              <a:t> des </a:t>
            </a:r>
            <a:r>
              <a:rPr lang="en-US" dirty="0" err="1" smtClean="0"/>
              <a:t>énonciations</a:t>
            </a:r>
            <a:r>
              <a:rPr lang="en-US" dirty="0" smtClean="0"/>
              <a:t> de </a:t>
            </a:r>
            <a:r>
              <a:rPr lang="en-US" smtClean="0"/>
              <a:t>la déclaration </a:t>
            </a:r>
            <a:r>
              <a:rPr lang="en-US" dirty="0" err="1" smtClean="0"/>
              <a:t>en</a:t>
            </a:r>
            <a:r>
              <a:rPr lang="en-US" dirty="0" smtClean="0"/>
              <a:t> </a:t>
            </a:r>
            <a:r>
              <a:rPr lang="en-US" dirty="0" err="1" smtClean="0"/>
              <a:t>douane</a:t>
            </a:r>
            <a:r>
              <a:rPr lang="en-US" smtClean="0"/>
              <a:t>, elles </a:t>
            </a:r>
            <a:r>
              <a:rPr lang="en-US" dirty="0" err="1" smtClean="0"/>
              <a:t>peuvent</a:t>
            </a:r>
            <a:r>
              <a:rPr lang="en-US" dirty="0" smtClean="0"/>
              <a:t> </a:t>
            </a:r>
            <a:r>
              <a:rPr lang="en-US" dirty="0" err="1" smtClean="0"/>
              <a:t>subordonner</a:t>
            </a:r>
            <a:r>
              <a:rPr lang="en-US" dirty="0" smtClean="0"/>
              <a:t> la </a:t>
            </a:r>
            <a:r>
              <a:rPr lang="en-US" dirty="0" err="1" smtClean="0"/>
              <a:t>mainlevée</a:t>
            </a:r>
            <a:r>
              <a:rPr lang="en-US" dirty="0" smtClean="0"/>
              <a:t> des </a:t>
            </a:r>
            <a:r>
              <a:rPr lang="en-US" dirty="0" err="1" smtClean="0"/>
              <a:t>marchandises</a:t>
            </a:r>
            <a:r>
              <a:rPr lang="en-US" dirty="0" smtClean="0"/>
              <a:t> à la constitution </a:t>
            </a:r>
            <a:r>
              <a:rPr lang="en-US" dirty="0" err="1" smtClean="0"/>
              <a:t>d’une</a:t>
            </a:r>
            <a:r>
              <a:rPr lang="en-US" dirty="0" smtClean="0"/>
              <a:t> </a:t>
            </a:r>
            <a:r>
              <a:rPr lang="en-US" dirty="0" err="1" smtClean="0"/>
              <a:t>garantie</a:t>
            </a:r>
            <a:r>
              <a:rPr lang="en-US" dirty="0" smtClean="0"/>
              <a:t> </a:t>
            </a:r>
            <a:r>
              <a:rPr lang="en-US" dirty="0" err="1" smtClean="0"/>
              <a:t>couvrant</a:t>
            </a:r>
            <a:r>
              <a:rPr lang="en-US" dirty="0" smtClean="0"/>
              <a:t> </a:t>
            </a:r>
            <a:r>
              <a:rPr lang="en-US" smtClean="0"/>
              <a:t>la différence </a:t>
            </a:r>
            <a:r>
              <a:rPr lang="en-US" dirty="0" smtClean="0"/>
              <a:t>entre le </a:t>
            </a:r>
            <a:r>
              <a:rPr lang="en-US" dirty="0" err="1" smtClean="0"/>
              <a:t>montant</a:t>
            </a:r>
            <a:r>
              <a:rPr lang="en-US" dirty="0" smtClean="0"/>
              <a:t> </a:t>
            </a:r>
            <a:r>
              <a:rPr lang="en-US" dirty="0" err="1" smtClean="0"/>
              <a:t>établi</a:t>
            </a:r>
            <a:r>
              <a:rPr lang="en-US" dirty="0" smtClean="0"/>
              <a:t> sur base des </a:t>
            </a:r>
            <a:r>
              <a:rPr lang="en-US" dirty="0" err="1" smtClean="0"/>
              <a:t>énonciations</a:t>
            </a:r>
            <a:r>
              <a:rPr lang="en-US" dirty="0" smtClean="0"/>
              <a:t> de </a:t>
            </a:r>
            <a:r>
              <a:rPr lang="en-US" smtClean="0"/>
              <a:t>la déclaration </a:t>
            </a:r>
            <a:r>
              <a:rPr lang="en-US" dirty="0" smtClean="0"/>
              <a:t>et le </a:t>
            </a:r>
            <a:r>
              <a:rPr lang="en-US" dirty="0" err="1" smtClean="0"/>
              <a:t>montant</a:t>
            </a:r>
            <a:r>
              <a:rPr lang="en-US" dirty="0" smtClean="0"/>
              <a:t> </a:t>
            </a:r>
            <a:r>
              <a:rPr lang="en-US" dirty="0" err="1" smtClean="0"/>
              <a:t>potentiellement</a:t>
            </a:r>
            <a:r>
              <a:rPr lang="en-US" dirty="0" smtClean="0"/>
              <a:t> </a:t>
            </a:r>
            <a:r>
              <a:rPr lang="en-US" dirty="0" err="1" smtClean="0"/>
              <a:t>exigible</a:t>
            </a:r>
            <a:r>
              <a:rPr lang="en-US" dirty="0" smtClean="0"/>
              <a:t>.</a:t>
            </a:r>
            <a:endParaRPr lang="en-US" dirty="0"/>
          </a:p>
        </p:txBody>
      </p:sp>
      <p:sp>
        <p:nvSpPr>
          <p:cNvPr id="4" name="Foliennummernplatzhalter 3"/>
          <p:cNvSpPr>
            <a:spLocks noGrp="1"/>
          </p:cNvSpPr>
          <p:nvPr>
            <p:ph type="sldNum" sz="quarter" idx="12"/>
          </p:nvPr>
        </p:nvSpPr>
        <p:spPr/>
        <p:txBody>
          <a:bodyPr/>
          <a:lstStyle/>
          <a:p>
            <a:fld id="{C58F520E-0D3C-4C73-96DF-B271C0F692B0}" type="slidenum">
              <a:rPr lang="lb-LU" smtClean="0"/>
              <a:t>15</a:t>
            </a:fld>
            <a:endParaRPr lang="lb-LU"/>
          </a:p>
        </p:txBody>
      </p:sp>
    </p:spTree>
    <p:extLst>
      <p:ext uri="{BB962C8B-B14F-4D97-AF65-F5344CB8AC3E}">
        <p14:creationId xmlns:p14="http://schemas.microsoft.com/office/powerpoint/2010/main" val="2038836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dirty="0" err="1" smtClean="0"/>
              <a:t>Résultat</a:t>
            </a:r>
            <a:r>
              <a:rPr lang="en-US" dirty="0" smtClean="0"/>
              <a:t> de </a:t>
            </a:r>
            <a:r>
              <a:rPr lang="en-US" smtClean="0"/>
              <a:t>la vérification 1/2</a:t>
            </a:r>
            <a:endParaRPr lang="en-US" dirty="0"/>
          </a:p>
        </p:txBody>
      </p:sp>
      <p:sp>
        <p:nvSpPr>
          <p:cNvPr id="3" name="Inhaltsplatzhalter 2"/>
          <p:cNvSpPr>
            <a:spLocks noGrp="1"/>
          </p:cNvSpPr>
          <p:nvPr>
            <p:ph idx="1"/>
          </p:nvPr>
        </p:nvSpPr>
        <p:spPr>
          <a:xfrm>
            <a:off x="838200" y="1851504"/>
            <a:ext cx="10515600" cy="4351338"/>
          </a:xfrm>
        </p:spPr>
        <p:txBody>
          <a:bodyPr>
            <a:normAutofit fontScale="92500"/>
          </a:bodyPr>
          <a:lstStyle/>
          <a:p>
            <a:r>
              <a:rPr lang="fr-CH" smtClean="0"/>
              <a:t>Lorsque le douanier a procédé à une vérification de la déclaration </a:t>
            </a:r>
            <a:r>
              <a:rPr lang="fr-CH"/>
              <a:t>en douane, </a:t>
            </a:r>
            <a:r>
              <a:rPr lang="fr-CH" smtClean="0"/>
              <a:t>il consigne </a:t>
            </a:r>
            <a:r>
              <a:rPr lang="fr-CH"/>
              <a:t>le fait qu’une vérification a été effectuée </a:t>
            </a:r>
            <a:r>
              <a:rPr lang="fr-CH" smtClean="0"/>
              <a:t>et aussi les </a:t>
            </a:r>
            <a:r>
              <a:rPr lang="fr-CH"/>
              <a:t>résultats de cette </a:t>
            </a:r>
            <a:r>
              <a:rPr lang="fr-CH" smtClean="0"/>
              <a:t>vérification dans le rapport de contrôle de la déclaration.</a:t>
            </a:r>
          </a:p>
          <a:p>
            <a:r>
              <a:rPr lang="fr-CH" smtClean="0"/>
              <a:t>Lorsque seulement </a:t>
            </a:r>
            <a:r>
              <a:rPr lang="fr-CH"/>
              <a:t>une partie des marchandises a été examinée, </a:t>
            </a:r>
            <a:r>
              <a:rPr lang="fr-CH" smtClean="0"/>
              <a:t>le douanier y fait note dans ce rapport de contrôle. </a:t>
            </a:r>
          </a:p>
          <a:p>
            <a:r>
              <a:rPr lang="fr-CH" smtClean="0"/>
              <a:t>En </a:t>
            </a:r>
            <a:r>
              <a:rPr lang="fr-CH"/>
              <a:t>cas d’absence du déclarant, celle-ci est enregistrée. </a:t>
            </a:r>
            <a:endParaRPr lang="fr-CH" smtClean="0"/>
          </a:p>
          <a:p>
            <a:r>
              <a:rPr lang="fr-CH" smtClean="0"/>
              <a:t>Lorsque </a:t>
            </a:r>
            <a:r>
              <a:rPr lang="fr-CH"/>
              <a:t>l’origine </a:t>
            </a:r>
            <a:r>
              <a:rPr lang="fr-CH" smtClean="0"/>
              <a:t>préférentielle ou non-préférentielle </a:t>
            </a:r>
            <a:r>
              <a:rPr lang="fr-CH"/>
              <a:t>déclarée se révèle incorrecte, l’origine à prendre en considération </a:t>
            </a:r>
            <a:r>
              <a:rPr lang="fr-CH" smtClean="0"/>
              <a:t>est </a:t>
            </a:r>
            <a:r>
              <a:rPr lang="fr-CH"/>
              <a:t>déterminée sur la base des preuves produites par le déclarant, ou si celles-ci ne sont pas suffisantes ni satisfaisantes, sur la base de toute information disponible. </a:t>
            </a:r>
            <a:endParaRPr lang="fr-CH" smtClean="0"/>
          </a:p>
        </p:txBody>
      </p:sp>
      <p:sp>
        <p:nvSpPr>
          <p:cNvPr id="4" name="Foliennummernplatzhalter 3"/>
          <p:cNvSpPr>
            <a:spLocks noGrp="1"/>
          </p:cNvSpPr>
          <p:nvPr>
            <p:ph type="sldNum" sz="quarter" idx="12"/>
          </p:nvPr>
        </p:nvSpPr>
        <p:spPr/>
        <p:txBody>
          <a:bodyPr/>
          <a:lstStyle/>
          <a:p>
            <a:fld id="{C58F520E-0D3C-4C73-96DF-B271C0F692B0}" type="slidenum">
              <a:rPr lang="lb-LU" smtClean="0"/>
              <a:t>16</a:t>
            </a:fld>
            <a:endParaRPr lang="lb-LU"/>
          </a:p>
        </p:txBody>
      </p:sp>
    </p:spTree>
    <p:extLst>
      <p:ext uri="{BB962C8B-B14F-4D97-AF65-F5344CB8AC3E}">
        <p14:creationId xmlns:p14="http://schemas.microsoft.com/office/powerpoint/2010/main" val="502321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en-US"/>
              <a:t>Résultat de la vérification </a:t>
            </a:r>
            <a:r>
              <a:rPr lang="en-US" smtClean="0"/>
              <a:t>2/2</a:t>
            </a:r>
            <a:endParaRPr lang="fr-FR"/>
          </a:p>
        </p:txBody>
      </p:sp>
      <p:sp>
        <p:nvSpPr>
          <p:cNvPr id="3" name="Inhaltsplatzhalter 2"/>
          <p:cNvSpPr>
            <a:spLocks noGrp="1"/>
          </p:cNvSpPr>
          <p:nvPr>
            <p:ph idx="1"/>
          </p:nvPr>
        </p:nvSpPr>
        <p:spPr/>
        <p:txBody>
          <a:bodyPr>
            <a:normAutofit fontScale="92500" lnSpcReduction="20000"/>
          </a:bodyPr>
          <a:lstStyle/>
          <a:p>
            <a:r>
              <a:rPr lang="en-US"/>
              <a:t>Le déclarant est informé du résultat de la vérification.</a:t>
            </a:r>
          </a:p>
          <a:p>
            <a:r>
              <a:rPr lang="en-US"/>
              <a:t>Dans le cas où le résultat de la </a:t>
            </a:r>
            <a:r>
              <a:rPr lang="en-US" smtClean="0"/>
              <a:t>vérification </a:t>
            </a:r>
            <a:r>
              <a:rPr lang="en-US"/>
              <a:t>n’est pas conforme aux énonciations sur la déclaration, la déclaration doit être corrigée par le déclarant et les autorités douanières peuvent décider d’ouvrir un dossier Contentieux.</a:t>
            </a:r>
          </a:p>
          <a:p>
            <a:r>
              <a:rPr lang="fr-CH"/>
              <a:t>Les résultats de la vérification de la déclaration en douane servent de base pour l'application des dispositions régissant le régime douanier sous lequel les marchandises sont placées. Si la douane n’a pas procédé à la vérification de la déclaration, l'application des dispositions régissant le régime douanier sous lequel les marchandises sont placées s'effectue d'après les énonciations de ladite déclaration.</a:t>
            </a:r>
            <a:endParaRPr lang="en-US"/>
          </a:p>
          <a:p>
            <a:r>
              <a:rPr lang="fr-CH"/>
              <a:t>Les résultats de la vérification effectuée par la douane ont la même force probante sur tout le territoire douanier de l'Union.</a:t>
            </a:r>
            <a:endParaRPr lang="en-US"/>
          </a:p>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17</a:t>
            </a:fld>
            <a:endParaRPr lang="lb-LU"/>
          </a:p>
        </p:txBody>
      </p:sp>
    </p:spTree>
    <p:extLst>
      <p:ext uri="{BB962C8B-B14F-4D97-AF65-F5344CB8AC3E}">
        <p14:creationId xmlns:p14="http://schemas.microsoft.com/office/powerpoint/2010/main" val="643468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Mesures d’identification</a:t>
            </a:r>
            <a:endParaRPr lang="fr-FR"/>
          </a:p>
        </p:txBody>
      </p:sp>
      <p:sp>
        <p:nvSpPr>
          <p:cNvPr id="3" name="Inhaltsplatzhalter 2"/>
          <p:cNvSpPr>
            <a:spLocks noGrp="1"/>
          </p:cNvSpPr>
          <p:nvPr>
            <p:ph idx="1"/>
          </p:nvPr>
        </p:nvSpPr>
        <p:spPr/>
        <p:txBody>
          <a:bodyPr>
            <a:normAutofit/>
          </a:bodyPr>
          <a:lstStyle/>
          <a:p>
            <a:r>
              <a:rPr lang="fr-CH" smtClean="0"/>
              <a:t>La douane peut prendre des mesures pour identifier </a:t>
            </a:r>
            <a:r>
              <a:rPr lang="fr-CH"/>
              <a:t>les marchandises lorsque cette </a:t>
            </a:r>
            <a:r>
              <a:rPr lang="fr-CH" smtClean="0"/>
              <a:t>identification </a:t>
            </a:r>
            <a:r>
              <a:rPr lang="fr-CH"/>
              <a:t>est nécessaire pour garantir le respect des dispositions du régime douanier pour lequel ces marchandises ont été déclarées. </a:t>
            </a:r>
            <a:endParaRPr lang="fr-CH" smtClean="0"/>
          </a:p>
          <a:p>
            <a:r>
              <a:rPr lang="fr-CH" smtClean="0"/>
              <a:t>Ces </a:t>
            </a:r>
            <a:r>
              <a:rPr lang="fr-CH"/>
              <a:t>mesures d'identification ont les mêmes effets de droit sur tout le territoire douanier de l'Union. </a:t>
            </a:r>
          </a:p>
          <a:p>
            <a:r>
              <a:rPr lang="fr-CH" smtClean="0"/>
              <a:t>Les </a:t>
            </a:r>
            <a:r>
              <a:rPr lang="fr-CH"/>
              <a:t>moyens d'identification apposés sur les marchandises, sur l'emballage ou sur les moyens de transport ne peuvent être enlevés </a:t>
            </a:r>
            <a:r>
              <a:rPr lang="fr-CH" smtClean="0"/>
              <a:t>que </a:t>
            </a:r>
            <a:r>
              <a:rPr lang="fr-CH"/>
              <a:t>par </a:t>
            </a:r>
            <a:r>
              <a:rPr lang="fr-CH" smtClean="0"/>
              <a:t>la douane ou, si la douane l’autorise, </a:t>
            </a:r>
            <a:r>
              <a:rPr lang="fr-CH"/>
              <a:t>par les </a:t>
            </a:r>
            <a:r>
              <a:rPr lang="fr-CH" smtClean="0"/>
              <a:t>OE.</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18</a:t>
            </a:fld>
            <a:endParaRPr lang="lb-LU"/>
          </a:p>
        </p:txBody>
      </p:sp>
    </p:spTree>
    <p:extLst>
      <p:ext uri="{BB962C8B-B14F-4D97-AF65-F5344CB8AC3E}">
        <p14:creationId xmlns:p14="http://schemas.microsoft.com/office/powerpoint/2010/main" val="2657076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FR" smtClean="0"/>
              <a:t>Mainlevée des marchandises après vérification</a:t>
            </a:r>
            <a:endParaRPr lang="fr-FR"/>
          </a:p>
        </p:txBody>
      </p:sp>
      <p:sp>
        <p:nvSpPr>
          <p:cNvPr id="3" name="Inhaltsplatzhalter 2"/>
          <p:cNvSpPr>
            <a:spLocks noGrp="1"/>
          </p:cNvSpPr>
          <p:nvPr>
            <p:ph idx="1"/>
          </p:nvPr>
        </p:nvSpPr>
        <p:spPr/>
        <p:txBody>
          <a:bodyPr/>
          <a:lstStyle/>
          <a:p>
            <a:r>
              <a:rPr lang="fr-CH" smtClean="0"/>
              <a:t>Lorsque</a:t>
            </a:r>
            <a:r>
              <a:rPr lang="fr-CH"/>
              <a:t>, sur la base de la vérification de la </a:t>
            </a:r>
            <a:r>
              <a:rPr lang="fr-CH" smtClean="0"/>
              <a:t>déclaration, la douane détermine un </a:t>
            </a:r>
            <a:r>
              <a:rPr lang="fr-CH"/>
              <a:t>montant de droits à l’importation </a:t>
            </a:r>
            <a:r>
              <a:rPr lang="fr-CH" smtClean="0"/>
              <a:t>qui est supérieur au montant déclaré, la douane accorde la mainlevée seulement après que la différence «montant déclaré-montant constaté» est garanti.</a:t>
            </a:r>
          </a:p>
          <a:p>
            <a:r>
              <a:rPr lang="fr-CH" smtClean="0"/>
              <a:t>Lorsqu’il n’est pas clarifié </a:t>
            </a:r>
            <a:r>
              <a:rPr lang="fr-CH"/>
              <a:t>si des mesures de prohibition ou de restriction s’appliquent </a:t>
            </a:r>
            <a:r>
              <a:rPr lang="fr-CH" smtClean="0"/>
              <a:t>et </a:t>
            </a:r>
            <a:r>
              <a:rPr lang="fr-CH"/>
              <a:t>que cette question ne peut être tranchée tant que les résultats des contrôles </a:t>
            </a:r>
            <a:r>
              <a:rPr lang="fr-CH" smtClean="0"/>
              <a:t>sont disponibles, la mainlevée ne peut pas être octroyée.</a:t>
            </a:r>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19</a:t>
            </a:fld>
            <a:endParaRPr lang="lb-LU"/>
          </a:p>
        </p:txBody>
      </p:sp>
    </p:spTree>
    <p:extLst>
      <p:ext uri="{BB962C8B-B14F-4D97-AF65-F5344CB8AC3E}">
        <p14:creationId xmlns:p14="http://schemas.microsoft.com/office/powerpoint/2010/main" val="1060150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endParaRPr lang="fr-FR"/>
          </a:p>
        </p:txBody>
      </p:sp>
      <p:sp>
        <p:nvSpPr>
          <p:cNvPr id="3" name="Inhaltsplatzhalter 2"/>
          <p:cNvSpPr>
            <a:spLocks noGrp="1"/>
          </p:cNvSpPr>
          <p:nvPr>
            <p:ph idx="1"/>
          </p:nvPr>
        </p:nvSpPr>
        <p:spPr/>
        <p:txBody>
          <a:bodyPr/>
          <a:lstStyle/>
          <a:p>
            <a:endParaRPr lang="fr-FR"/>
          </a:p>
        </p:txBody>
      </p:sp>
      <p:sp>
        <p:nvSpPr>
          <p:cNvPr id="4" name="Foliennummernplatzhalter 3"/>
          <p:cNvSpPr>
            <a:spLocks noGrp="1"/>
          </p:cNvSpPr>
          <p:nvPr>
            <p:ph type="sldNum" sz="quarter" idx="12"/>
          </p:nvPr>
        </p:nvSpPr>
        <p:spPr/>
        <p:txBody>
          <a:bodyPr/>
          <a:lstStyle/>
          <a:p>
            <a:fld id="{C58F520E-0D3C-4C73-96DF-B271C0F692B0}" type="slidenum">
              <a:rPr lang="lb-LU" smtClean="0"/>
              <a:t>20</a:t>
            </a:fld>
            <a:endParaRPr lang="lb-LU"/>
          </a:p>
        </p:txBody>
      </p:sp>
      <p:pic>
        <p:nvPicPr>
          <p:cNvPr id="5" name="Inhaltsplatzhalter 4"/>
          <p:cNvPicPr>
            <a:picLocks noChangeAspect="1"/>
          </p:cNvPicPr>
          <p:nvPr/>
        </p:nvPicPr>
        <p:blipFill>
          <a:blip r:embed="rId2"/>
          <a:stretch>
            <a:fillRect/>
          </a:stretch>
        </p:blipFill>
        <p:spPr>
          <a:xfrm>
            <a:off x="5180838" y="3751688"/>
            <a:ext cx="1830324" cy="1929384"/>
          </a:xfrm>
          <a:prstGeom prst="rect">
            <a:avLst/>
          </a:prstGeom>
        </p:spPr>
      </p:pic>
      <p:sp>
        <p:nvSpPr>
          <p:cNvPr id="6" name="Rechteck 5"/>
          <p:cNvSpPr/>
          <p:nvPr/>
        </p:nvSpPr>
        <p:spPr>
          <a:xfrm>
            <a:off x="4838765" y="3244334"/>
            <a:ext cx="2514471" cy="707886"/>
          </a:xfrm>
          <a:prstGeom prst="rect">
            <a:avLst/>
          </a:prstGeom>
        </p:spPr>
        <p:txBody>
          <a:bodyPr wrap="none">
            <a:spAutoFit/>
          </a:bodyPr>
          <a:lstStyle/>
          <a:p>
            <a:pPr algn="ctr"/>
            <a:r>
              <a:rPr lang="de-LU" sz="4000">
                <a:solidFill>
                  <a:srgbClr val="000000"/>
                </a:solidFill>
                <a:latin typeface="Calibri" panose="020F0502020204030204" pitchFamily="34" charset="0"/>
              </a:rPr>
              <a:t>Questions?</a:t>
            </a:r>
          </a:p>
        </p:txBody>
      </p:sp>
    </p:spTree>
    <p:extLst>
      <p:ext uri="{BB962C8B-B14F-4D97-AF65-F5344CB8AC3E}">
        <p14:creationId xmlns:p14="http://schemas.microsoft.com/office/powerpoint/2010/main" val="208161318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1547</Words>
  <Application>Microsoft Office PowerPoint</Application>
  <PresentationFormat>Widescreen</PresentationFormat>
  <Paragraphs>112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Calibri Light</vt:lpstr>
      <vt:lpstr>Thème Office</vt:lpstr>
      <vt:lpstr>Vérification</vt:lpstr>
      <vt:lpstr>La vérification de la déclaration douanière</vt:lpstr>
      <vt:lpstr>L’aspect fiscal </vt:lpstr>
      <vt:lpstr>Le volet « Prohibitions et restrictions »</vt:lpstr>
      <vt:lpstr>La surveillance de la politique commerciale et des flux commerciaux</vt:lpstr>
      <vt:lpstr>Généralités</vt:lpstr>
      <vt:lpstr>Moyens de vérification</vt:lpstr>
      <vt:lpstr>Examen des marchandises 1/2</vt:lpstr>
      <vt:lpstr>Examen des marchandises 2/2</vt:lpstr>
      <vt:lpstr>Examen partiel</vt:lpstr>
      <vt:lpstr>Prélèvement d’échantillons 1/2</vt:lpstr>
      <vt:lpstr>Prélèvement d’échantillons 2/2</vt:lpstr>
      <vt:lpstr>Examen des échantillons</vt:lpstr>
      <vt:lpstr>Cas dans lesquels la restitution des échantillons n’est pas possible</vt:lpstr>
      <vt:lpstr>Constitution d’une garantie</vt:lpstr>
      <vt:lpstr>Résultat de la vérification 1/2</vt:lpstr>
      <vt:lpstr>Résultat de la vérification 2/2</vt:lpstr>
      <vt:lpstr>Mesures d’identification</vt:lpstr>
      <vt:lpstr>Mainlevée des marchandises après vérification</vt:lpstr>
      <vt:lpstr>PowerPoint Presentation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schweitzer</cp:lastModifiedBy>
  <cp:revision>251</cp:revision>
  <cp:lastPrinted>2022-09-28T15:53:19Z</cp:lastPrinted>
  <dcterms:created xsi:type="dcterms:W3CDTF">2018-09-26T09:04:10Z</dcterms:created>
  <dcterms:modified xsi:type="dcterms:W3CDTF">2024-10-04T08:00:26Z</dcterms:modified>
</cp:coreProperties>
</file>