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4" r:id="rId9"/>
  </p:sldIdLst>
  <p:sldSz cx="12192000" cy="6858000"/>
  <p:notesSz cx="6797675" cy="9926638"/>
  <p:defaultTextStyle>
    <a:defPPr>
      <a:defRPr lang="lb-L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9C7B4F-934B-4D14-826A-A7708455A20A}" v="236" dt="2020-06-01T07:10:30.954"/>
    <p1510:client id="{E76598A3-A913-4822-A8F1-CB075C0F86B7}" v="3" dt="2020-06-01T12:24:58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27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Relationship Id="rId1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lph kemp" userId="b9b5e5f6d19aaab0" providerId="LiveId" clId="{A29C7B4F-934B-4D14-826A-A7708455A20A}"/>
    <pc:docChg chg="undo custSel mod addSld delSld modSld sldOrd">
      <pc:chgData name="ralph kemp" userId="b9b5e5f6d19aaab0" providerId="LiveId" clId="{A29C7B4F-934B-4D14-826A-A7708455A20A}" dt="2020-06-01T07:11:13.518" v="7318" actId="20577"/>
      <pc:docMkLst>
        <pc:docMk/>
      </pc:docMkLst>
      <pc:sldChg chg="del">
        <pc:chgData name="ralph kemp" userId="b9b5e5f6d19aaab0" providerId="LiveId" clId="{A29C7B4F-934B-4D14-826A-A7708455A20A}" dt="2020-06-01T06:00:07.425" v="5949" actId="2696"/>
        <pc:sldMkLst>
          <pc:docMk/>
          <pc:sldMk cId="786570699" sldId="257"/>
        </pc:sldMkLst>
      </pc:sldChg>
      <pc:sldChg chg="del">
        <pc:chgData name="ralph kemp" userId="b9b5e5f6d19aaab0" providerId="LiveId" clId="{A29C7B4F-934B-4D14-826A-A7708455A20A}" dt="2020-06-01T06:00:46.035" v="5951" actId="2696"/>
        <pc:sldMkLst>
          <pc:docMk/>
          <pc:sldMk cId="1824659767" sldId="258"/>
        </pc:sldMkLst>
      </pc:sldChg>
      <pc:sldChg chg="modSp mod">
        <pc:chgData name="ralph kemp" userId="b9b5e5f6d19aaab0" providerId="LiveId" clId="{A29C7B4F-934B-4D14-826A-A7708455A20A}" dt="2020-06-01T06:04:01.849" v="6035" actId="1076"/>
        <pc:sldMkLst>
          <pc:docMk/>
          <pc:sldMk cId="2363639681" sldId="259"/>
        </pc:sldMkLst>
        <pc:spChg chg="mod">
          <ac:chgData name="ralph kemp" userId="b9b5e5f6d19aaab0" providerId="LiveId" clId="{A29C7B4F-934B-4D14-826A-A7708455A20A}" dt="2020-06-01T06:04:01.849" v="6035" actId="1076"/>
          <ac:spMkLst>
            <pc:docMk/>
            <pc:sldMk cId="2363639681" sldId="259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6:03:53.567" v="6033" actId="1076"/>
          <ac:spMkLst>
            <pc:docMk/>
            <pc:sldMk cId="2363639681" sldId="259"/>
            <ac:spMk id="3" creationId="{00000000-0000-0000-0000-000000000000}"/>
          </ac:spMkLst>
        </pc:spChg>
      </pc:sldChg>
      <pc:sldChg chg="modSp del mod">
        <pc:chgData name="ralph kemp" userId="b9b5e5f6d19aaab0" providerId="LiveId" clId="{A29C7B4F-934B-4D14-826A-A7708455A20A}" dt="2020-06-01T06:02:29.076" v="5965" actId="2696"/>
        <pc:sldMkLst>
          <pc:docMk/>
          <pc:sldMk cId="1880347331" sldId="260"/>
        </pc:sldMkLst>
        <pc:spChg chg="mod">
          <ac:chgData name="ralph kemp" userId="b9b5e5f6d19aaab0" providerId="LiveId" clId="{A29C7B4F-934B-4D14-826A-A7708455A20A}" dt="2020-06-01T06:02:07.812" v="5960" actId="21"/>
          <ac:spMkLst>
            <pc:docMk/>
            <pc:sldMk cId="1880347331" sldId="260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6-01T06:11:36.112" v="6188" actId="27636"/>
        <pc:sldMkLst>
          <pc:docMk/>
          <pc:sldMk cId="2701221404" sldId="261"/>
        </pc:sldMkLst>
        <pc:spChg chg="mod">
          <ac:chgData name="ralph kemp" userId="b9b5e5f6d19aaab0" providerId="LiveId" clId="{A29C7B4F-934B-4D14-826A-A7708455A20A}" dt="2020-06-01T06:05:37.980" v="6070" actId="20577"/>
          <ac:spMkLst>
            <pc:docMk/>
            <pc:sldMk cId="2701221404" sldId="261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6:11:36.112" v="6188" actId="27636"/>
          <ac:spMkLst>
            <pc:docMk/>
            <pc:sldMk cId="2701221404" sldId="261"/>
            <ac:spMk id="3" creationId="{00000000-0000-0000-0000-000000000000}"/>
          </ac:spMkLst>
        </pc:spChg>
      </pc:sldChg>
      <pc:sldChg chg="modSp del mod">
        <pc:chgData name="ralph kemp" userId="b9b5e5f6d19aaab0" providerId="LiveId" clId="{A29C7B4F-934B-4D14-826A-A7708455A20A}" dt="2020-06-01T06:09:57.881" v="6173" actId="2696"/>
        <pc:sldMkLst>
          <pc:docMk/>
          <pc:sldMk cId="86556387" sldId="262"/>
        </pc:sldMkLst>
        <pc:spChg chg="mod">
          <ac:chgData name="ralph kemp" userId="b9b5e5f6d19aaab0" providerId="LiveId" clId="{A29C7B4F-934B-4D14-826A-A7708455A20A}" dt="2020-06-01T06:07:34.076" v="6135" actId="21"/>
          <ac:spMkLst>
            <pc:docMk/>
            <pc:sldMk cId="86556387" sldId="262"/>
            <ac:spMk id="3" creationId="{00000000-0000-0000-0000-000000000000}"/>
          </ac:spMkLst>
        </pc:spChg>
      </pc:sldChg>
      <pc:sldChg chg="delSp modSp mod">
        <pc:chgData name="ralph kemp" userId="b9b5e5f6d19aaab0" providerId="LiveId" clId="{A29C7B4F-934B-4D14-826A-A7708455A20A}" dt="2020-06-01T06:13:12.174" v="6235" actId="1076"/>
        <pc:sldMkLst>
          <pc:docMk/>
          <pc:sldMk cId="2547356398" sldId="263"/>
        </pc:sldMkLst>
        <pc:spChg chg="mod">
          <ac:chgData name="ralph kemp" userId="b9b5e5f6d19aaab0" providerId="LiveId" clId="{A29C7B4F-934B-4D14-826A-A7708455A20A}" dt="2020-06-01T06:13:12.174" v="6235" actId="1076"/>
          <ac:spMkLst>
            <pc:docMk/>
            <pc:sldMk cId="2547356398" sldId="263"/>
            <ac:spMk id="3" creationId="{00000000-0000-0000-0000-000000000000}"/>
          </ac:spMkLst>
        </pc:spChg>
        <pc:picChg chg="del">
          <ac:chgData name="ralph kemp" userId="b9b5e5f6d19aaab0" providerId="LiveId" clId="{A29C7B4F-934B-4D14-826A-A7708455A20A}" dt="2020-06-01T06:10:40.541" v="6178" actId="478"/>
          <ac:picMkLst>
            <pc:docMk/>
            <pc:sldMk cId="2547356398" sldId="263"/>
            <ac:picMk id="5" creationId="{00000000-0000-0000-0000-000000000000}"/>
          </ac:picMkLst>
        </pc:picChg>
      </pc:sldChg>
      <pc:sldChg chg="modSp mod">
        <pc:chgData name="ralph kemp" userId="b9b5e5f6d19aaab0" providerId="LiveId" clId="{A29C7B4F-934B-4D14-826A-A7708455A20A}" dt="2020-06-01T06:10:35.426" v="6177" actId="1076"/>
        <pc:sldMkLst>
          <pc:docMk/>
          <pc:sldMk cId="862864849" sldId="264"/>
        </pc:sldMkLst>
        <pc:spChg chg="mod">
          <ac:chgData name="ralph kemp" userId="b9b5e5f6d19aaab0" providerId="LiveId" clId="{A29C7B4F-934B-4D14-826A-A7708455A20A}" dt="2020-06-01T06:09:27.166" v="6171" actId="20577"/>
          <ac:spMkLst>
            <pc:docMk/>
            <pc:sldMk cId="862864849" sldId="264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6:10:24.152" v="6175" actId="122"/>
          <ac:spMkLst>
            <pc:docMk/>
            <pc:sldMk cId="862864849" sldId="264"/>
            <ac:spMk id="3" creationId="{00000000-0000-0000-0000-000000000000}"/>
          </ac:spMkLst>
        </pc:spChg>
        <pc:picChg chg="mod">
          <ac:chgData name="ralph kemp" userId="b9b5e5f6d19aaab0" providerId="LiveId" clId="{A29C7B4F-934B-4D14-826A-A7708455A20A}" dt="2020-06-01T06:10:35.426" v="6177" actId="1076"/>
          <ac:picMkLst>
            <pc:docMk/>
            <pc:sldMk cId="862864849" sldId="264"/>
            <ac:picMk id="5" creationId="{00000000-0000-0000-0000-000000000000}"/>
          </ac:picMkLst>
        </pc:picChg>
      </pc:sldChg>
      <pc:sldChg chg="modSp mod">
        <pc:chgData name="ralph kemp" userId="b9b5e5f6d19aaab0" providerId="LiveId" clId="{A29C7B4F-934B-4D14-826A-A7708455A20A}" dt="2020-06-01T06:15:16.891" v="6252" actId="20577"/>
        <pc:sldMkLst>
          <pc:docMk/>
          <pc:sldMk cId="1073301653" sldId="265"/>
        </pc:sldMkLst>
        <pc:spChg chg="mod">
          <ac:chgData name="ralph kemp" userId="b9b5e5f6d19aaab0" providerId="LiveId" clId="{A29C7B4F-934B-4D14-826A-A7708455A20A}" dt="2020-06-01T06:15:16.891" v="6252" actId="20577"/>
          <ac:spMkLst>
            <pc:docMk/>
            <pc:sldMk cId="1073301653" sldId="265"/>
            <ac:spMk id="2" creationId="{00000000-0000-0000-0000-000000000000}"/>
          </ac:spMkLst>
        </pc:spChg>
        <pc:graphicFrameChg chg="mod">
          <ac:chgData name="ralph kemp" userId="b9b5e5f6d19aaab0" providerId="LiveId" clId="{A29C7B4F-934B-4D14-826A-A7708455A20A}" dt="2020-06-01T06:14:43.175" v="6246" actId="6559"/>
          <ac:graphicFrameMkLst>
            <pc:docMk/>
            <pc:sldMk cId="1073301653" sldId="265"/>
            <ac:graphicFrameMk id="5" creationId="{00000000-0000-0000-0000-000000000000}"/>
          </ac:graphicFrameMkLst>
        </pc:graphicFrameChg>
      </pc:sldChg>
      <pc:sldChg chg="modSp">
        <pc:chgData name="ralph kemp" userId="b9b5e5f6d19aaab0" providerId="LiveId" clId="{A29C7B4F-934B-4D14-826A-A7708455A20A}" dt="2020-06-01T06:16:44.964" v="6271" actId="6559"/>
        <pc:sldMkLst>
          <pc:docMk/>
          <pc:sldMk cId="4241626609" sldId="266"/>
        </pc:sldMkLst>
        <pc:graphicFrameChg chg="mod">
          <ac:chgData name="ralph kemp" userId="b9b5e5f6d19aaab0" providerId="LiveId" clId="{A29C7B4F-934B-4D14-826A-A7708455A20A}" dt="2020-06-01T06:16:44.964" v="6271" actId="6559"/>
          <ac:graphicFrameMkLst>
            <pc:docMk/>
            <pc:sldMk cId="4241626609" sldId="266"/>
            <ac:graphicFrameMk id="5" creationId="{00000000-0000-0000-0000-000000000000}"/>
          </ac:graphicFrameMkLst>
        </pc:graphicFrameChg>
      </pc:sldChg>
      <pc:sldChg chg="modSp mod">
        <pc:chgData name="ralph kemp" userId="b9b5e5f6d19aaab0" providerId="LiveId" clId="{A29C7B4F-934B-4D14-826A-A7708455A20A}" dt="2020-06-01T06:18:02.528" v="6315" actId="1076"/>
        <pc:sldMkLst>
          <pc:docMk/>
          <pc:sldMk cId="408362590" sldId="267"/>
        </pc:sldMkLst>
        <pc:spChg chg="mod">
          <ac:chgData name="ralph kemp" userId="b9b5e5f6d19aaab0" providerId="LiveId" clId="{A29C7B4F-934B-4D14-826A-A7708455A20A}" dt="2020-06-01T06:18:02.528" v="6315" actId="1076"/>
          <ac:spMkLst>
            <pc:docMk/>
            <pc:sldMk cId="408362590" sldId="267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6:17:59.188" v="6314" actId="1076"/>
          <ac:spMkLst>
            <pc:docMk/>
            <pc:sldMk cId="408362590" sldId="267"/>
            <ac:spMk id="3" creationId="{00000000-0000-0000-0000-000000000000}"/>
          </ac:spMkLst>
        </pc:spChg>
      </pc:sldChg>
      <pc:sldChg chg="del">
        <pc:chgData name="ralph kemp" userId="b9b5e5f6d19aaab0" providerId="LiveId" clId="{A29C7B4F-934B-4D14-826A-A7708455A20A}" dt="2020-06-01T06:18:58.945" v="6316" actId="2696"/>
        <pc:sldMkLst>
          <pc:docMk/>
          <pc:sldMk cId="2168527577" sldId="268"/>
        </pc:sldMkLst>
      </pc:sldChg>
      <pc:sldChg chg="del">
        <pc:chgData name="ralph kemp" userId="b9b5e5f6d19aaab0" providerId="LiveId" clId="{A29C7B4F-934B-4D14-826A-A7708455A20A}" dt="2020-06-01T06:18:58.945" v="6316" actId="2696"/>
        <pc:sldMkLst>
          <pc:docMk/>
          <pc:sldMk cId="4177723236" sldId="269"/>
        </pc:sldMkLst>
      </pc:sldChg>
      <pc:sldChg chg="del">
        <pc:chgData name="ralph kemp" userId="b9b5e5f6d19aaab0" providerId="LiveId" clId="{A29C7B4F-934B-4D14-826A-A7708455A20A}" dt="2020-06-01T06:18:58.945" v="6316" actId="2696"/>
        <pc:sldMkLst>
          <pc:docMk/>
          <pc:sldMk cId="4037132285" sldId="270"/>
        </pc:sldMkLst>
      </pc:sldChg>
      <pc:sldChg chg="modSp mod">
        <pc:chgData name="ralph kemp" userId="b9b5e5f6d19aaab0" providerId="LiveId" clId="{A29C7B4F-934B-4D14-826A-A7708455A20A}" dt="2020-06-01T06:20:38.098" v="6356" actId="20577"/>
        <pc:sldMkLst>
          <pc:docMk/>
          <pc:sldMk cId="346588168" sldId="271"/>
        </pc:sldMkLst>
        <pc:spChg chg="mod">
          <ac:chgData name="ralph kemp" userId="b9b5e5f6d19aaab0" providerId="LiveId" clId="{A29C7B4F-934B-4D14-826A-A7708455A20A}" dt="2020-06-01T06:20:38.098" v="6356" actId="20577"/>
          <ac:spMkLst>
            <pc:docMk/>
            <pc:sldMk cId="346588168" sldId="271"/>
            <ac:spMk id="2" creationId="{00000000-0000-0000-0000-000000000000}"/>
          </ac:spMkLst>
        </pc:spChg>
      </pc:sldChg>
      <pc:sldChg chg="modSp">
        <pc:chgData name="ralph kemp" userId="b9b5e5f6d19aaab0" providerId="LiveId" clId="{A29C7B4F-934B-4D14-826A-A7708455A20A}" dt="2020-06-01T06:24:45.460" v="6500" actId="20577"/>
        <pc:sldMkLst>
          <pc:docMk/>
          <pc:sldMk cId="1755588568" sldId="272"/>
        </pc:sldMkLst>
        <pc:graphicFrameChg chg="mod">
          <ac:chgData name="ralph kemp" userId="b9b5e5f6d19aaab0" providerId="LiveId" clId="{A29C7B4F-934B-4D14-826A-A7708455A20A}" dt="2020-06-01T06:24:45.460" v="6500" actId="20577"/>
          <ac:graphicFrameMkLst>
            <pc:docMk/>
            <pc:sldMk cId="1755588568" sldId="272"/>
            <ac:graphicFrameMk id="5" creationId="{00000000-0000-0000-0000-000000000000}"/>
          </ac:graphicFrameMkLst>
        </pc:graphicFrameChg>
      </pc:sldChg>
      <pc:sldChg chg="modSp mod">
        <pc:chgData name="ralph kemp" userId="b9b5e5f6d19aaab0" providerId="LiveId" clId="{A29C7B4F-934B-4D14-826A-A7708455A20A}" dt="2020-06-01T06:43:58.152" v="6846" actId="20577"/>
        <pc:sldMkLst>
          <pc:docMk/>
          <pc:sldMk cId="3918976556" sldId="273"/>
        </pc:sldMkLst>
        <pc:spChg chg="mod">
          <ac:chgData name="ralph kemp" userId="b9b5e5f6d19aaab0" providerId="LiveId" clId="{A29C7B4F-934B-4D14-826A-A7708455A20A}" dt="2020-06-01T06:43:58.152" v="6846" actId="20577"/>
          <ac:spMkLst>
            <pc:docMk/>
            <pc:sldMk cId="3918976556" sldId="273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6:28:52.377" v="6570" actId="14100"/>
          <ac:spMkLst>
            <pc:docMk/>
            <pc:sldMk cId="3918976556" sldId="273"/>
            <ac:spMk id="3" creationId="{00000000-0000-0000-0000-000000000000}"/>
          </ac:spMkLst>
        </pc:spChg>
        <pc:spChg chg="mod">
          <ac:chgData name="ralph kemp" userId="b9b5e5f6d19aaab0" providerId="LiveId" clId="{A29C7B4F-934B-4D14-826A-A7708455A20A}" dt="2020-06-01T06:27:35.062" v="6564" actId="1076"/>
          <ac:spMkLst>
            <pc:docMk/>
            <pc:sldMk cId="3918976556" sldId="273"/>
            <ac:spMk id="6" creationId="{00000000-0000-0000-0000-000000000000}"/>
          </ac:spMkLst>
        </pc:spChg>
        <pc:picChg chg="mod">
          <ac:chgData name="ralph kemp" userId="b9b5e5f6d19aaab0" providerId="LiveId" clId="{A29C7B4F-934B-4D14-826A-A7708455A20A}" dt="2020-06-01T06:27:39.308" v="6565" actId="1076"/>
          <ac:picMkLst>
            <pc:docMk/>
            <pc:sldMk cId="3918976556" sldId="273"/>
            <ac:picMk id="5" creationId="{00000000-0000-0000-0000-000000000000}"/>
          </ac:picMkLst>
        </pc:picChg>
      </pc:sldChg>
      <pc:sldChg chg="modSp mod">
        <pc:chgData name="ralph kemp" userId="b9b5e5f6d19aaab0" providerId="LiveId" clId="{A29C7B4F-934B-4D14-826A-A7708455A20A}" dt="2020-06-01T06:31:49.966" v="6608" actId="1076"/>
        <pc:sldMkLst>
          <pc:docMk/>
          <pc:sldMk cId="1875805434" sldId="274"/>
        </pc:sldMkLst>
        <pc:spChg chg="mod">
          <ac:chgData name="ralph kemp" userId="b9b5e5f6d19aaab0" providerId="LiveId" clId="{A29C7B4F-934B-4D14-826A-A7708455A20A}" dt="2020-06-01T06:31:30.043" v="6607" actId="20577"/>
          <ac:spMkLst>
            <pc:docMk/>
            <pc:sldMk cId="1875805434" sldId="274"/>
            <ac:spMk id="3" creationId="{00000000-0000-0000-0000-000000000000}"/>
          </ac:spMkLst>
        </pc:spChg>
        <pc:spChg chg="mod">
          <ac:chgData name="ralph kemp" userId="b9b5e5f6d19aaab0" providerId="LiveId" clId="{A29C7B4F-934B-4D14-826A-A7708455A20A}" dt="2020-06-01T06:29:52.009" v="6590" actId="1076"/>
          <ac:spMkLst>
            <pc:docMk/>
            <pc:sldMk cId="1875805434" sldId="274"/>
            <ac:spMk id="6" creationId="{00000000-0000-0000-0000-000000000000}"/>
          </ac:spMkLst>
        </pc:spChg>
        <pc:picChg chg="mod">
          <ac:chgData name="ralph kemp" userId="b9b5e5f6d19aaab0" providerId="LiveId" clId="{A29C7B4F-934B-4D14-826A-A7708455A20A}" dt="2020-06-01T06:31:49.966" v="6608" actId="1076"/>
          <ac:picMkLst>
            <pc:docMk/>
            <pc:sldMk cId="1875805434" sldId="274"/>
            <ac:picMk id="5" creationId="{00000000-0000-0000-0000-000000000000}"/>
          </ac:picMkLst>
        </pc:picChg>
      </pc:sldChg>
      <pc:sldChg chg="modSp del mod">
        <pc:chgData name="ralph kemp" userId="b9b5e5f6d19aaab0" providerId="LiveId" clId="{A29C7B4F-934B-4D14-826A-A7708455A20A}" dt="2020-06-01T06:31:58.810" v="6609" actId="2696"/>
        <pc:sldMkLst>
          <pc:docMk/>
          <pc:sldMk cId="2496809258" sldId="275"/>
        </pc:sldMkLst>
        <pc:spChg chg="mod">
          <ac:chgData name="ralph kemp" userId="b9b5e5f6d19aaab0" providerId="LiveId" clId="{A29C7B4F-934B-4D14-826A-A7708455A20A}" dt="2020-06-01T06:30:07.337" v="6591" actId="255"/>
          <ac:spMkLst>
            <pc:docMk/>
            <pc:sldMk cId="2496809258" sldId="275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6-01T06:35:28.296" v="6721" actId="1076"/>
        <pc:sldMkLst>
          <pc:docMk/>
          <pc:sldMk cId="515912946" sldId="276"/>
        </pc:sldMkLst>
        <pc:spChg chg="mod">
          <ac:chgData name="ralph kemp" userId="b9b5e5f6d19aaab0" providerId="LiveId" clId="{A29C7B4F-934B-4D14-826A-A7708455A20A}" dt="2020-06-01T06:35:10.264" v="6715" actId="20577"/>
          <ac:spMkLst>
            <pc:docMk/>
            <pc:sldMk cId="515912946" sldId="276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6:35:22.832" v="6720" actId="20577"/>
          <ac:spMkLst>
            <pc:docMk/>
            <pc:sldMk cId="515912946" sldId="276"/>
            <ac:spMk id="3" creationId="{00000000-0000-0000-0000-000000000000}"/>
          </ac:spMkLst>
        </pc:spChg>
        <pc:picChg chg="mod">
          <ac:chgData name="ralph kemp" userId="b9b5e5f6d19aaab0" providerId="LiveId" clId="{A29C7B4F-934B-4D14-826A-A7708455A20A}" dt="2020-06-01T06:35:28.296" v="6721" actId="1076"/>
          <ac:picMkLst>
            <pc:docMk/>
            <pc:sldMk cId="515912946" sldId="276"/>
            <ac:picMk id="5" creationId="{00000000-0000-0000-0000-000000000000}"/>
          </ac:picMkLst>
        </pc:picChg>
      </pc:sldChg>
      <pc:sldChg chg="modSp mod">
        <pc:chgData name="ralph kemp" userId="b9b5e5f6d19aaab0" providerId="LiveId" clId="{A29C7B4F-934B-4D14-826A-A7708455A20A}" dt="2020-06-01T06:47:46.243" v="6980" actId="20577"/>
        <pc:sldMkLst>
          <pc:docMk/>
          <pc:sldMk cId="1072159602" sldId="277"/>
        </pc:sldMkLst>
        <pc:spChg chg="mod">
          <ac:chgData name="ralph kemp" userId="b9b5e5f6d19aaab0" providerId="LiveId" clId="{A29C7B4F-934B-4D14-826A-A7708455A20A}" dt="2020-06-01T06:47:46.243" v="6980" actId="20577"/>
          <ac:spMkLst>
            <pc:docMk/>
            <pc:sldMk cId="1072159602" sldId="277"/>
            <ac:spMk id="3" creationId="{00000000-0000-0000-0000-000000000000}"/>
          </ac:spMkLst>
        </pc:spChg>
      </pc:sldChg>
      <pc:sldChg chg="addSp modSp mod">
        <pc:chgData name="ralph kemp" userId="b9b5e5f6d19aaab0" providerId="LiveId" clId="{A29C7B4F-934B-4D14-826A-A7708455A20A}" dt="2020-06-01T06:51:43.421" v="7038" actId="12"/>
        <pc:sldMkLst>
          <pc:docMk/>
          <pc:sldMk cId="3241968902" sldId="278"/>
        </pc:sldMkLst>
        <pc:spChg chg="mod">
          <ac:chgData name="ralph kemp" userId="b9b5e5f6d19aaab0" providerId="LiveId" clId="{A29C7B4F-934B-4D14-826A-A7708455A20A}" dt="2020-06-01T06:47:55.803" v="6991" actId="20577"/>
          <ac:spMkLst>
            <pc:docMk/>
            <pc:sldMk cId="3241968902" sldId="278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6:51:43.421" v="7038" actId="12"/>
          <ac:spMkLst>
            <pc:docMk/>
            <pc:sldMk cId="3241968902" sldId="278"/>
            <ac:spMk id="3" creationId="{00000000-0000-0000-0000-000000000000}"/>
          </ac:spMkLst>
        </pc:spChg>
        <pc:spChg chg="add mod">
          <ac:chgData name="ralph kemp" userId="b9b5e5f6d19aaab0" providerId="LiveId" clId="{A29C7B4F-934B-4D14-826A-A7708455A20A}" dt="2020-06-01T06:50:05.705" v="7016" actId="1076"/>
          <ac:spMkLst>
            <pc:docMk/>
            <pc:sldMk cId="3241968902" sldId="278"/>
            <ac:spMk id="7" creationId="{3BB4215C-FEF4-4B2D-B321-6FDB6262D68C}"/>
          </ac:spMkLst>
        </pc:spChg>
        <pc:picChg chg="add mod">
          <ac:chgData name="ralph kemp" userId="b9b5e5f6d19aaab0" providerId="LiveId" clId="{A29C7B4F-934B-4D14-826A-A7708455A20A}" dt="2020-06-01T06:49:31.088" v="7009" actId="1076"/>
          <ac:picMkLst>
            <pc:docMk/>
            <pc:sldMk cId="3241968902" sldId="278"/>
            <ac:picMk id="5" creationId="{B6437AC0-7DE3-4A0D-AF27-FDD6A63C6D4D}"/>
          </ac:picMkLst>
        </pc:picChg>
        <pc:picChg chg="add mod">
          <ac:chgData name="ralph kemp" userId="b9b5e5f6d19aaab0" providerId="LiveId" clId="{A29C7B4F-934B-4D14-826A-A7708455A20A}" dt="2020-06-01T06:49:50.067" v="7013" actId="1076"/>
          <ac:picMkLst>
            <pc:docMk/>
            <pc:sldMk cId="3241968902" sldId="278"/>
            <ac:picMk id="6" creationId="{7D5D0A39-54C3-409E-AFB5-AF2EEF5ACA40}"/>
          </ac:picMkLst>
        </pc:picChg>
        <pc:picChg chg="add mod">
          <ac:chgData name="ralph kemp" userId="b9b5e5f6d19aaab0" providerId="LiveId" clId="{A29C7B4F-934B-4D14-826A-A7708455A20A}" dt="2020-06-01T06:50:22.365" v="7019" actId="1076"/>
          <ac:picMkLst>
            <pc:docMk/>
            <pc:sldMk cId="3241968902" sldId="278"/>
            <ac:picMk id="8" creationId="{A5B2B31F-9D33-487A-85A2-8E397094A9B0}"/>
          </ac:picMkLst>
        </pc:picChg>
      </pc:sldChg>
      <pc:sldChg chg="delSp modSp del mod">
        <pc:chgData name="ralph kemp" userId="b9b5e5f6d19aaab0" providerId="LiveId" clId="{A29C7B4F-934B-4D14-826A-A7708455A20A}" dt="2020-06-01T06:50:37.075" v="7021" actId="2696"/>
        <pc:sldMkLst>
          <pc:docMk/>
          <pc:sldMk cId="1582153969" sldId="279"/>
        </pc:sldMkLst>
        <pc:spChg chg="mod">
          <ac:chgData name="ralph kemp" userId="b9b5e5f6d19aaab0" providerId="LiveId" clId="{A29C7B4F-934B-4D14-826A-A7708455A20A}" dt="2020-06-01T06:48:22.740" v="6995" actId="21"/>
          <ac:spMkLst>
            <pc:docMk/>
            <pc:sldMk cId="1582153969" sldId="279"/>
            <ac:spMk id="3" creationId="{00000000-0000-0000-0000-000000000000}"/>
          </ac:spMkLst>
        </pc:spChg>
        <pc:spChg chg="del mod">
          <ac:chgData name="ralph kemp" userId="b9b5e5f6d19aaab0" providerId="LiveId" clId="{A29C7B4F-934B-4D14-826A-A7708455A20A}" dt="2020-06-01T06:49:55.692" v="7014" actId="21"/>
          <ac:spMkLst>
            <pc:docMk/>
            <pc:sldMk cId="1582153969" sldId="279"/>
            <ac:spMk id="7" creationId="{00000000-0000-0000-0000-000000000000}"/>
          </ac:spMkLst>
        </pc:spChg>
        <pc:spChg chg="del mod">
          <ac:chgData name="ralph kemp" userId="b9b5e5f6d19aaab0" providerId="LiveId" clId="{A29C7B4F-934B-4D14-826A-A7708455A20A}" dt="2020-06-01T06:50:10.415" v="7017" actId="21"/>
          <ac:spMkLst>
            <pc:docMk/>
            <pc:sldMk cId="1582153969" sldId="279"/>
            <ac:spMk id="8" creationId="{00000000-0000-0000-0000-000000000000}"/>
          </ac:spMkLst>
        </pc:spChg>
        <pc:picChg chg="del mod">
          <ac:chgData name="ralph kemp" userId="b9b5e5f6d19aaab0" providerId="LiveId" clId="{A29C7B4F-934B-4D14-826A-A7708455A20A}" dt="2020-06-01T06:49:18.851" v="7006" actId="21"/>
          <ac:picMkLst>
            <pc:docMk/>
            <pc:sldMk cId="1582153969" sldId="279"/>
            <ac:picMk id="5" creationId="{00000000-0000-0000-0000-000000000000}"/>
          </ac:picMkLst>
        </pc:picChg>
        <pc:picChg chg="del mod">
          <ac:chgData name="ralph kemp" userId="b9b5e5f6d19aaab0" providerId="LiveId" clId="{A29C7B4F-934B-4D14-826A-A7708455A20A}" dt="2020-06-01T06:49:36.850" v="7011" actId="21"/>
          <ac:picMkLst>
            <pc:docMk/>
            <pc:sldMk cId="1582153969" sldId="279"/>
            <ac:picMk id="6" creationId="{00000000-0000-0000-0000-000000000000}"/>
          </ac:picMkLst>
        </pc:picChg>
      </pc:sldChg>
      <pc:sldChg chg="addSp modSp mod">
        <pc:chgData name="ralph kemp" userId="b9b5e5f6d19aaab0" providerId="LiveId" clId="{A29C7B4F-934B-4D14-826A-A7708455A20A}" dt="2020-06-01T06:57:49.292" v="7104" actId="1076"/>
        <pc:sldMkLst>
          <pc:docMk/>
          <pc:sldMk cId="3582666542" sldId="280"/>
        </pc:sldMkLst>
        <pc:spChg chg="mod">
          <ac:chgData name="ralph kemp" userId="b9b5e5f6d19aaab0" providerId="LiveId" clId="{A29C7B4F-934B-4D14-826A-A7708455A20A}" dt="2020-06-01T06:57:25.603" v="7101" actId="1076"/>
          <ac:spMkLst>
            <pc:docMk/>
            <pc:sldMk cId="3582666542" sldId="280"/>
            <ac:spMk id="3" creationId="{00000000-0000-0000-0000-000000000000}"/>
          </ac:spMkLst>
        </pc:spChg>
        <pc:picChg chg="add mod modCrop">
          <ac:chgData name="ralph kemp" userId="b9b5e5f6d19aaab0" providerId="LiveId" clId="{A29C7B4F-934B-4D14-826A-A7708455A20A}" dt="2020-06-01T06:57:44.942" v="7103" actId="1076"/>
          <ac:picMkLst>
            <pc:docMk/>
            <pc:sldMk cId="3582666542" sldId="280"/>
            <ac:picMk id="5" creationId="{23F688A6-2CE9-4BF1-8E8A-EFC23C196B34}"/>
          </ac:picMkLst>
        </pc:picChg>
        <pc:picChg chg="add mod">
          <ac:chgData name="ralph kemp" userId="b9b5e5f6d19aaab0" providerId="LiveId" clId="{A29C7B4F-934B-4D14-826A-A7708455A20A}" dt="2020-06-01T06:57:49.292" v="7104" actId="1076"/>
          <ac:picMkLst>
            <pc:docMk/>
            <pc:sldMk cId="3582666542" sldId="280"/>
            <ac:picMk id="6" creationId="{84E8A3BD-AB4A-413C-B11B-F240C551AC12}"/>
          </ac:picMkLst>
        </pc:picChg>
        <pc:picChg chg="add mod">
          <ac:chgData name="ralph kemp" userId="b9b5e5f6d19aaab0" providerId="LiveId" clId="{A29C7B4F-934B-4D14-826A-A7708455A20A}" dt="2020-06-01T06:57:32.126" v="7102" actId="1076"/>
          <ac:picMkLst>
            <pc:docMk/>
            <pc:sldMk cId="3582666542" sldId="280"/>
            <ac:picMk id="7" creationId="{46761C3A-1AA8-40B3-88C2-1AF99DA66ED1}"/>
          </ac:picMkLst>
        </pc:picChg>
      </pc:sldChg>
      <pc:sldChg chg="delSp modSp del mod">
        <pc:chgData name="ralph kemp" userId="b9b5e5f6d19aaab0" providerId="LiveId" clId="{A29C7B4F-934B-4D14-826A-A7708455A20A}" dt="2020-06-01T06:56:06.272" v="7094" actId="2696"/>
        <pc:sldMkLst>
          <pc:docMk/>
          <pc:sldMk cId="1557400213" sldId="282"/>
        </pc:sldMkLst>
        <pc:spChg chg="mod">
          <ac:chgData name="ralph kemp" userId="b9b5e5f6d19aaab0" providerId="LiveId" clId="{A29C7B4F-934B-4D14-826A-A7708455A20A}" dt="2020-06-01T06:52:21.394" v="7041" actId="21"/>
          <ac:spMkLst>
            <pc:docMk/>
            <pc:sldMk cId="1557400213" sldId="282"/>
            <ac:spMk id="3" creationId="{00000000-0000-0000-0000-000000000000}"/>
          </ac:spMkLst>
        </pc:spChg>
        <pc:spChg chg="del">
          <ac:chgData name="ralph kemp" userId="b9b5e5f6d19aaab0" providerId="LiveId" clId="{A29C7B4F-934B-4D14-826A-A7708455A20A}" dt="2020-06-01T06:55:28.740" v="7088" actId="21"/>
          <ac:spMkLst>
            <pc:docMk/>
            <pc:sldMk cId="1557400213" sldId="282"/>
            <ac:spMk id="7" creationId="{00000000-0000-0000-0000-000000000000}"/>
          </ac:spMkLst>
        </pc:spChg>
        <pc:picChg chg="del">
          <ac:chgData name="ralph kemp" userId="b9b5e5f6d19aaab0" providerId="LiveId" clId="{A29C7B4F-934B-4D14-826A-A7708455A20A}" dt="2020-06-01T06:54:33.686" v="7083" actId="21"/>
          <ac:picMkLst>
            <pc:docMk/>
            <pc:sldMk cId="1557400213" sldId="282"/>
            <ac:picMk id="5" creationId="{00000000-0000-0000-0000-000000000000}"/>
          </ac:picMkLst>
        </pc:picChg>
        <pc:picChg chg="del">
          <ac:chgData name="ralph kemp" userId="b9b5e5f6d19aaab0" providerId="LiveId" clId="{A29C7B4F-934B-4D14-826A-A7708455A20A}" dt="2020-06-01T06:55:46.860" v="7091" actId="21"/>
          <ac:picMkLst>
            <pc:docMk/>
            <pc:sldMk cId="1557400213" sldId="282"/>
            <ac:picMk id="6" creationId="{00000000-0000-0000-0000-000000000000}"/>
          </ac:picMkLst>
        </pc:picChg>
      </pc:sldChg>
      <pc:sldChg chg="modSp mod">
        <pc:chgData name="ralph kemp" userId="b9b5e5f6d19aaab0" providerId="LiveId" clId="{A29C7B4F-934B-4D14-826A-A7708455A20A}" dt="2020-06-01T06:33:32.044" v="6650" actId="1076"/>
        <pc:sldMkLst>
          <pc:docMk/>
          <pc:sldMk cId="2948794998" sldId="283"/>
        </pc:sldMkLst>
        <pc:spChg chg="mod">
          <ac:chgData name="ralph kemp" userId="b9b5e5f6d19aaab0" providerId="LiveId" clId="{A29C7B4F-934B-4D14-826A-A7708455A20A}" dt="2020-06-01T06:33:32.044" v="6650" actId="1076"/>
          <ac:spMkLst>
            <pc:docMk/>
            <pc:sldMk cId="2948794998" sldId="283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6:33:25.820" v="6648" actId="1076"/>
          <ac:spMkLst>
            <pc:docMk/>
            <pc:sldMk cId="2948794998" sldId="283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6-01T06:34:12.778" v="6666" actId="1076"/>
        <pc:sldMkLst>
          <pc:docMk/>
          <pc:sldMk cId="1035910379" sldId="284"/>
        </pc:sldMkLst>
        <pc:spChg chg="mod">
          <ac:chgData name="ralph kemp" userId="b9b5e5f6d19aaab0" providerId="LiveId" clId="{A29C7B4F-934B-4D14-826A-A7708455A20A}" dt="2020-06-01T06:34:12.778" v="6666" actId="1076"/>
          <ac:spMkLst>
            <pc:docMk/>
            <pc:sldMk cId="1035910379" sldId="284"/>
            <ac:spMk id="2" creationId="{00000000-0000-0000-0000-000000000000}"/>
          </ac:spMkLst>
        </pc:spChg>
        <pc:picChg chg="mod">
          <ac:chgData name="ralph kemp" userId="b9b5e5f6d19aaab0" providerId="LiveId" clId="{A29C7B4F-934B-4D14-826A-A7708455A20A}" dt="2020-06-01T06:34:05.392" v="6665" actId="1076"/>
          <ac:picMkLst>
            <pc:docMk/>
            <pc:sldMk cId="1035910379" sldId="284"/>
            <ac:picMk id="5" creationId="{00000000-0000-0000-0000-000000000000}"/>
          </ac:picMkLst>
        </pc:picChg>
      </pc:sldChg>
      <pc:sldChg chg="del">
        <pc:chgData name="ralph kemp" userId="b9b5e5f6d19aaab0" providerId="LiveId" clId="{A29C7B4F-934B-4D14-826A-A7708455A20A}" dt="2020-06-01T06:18:58.945" v="6316" actId="2696"/>
        <pc:sldMkLst>
          <pc:docMk/>
          <pc:sldMk cId="3532394295" sldId="285"/>
        </pc:sldMkLst>
      </pc:sldChg>
      <pc:sldChg chg="del">
        <pc:chgData name="ralph kemp" userId="b9b5e5f6d19aaab0" providerId="LiveId" clId="{A29C7B4F-934B-4D14-826A-A7708455A20A}" dt="2020-06-01T06:18:58.945" v="6316" actId="2696"/>
        <pc:sldMkLst>
          <pc:docMk/>
          <pc:sldMk cId="572895228" sldId="286"/>
        </pc:sldMkLst>
      </pc:sldChg>
      <pc:sldChg chg="addSp modSp mod">
        <pc:chgData name="ralph kemp" userId="b9b5e5f6d19aaab0" providerId="LiveId" clId="{A29C7B4F-934B-4D14-826A-A7708455A20A}" dt="2020-05-31T09:06:45.806" v="1329" actId="1076"/>
        <pc:sldMkLst>
          <pc:docMk/>
          <pc:sldMk cId="1596027900" sldId="288"/>
        </pc:sldMkLst>
        <pc:spChg chg="add mod">
          <ac:chgData name="ralph kemp" userId="b9b5e5f6d19aaab0" providerId="LiveId" clId="{A29C7B4F-934B-4D14-826A-A7708455A20A}" dt="2020-05-31T09:06:45.806" v="1329" actId="1076"/>
          <ac:spMkLst>
            <pc:docMk/>
            <pc:sldMk cId="1596027900" sldId="288"/>
            <ac:spMk id="2" creationId="{7730438C-CAEF-408B-B75F-0E46E7E2CBD2}"/>
          </ac:spMkLst>
        </pc:spChg>
      </pc:sldChg>
      <pc:sldChg chg="addSp modSp mod">
        <pc:chgData name="ralph kemp" userId="b9b5e5f6d19aaab0" providerId="LiveId" clId="{A29C7B4F-934B-4D14-826A-A7708455A20A}" dt="2020-05-31T10:37:32.571" v="2766" actId="1076"/>
        <pc:sldMkLst>
          <pc:docMk/>
          <pc:sldMk cId="1944636126" sldId="289"/>
        </pc:sldMkLst>
        <pc:spChg chg="add mod">
          <ac:chgData name="ralph kemp" userId="b9b5e5f6d19aaab0" providerId="LiveId" clId="{A29C7B4F-934B-4D14-826A-A7708455A20A}" dt="2020-05-31T10:37:32.571" v="2766" actId="1076"/>
          <ac:spMkLst>
            <pc:docMk/>
            <pc:sldMk cId="1944636126" sldId="289"/>
            <ac:spMk id="2" creationId="{9D23EE6F-3010-4C13-ACE9-0862C19D2607}"/>
          </ac:spMkLst>
        </pc:spChg>
      </pc:sldChg>
      <pc:sldChg chg="modSp mod">
        <pc:chgData name="ralph kemp" userId="b9b5e5f6d19aaab0" providerId="LiveId" clId="{A29C7B4F-934B-4D14-826A-A7708455A20A}" dt="2020-05-31T10:52:09.677" v="3107" actId="1076"/>
        <pc:sldMkLst>
          <pc:docMk/>
          <pc:sldMk cId="578906670" sldId="292"/>
        </pc:sldMkLst>
        <pc:spChg chg="mod">
          <ac:chgData name="ralph kemp" userId="b9b5e5f6d19aaab0" providerId="LiveId" clId="{A29C7B4F-934B-4D14-826A-A7708455A20A}" dt="2020-05-31T10:52:09.677" v="3107" actId="1076"/>
          <ac:spMkLst>
            <pc:docMk/>
            <pc:sldMk cId="578906670" sldId="292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51:58.927" v="3105" actId="1076"/>
          <ac:spMkLst>
            <pc:docMk/>
            <pc:sldMk cId="578906670" sldId="292"/>
            <ac:spMk id="3" creationId="{00000000-0000-0000-0000-000000000000}"/>
          </ac:spMkLst>
        </pc:spChg>
      </pc:sldChg>
      <pc:sldChg chg="del">
        <pc:chgData name="ralph kemp" userId="b9b5e5f6d19aaab0" providerId="LiveId" clId="{A29C7B4F-934B-4D14-826A-A7708455A20A}" dt="2020-06-01T06:45:49.898" v="6889" actId="2696"/>
        <pc:sldMkLst>
          <pc:docMk/>
          <pc:sldMk cId="1340803127" sldId="296"/>
        </pc:sldMkLst>
      </pc:sldChg>
      <pc:sldChg chg="modSp mod">
        <pc:chgData name="ralph kemp" userId="b9b5e5f6d19aaab0" providerId="LiveId" clId="{A29C7B4F-934B-4D14-826A-A7708455A20A}" dt="2020-06-01T07:04:33.936" v="7272" actId="20577"/>
        <pc:sldMkLst>
          <pc:docMk/>
          <pc:sldMk cId="2018706929" sldId="298"/>
        </pc:sldMkLst>
        <pc:spChg chg="mod">
          <ac:chgData name="ralph kemp" userId="b9b5e5f6d19aaab0" providerId="LiveId" clId="{A29C7B4F-934B-4D14-826A-A7708455A20A}" dt="2020-06-01T07:04:33.936" v="7272" actId="20577"/>
          <ac:spMkLst>
            <pc:docMk/>
            <pc:sldMk cId="2018706929" sldId="298"/>
            <ac:spMk id="3" creationId="{00000000-0000-0000-0000-000000000000}"/>
          </ac:spMkLst>
        </pc:spChg>
      </pc:sldChg>
      <pc:sldChg chg="del">
        <pc:chgData name="ralph kemp" userId="b9b5e5f6d19aaab0" providerId="LiveId" clId="{A29C7B4F-934B-4D14-826A-A7708455A20A}" dt="2020-05-31T09:02:02.595" v="1124" actId="2696"/>
        <pc:sldMkLst>
          <pc:docMk/>
          <pc:sldMk cId="3627965087" sldId="299"/>
        </pc:sldMkLst>
      </pc:sldChg>
      <pc:sldChg chg="addSp delSp modSp mod">
        <pc:chgData name="ralph kemp" userId="b9b5e5f6d19aaab0" providerId="LiveId" clId="{A29C7B4F-934B-4D14-826A-A7708455A20A}" dt="2020-05-31T10:05:02.467" v="2161" actId="1076"/>
        <pc:sldMkLst>
          <pc:docMk/>
          <pc:sldMk cId="3412516943" sldId="301"/>
        </pc:sldMkLst>
        <pc:spChg chg="mod">
          <ac:chgData name="ralph kemp" userId="b9b5e5f6d19aaab0" providerId="LiveId" clId="{A29C7B4F-934B-4D14-826A-A7708455A20A}" dt="2020-05-31T10:04:57.964" v="2159" actId="14100"/>
          <ac:spMkLst>
            <pc:docMk/>
            <pc:sldMk cId="3412516943" sldId="301"/>
            <ac:spMk id="3" creationId="{00000000-0000-0000-0000-000000000000}"/>
          </ac:spMkLst>
        </pc:spChg>
        <pc:picChg chg="add del">
          <ac:chgData name="ralph kemp" userId="b9b5e5f6d19aaab0" providerId="LiveId" clId="{A29C7B4F-934B-4D14-826A-A7708455A20A}" dt="2020-05-30T09:00:05.797" v="941"/>
          <ac:picMkLst>
            <pc:docMk/>
            <pc:sldMk cId="3412516943" sldId="301"/>
            <ac:picMk id="5" creationId="{F785E756-E212-4CFC-A204-B12592E8D625}"/>
          </ac:picMkLst>
        </pc:picChg>
        <pc:picChg chg="add mod">
          <ac:chgData name="ralph kemp" userId="b9b5e5f6d19aaab0" providerId="LiveId" clId="{A29C7B4F-934B-4D14-826A-A7708455A20A}" dt="2020-05-31T10:05:02.467" v="2161" actId="1076"/>
          <ac:picMkLst>
            <pc:docMk/>
            <pc:sldMk cId="3412516943" sldId="301"/>
            <ac:picMk id="6" creationId="{C68F60A3-4725-4DF5-9FAF-BC57479734AC}"/>
          </ac:picMkLst>
        </pc:picChg>
      </pc:sldChg>
      <pc:sldChg chg="modSp mod">
        <pc:chgData name="ralph kemp" userId="b9b5e5f6d19aaab0" providerId="LiveId" clId="{A29C7B4F-934B-4D14-826A-A7708455A20A}" dt="2020-05-31T10:07:35.468" v="2183" actId="1076"/>
        <pc:sldMkLst>
          <pc:docMk/>
          <pc:sldMk cId="2398991298" sldId="302"/>
        </pc:sldMkLst>
        <pc:spChg chg="mod">
          <ac:chgData name="ralph kemp" userId="b9b5e5f6d19aaab0" providerId="LiveId" clId="{A29C7B4F-934B-4D14-826A-A7708455A20A}" dt="2020-05-31T10:05:11.100" v="2162" actId="14100"/>
          <ac:spMkLst>
            <pc:docMk/>
            <pc:sldMk cId="2398991298" sldId="302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07:35.468" v="2183" actId="1076"/>
          <ac:spMkLst>
            <pc:docMk/>
            <pc:sldMk cId="2398991298" sldId="302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08:58.625" v="2194" actId="14100"/>
        <pc:sldMkLst>
          <pc:docMk/>
          <pc:sldMk cId="222315872" sldId="303"/>
        </pc:sldMkLst>
        <pc:spChg chg="mod">
          <ac:chgData name="ralph kemp" userId="b9b5e5f6d19aaab0" providerId="LiveId" clId="{A29C7B4F-934B-4D14-826A-A7708455A20A}" dt="2020-05-31T10:08:35.276" v="2189" actId="14100"/>
          <ac:spMkLst>
            <pc:docMk/>
            <pc:sldMk cId="222315872" sldId="303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08:58.625" v="2194" actId="14100"/>
          <ac:spMkLst>
            <pc:docMk/>
            <pc:sldMk cId="222315872" sldId="303"/>
            <ac:spMk id="3" creationId="{00000000-0000-0000-0000-000000000000}"/>
          </ac:spMkLst>
        </pc:spChg>
      </pc:sldChg>
      <pc:sldChg chg="delSp modSp mod">
        <pc:chgData name="ralph kemp" userId="b9b5e5f6d19aaab0" providerId="LiveId" clId="{A29C7B4F-934B-4D14-826A-A7708455A20A}" dt="2020-05-30T08:12:23.188" v="65" actId="1076"/>
        <pc:sldMkLst>
          <pc:docMk/>
          <pc:sldMk cId="694610766" sldId="304"/>
        </pc:sldMkLst>
        <pc:spChg chg="mod">
          <ac:chgData name="ralph kemp" userId="b9b5e5f6d19aaab0" providerId="LiveId" clId="{A29C7B4F-934B-4D14-826A-A7708455A20A}" dt="2020-05-30T08:10:30.608" v="33" actId="1076"/>
          <ac:spMkLst>
            <pc:docMk/>
            <pc:sldMk cId="694610766" sldId="304"/>
            <ac:spMk id="2" creationId="{00000000-0000-0000-0000-000000000000}"/>
          </ac:spMkLst>
        </pc:spChg>
        <pc:spChg chg="del">
          <ac:chgData name="ralph kemp" userId="b9b5e5f6d19aaab0" providerId="LiveId" clId="{A29C7B4F-934B-4D14-826A-A7708455A20A}" dt="2020-05-30T08:10:11.070" v="30" actId="478"/>
          <ac:spMkLst>
            <pc:docMk/>
            <pc:sldMk cId="694610766" sldId="304"/>
            <ac:spMk id="7" creationId="{0FE32E40-07A3-4DA3-89C4-1FFA7D9F02C0}"/>
          </ac:spMkLst>
        </pc:spChg>
        <pc:picChg chg="mod modCrop">
          <ac:chgData name="ralph kemp" userId="b9b5e5f6d19aaab0" providerId="LiveId" clId="{A29C7B4F-934B-4D14-826A-A7708455A20A}" dt="2020-05-30T08:12:23.188" v="65" actId="1076"/>
          <ac:picMkLst>
            <pc:docMk/>
            <pc:sldMk cId="694610766" sldId="304"/>
            <ac:picMk id="5" creationId="{00000000-0000-0000-0000-000000000000}"/>
          </ac:picMkLst>
        </pc:picChg>
      </pc:sldChg>
      <pc:sldChg chg="modSp mod">
        <pc:chgData name="ralph kemp" userId="b9b5e5f6d19aaab0" providerId="LiveId" clId="{A29C7B4F-934B-4D14-826A-A7708455A20A}" dt="2020-06-01T03:24:37.472" v="3437" actId="12"/>
        <pc:sldMkLst>
          <pc:docMk/>
          <pc:sldMk cId="4112560276" sldId="305"/>
        </pc:sldMkLst>
        <pc:spChg chg="mod">
          <ac:chgData name="ralph kemp" userId="b9b5e5f6d19aaab0" providerId="LiveId" clId="{A29C7B4F-934B-4D14-826A-A7708455A20A}" dt="2020-06-01T03:24:37.472" v="3437" actId="12"/>
          <ac:spMkLst>
            <pc:docMk/>
            <pc:sldMk cId="4112560276" sldId="305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10:12.299" v="2218" actId="1076"/>
        <pc:sldMkLst>
          <pc:docMk/>
          <pc:sldMk cId="2742209578" sldId="306"/>
        </pc:sldMkLst>
        <pc:spChg chg="mod">
          <ac:chgData name="ralph kemp" userId="b9b5e5f6d19aaab0" providerId="LiveId" clId="{A29C7B4F-934B-4D14-826A-A7708455A20A}" dt="2020-05-31T10:09:54.908" v="2213" actId="14100"/>
          <ac:spMkLst>
            <pc:docMk/>
            <pc:sldMk cId="2742209578" sldId="306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10:12.299" v="2218" actId="1076"/>
          <ac:spMkLst>
            <pc:docMk/>
            <pc:sldMk cId="2742209578" sldId="306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14:11.264" v="2293" actId="1076"/>
        <pc:sldMkLst>
          <pc:docMk/>
          <pc:sldMk cId="2434945104" sldId="308"/>
        </pc:sldMkLst>
        <pc:spChg chg="mod">
          <ac:chgData name="ralph kemp" userId="b9b5e5f6d19aaab0" providerId="LiveId" clId="{A29C7B4F-934B-4D14-826A-A7708455A20A}" dt="2020-05-31T10:14:11.264" v="2293" actId="1076"/>
          <ac:spMkLst>
            <pc:docMk/>
            <pc:sldMk cId="2434945104" sldId="308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14:07.436" v="2292" actId="1076"/>
          <ac:spMkLst>
            <pc:docMk/>
            <pc:sldMk cId="2434945104" sldId="308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12:33.954" v="2247" actId="1076"/>
        <pc:sldMkLst>
          <pc:docMk/>
          <pc:sldMk cId="1674193263" sldId="309"/>
        </pc:sldMkLst>
        <pc:spChg chg="mod">
          <ac:chgData name="ralph kemp" userId="b9b5e5f6d19aaab0" providerId="LiveId" clId="{A29C7B4F-934B-4D14-826A-A7708455A20A}" dt="2020-05-31T10:12:33.954" v="2247" actId="1076"/>
          <ac:spMkLst>
            <pc:docMk/>
            <pc:sldMk cId="1674193263" sldId="309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12:30.443" v="2246" actId="1076"/>
          <ac:spMkLst>
            <pc:docMk/>
            <pc:sldMk cId="1674193263" sldId="309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14:41.042" v="2303" actId="1076"/>
        <pc:sldMkLst>
          <pc:docMk/>
          <pc:sldMk cId="1290577488" sldId="310"/>
        </pc:sldMkLst>
        <pc:spChg chg="mod">
          <ac:chgData name="ralph kemp" userId="b9b5e5f6d19aaab0" providerId="LiveId" clId="{A29C7B4F-934B-4D14-826A-A7708455A20A}" dt="2020-05-31T10:14:23.912" v="2298" actId="14100"/>
          <ac:spMkLst>
            <pc:docMk/>
            <pc:sldMk cId="1290577488" sldId="310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14:41.042" v="2303" actId="1076"/>
          <ac:spMkLst>
            <pc:docMk/>
            <pc:sldMk cId="1290577488" sldId="310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26:41.311" v="2532" actId="20577"/>
        <pc:sldMkLst>
          <pc:docMk/>
          <pc:sldMk cId="3001452231" sldId="311"/>
        </pc:sldMkLst>
        <pc:spChg chg="mod">
          <ac:chgData name="ralph kemp" userId="b9b5e5f6d19aaab0" providerId="LiveId" clId="{A29C7B4F-934B-4D14-826A-A7708455A20A}" dt="2020-05-31T10:15:27.006" v="2318" actId="1076"/>
          <ac:spMkLst>
            <pc:docMk/>
            <pc:sldMk cId="3001452231" sldId="311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26:41.311" v="2532" actId="20577"/>
          <ac:spMkLst>
            <pc:docMk/>
            <pc:sldMk cId="3001452231" sldId="311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24:05.351" v="2495" actId="5793"/>
        <pc:sldMkLst>
          <pc:docMk/>
          <pc:sldMk cId="2176367710" sldId="312"/>
        </pc:sldMkLst>
        <pc:spChg chg="mod">
          <ac:chgData name="ralph kemp" userId="b9b5e5f6d19aaab0" providerId="LiveId" clId="{A29C7B4F-934B-4D14-826A-A7708455A20A}" dt="2020-05-31T10:24:05.351" v="2495" actId="5793"/>
          <ac:spMkLst>
            <pc:docMk/>
            <pc:sldMk cId="2176367710" sldId="312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22:11.357" v="2465" actId="27636"/>
        <pc:sldMkLst>
          <pc:docMk/>
          <pc:sldMk cId="3918392554" sldId="313"/>
        </pc:sldMkLst>
        <pc:spChg chg="mod">
          <ac:chgData name="ralph kemp" userId="b9b5e5f6d19aaab0" providerId="LiveId" clId="{A29C7B4F-934B-4D14-826A-A7708455A20A}" dt="2020-05-31T10:22:07.440" v="2463" actId="1076"/>
          <ac:spMkLst>
            <pc:docMk/>
            <pc:sldMk cId="3918392554" sldId="313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22:11.357" v="2465" actId="27636"/>
          <ac:spMkLst>
            <pc:docMk/>
            <pc:sldMk cId="3918392554" sldId="313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24:38.258" v="2506" actId="20577"/>
        <pc:sldMkLst>
          <pc:docMk/>
          <pc:sldMk cId="2550916923" sldId="315"/>
        </pc:sldMkLst>
        <pc:spChg chg="mod">
          <ac:chgData name="ralph kemp" userId="b9b5e5f6d19aaab0" providerId="LiveId" clId="{A29C7B4F-934B-4D14-826A-A7708455A20A}" dt="2020-05-31T10:24:38.258" v="2506" actId="20577"/>
          <ac:spMkLst>
            <pc:docMk/>
            <pc:sldMk cId="2550916923" sldId="315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18:35.284" v="2367" actId="1076"/>
        <pc:sldMkLst>
          <pc:docMk/>
          <pc:sldMk cId="1425193999" sldId="317"/>
        </pc:sldMkLst>
        <pc:spChg chg="mod">
          <ac:chgData name="ralph kemp" userId="b9b5e5f6d19aaab0" providerId="LiveId" clId="{A29C7B4F-934B-4D14-826A-A7708455A20A}" dt="2020-05-31T10:17:59.633" v="2360" actId="14100"/>
          <ac:spMkLst>
            <pc:docMk/>
            <pc:sldMk cId="1425193999" sldId="317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18:35.284" v="2367" actId="1076"/>
          <ac:spMkLst>
            <pc:docMk/>
            <pc:sldMk cId="1425193999" sldId="317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6-01T03:44:32.931" v="3751" actId="1076"/>
        <pc:sldMkLst>
          <pc:docMk/>
          <pc:sldMk cId="264504982" sldId="318"/>
        </pc:sldMkLst>
        <pc:spChg chg="mod">
          <ac:chgData name="ralph kemp" userId="b9b5e5f6d19aaab0" providerId="LiveId" clId="{A29C7B4F-934B-4D14-826A-A7708455A20A}" dt="2020-06-01T03:44:32.931" v="3751" actId="1076"/>
          <ac:spMkLst>
            <pc:docMk/>
            <pc:sldMk cId="264504982" sldId="318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3:44:25.321" v="3749" actId="1076"/>
          <ac:spMkLst>
            <pc:docMk/>
            <pc:sldMk cId="264504982" sldId="318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20:12.907" v="2402" actId="14100"/>
        <pc:sldMkLst>
          <pc:docMk/>
          <pc:sldMk cId="2287186540" sldId="319"/>
        </pc:sldMkLst>
        <pc:spChg chg="mod">
          <ac:chgData name="ralph kemp" userId="b9b5e5f6d19aaab0" providerId="LiveId" clId="{A29C7B4F-934B-4D14-826A-A7708455A20A}" dt="2020-05-31T10:20:12.907" v="2402" actId="14100"/>
          <ac:spMkLst>
            <pc:docMk/>
            <pc:sldMk cId="2287186540" sldId="319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20:09.765" v="2401" actId="1076"/>
          <ac:spMkLst>
            <pc:docMk/>
            <pc:sldMk cId="2287186540" sldId="319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22:49.445" v="2475" actId="14100"/>
        <pc:sldMkLst>
          <pc:docMk/>
          <pc:sldMk cId="2398188027" sldId="320"/>
        </pc:sldMkLst>
        <pc:spChg chg="mod">
          <ac:chgData name="ralph kemp" userId="b9b5e5f6d19aaab0" providerId="LiveId" clId="{A29C7B4F-934B-4D14-826A-A7708455A20A}" dt="2020-05-31T10:22:25.294" v="2470" actId="14100"/>
          <ac:spMkLst>
            <pc:docMk/>
            <pc:sldMk cId="2398188027" sldId="320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22:49.445" v="2475" actId="14100"/>
          <ac:spMkLst>
            <pc:docMk/>
            <pc:sldMk cId="2398188027" sldId="320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15:51.165" v="2327" actId="1076"/>
        <pc:sldMkLst>
          <pc:docMk/>
          <pc:sldMk cId="1232176280" sldId="321"/>
        </pc:sldMkLst>
        <pc:spChg chg="mod">
          <ac:chgData name="ralph kemp" userId="b9b5e5f6d19aaab0" providerId="LiveId" clId="{A29C7B4F-934B-4D14-826A-A7708455A20A}" dt="2020-05-31T10:15:37.319" v="2322" actId="14100"/>
          <ac:spMkLst>
            <pc:docMk/>
            <pc:sldMk cId="1232176280" sldId="321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15:51.165" v="2327" actId="1076"/>
          <ac:spMkLst>
            <pc:docMk/>
            <pc:sldMk cId="1232176280" sldId="321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16:58.325" v="2344" actId="14100"/>
        <pc:sldMkLst>
          <pc:docMk/>
          <pc:sldMk cId="3929557409" sldId="322"/>
        </pc:sldMkLst>
        <pc:spChg chg="mod">
          <ac:chgData name="ralph kemp" userId="b9b5e5f6d19aaab0" providerId="LiveId" clId="{A29C7B4F-934B-4D14-826A-A7708455A20A}" dt="2020-05-31T10:16:58.325" v="2344" actId="14100"/>
          <ac:spMkLst>
            <pc:docMk/>
            <pc:sldMk cId="3929557409" sldId="322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16:28.725" v="2341" actId="20577"/>
        <pc:sldMkLst>
          <pc:docMk/>
          <pc:sldMk cId="4134885952" sldId="323"/>
        </pc:sldMkLst>
        <pc:spChg chg="mod">
          <ac:chgData name="ralph kemp" userId="b9b5e5f6d19aaab0" providerId="LiveId" clId="{A29C7B4F-934B-4D14-826A-A7708455A20A}" dt="2020-05-31T10:16:13.334" v="2336" actId="20577"/>
          <ac:spMkLst>
            <pc:docMk/>
            <pc:sldMk cId="4134885952" sldId="323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16:28.725" v="2341" actId="20577"/>
          <ac:spMkLst>
            <pc:docMk/>
            <pc:sldMk cId="4134885952" sldId="323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18:42.583" v="2368" actId="122"/>
        <pc:sldMkLst>
          <pc:docMk/>
          <pc:sldMk cId="4136516791" sldId="324"/>
        </pc:sldMkLst>
        <pc:spChg chg="mod">
          <ac:chgData name="ralph kemp" userId="b9b5e5f6d19aaab0" providerId="LiveId" clId="{A29C7B4F-934B-4D14-826A-A7708455A20A}" dt="2020-05-31T10:17:29.873" v="2349" actId="14100"/>
          <ac:spMkLst>
            <pc:docMk/>
            <pc:sldMk cId="4136516791" sldId="324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18:42.583" v="2368" actId="122"/>
          <ac:spMkLst>
            <pc:docMk/>
            <pc:sldMk cId="4136516791" sldId="324"/>
            <ac:spMk id="3" creationId="{00000000-0000-0000-0000-000000000000}"/>
          </ac:spMkLst>
        </pc:spChg>
      </pc:sldChg>
      <pc:sldChg chg="del">
        <pc:chgData name="ralph kemp" userId="b9b5e5f6d19aaab0" providerId="LiveId" clId="{A29C7B4F-934B-4D14-826A-A7708455A20A}" dt="2020-05-31T09:13:00.575" v="1354" actId="2696"/>
        <pc:sldMkLst>
          <pc:docMk/>
          <pc:sldMk cId="2325091601" sldId="325"/>
        </pc:sldMkLst>
      </pc:sldChg>
      <pc:sldChg chg="modSp mod">
        <pc:chgData name="ralph kemp" userId="b9b5e5f6d19aaab0" providerId="LiveId" clId="{A29C7B4F-934B-4D14-826A-A7708455A20A}" dt="2020-05-31T10:34:28.500" v="2654" actId="20577"/>
        <pc:sldMkLst>
          <pc:docMk/>
          <pc:sldMk cId="1160497468" sldId="326"/>
        </pc:sldMkLst>
        <pc:spChg chg="mod">
          <ac:chgData name="ralph kemp" userId="b9b5e5f6d19aaab0" providerId="LiveId" clId="{A29C7B4F-934B-4D14-826A-A7708455A20A}" dt="2020-05-31T10:34:28.500" v="2654" actId="20577"/>
          <ac:spMkLst>
            <pc:docMk/>
            <pc:sldMk cId="1160497468" sldId="326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33:39.394" v="2646" actId="1076"/>
          <ac:spMkLst>
            <pc:docMk/>
            <pc:sldMk cId="1160497468" sldId="326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6-01T04:08:25.638" v="4317" actId="1076"/>
        <pc:sldMkLst>
          <pc:docMk/>
          <pc:sldMk cId="3151281634" sldId="327"/>
        </pc:sldMkLst>
        <pc:spChg chg="mod">
          <ac:chgData name="ralph kemp" userId="b9b5e5f6d19aaab0" providerId="LiveId" clId="{A29C7B4F-934B-4D14-826A-A7708455A20A}" dt="2020-06-01T04:08:25.638" v="4317" actId="1076"/>
          <ac:spMkLst>
            <pc:docMk/>
            <pc:sldMk cId="3151281634" sldId="327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4:08:19.049" v="4315" actId="1076"/>
          <ac:spMkLst>
            <pc:docMk/>
            <pc:sldMk cId="3151281634" sldId="327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6-01T07:11:13.518" v="7318" actId="20577"/>
        <pc:sldMkLst>
          <pc:docMk/>
          <pc:sldMk cId="971539953" sldId="328"/>
        </pc:sldMkLst>
        <pc:spChg chg="mod">
          <ac:chgData name="ralph kemp" userId="b9b5e5f6d19aaab0" providerId="LiveId" clId="{A29C7B4F-934B-4D14-826A-A7708455A20A}" dt="2020-06-01T07:11:13.518" v="7318" actId="20577"/>
          <ac:spMkLst>
            <pc:docMk/>
            <pc:sldMk cId="971539953" sldId="328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34:14.811" v="2651" actId="120"/>
        <pc:sldMkLst>
          <pc:docMk/>
          <pc:sldMk cId="2557532438" sldId="329"/>
        </pc:sldMkLst>
        <pc:spChg chg="mod">
          <ac:chgData name="ralph kemp" userId="b9b5e5f6d19aaab0" providerId="LiveId" clId="{A29C7B4F-934B-4D14-826A-A7708455A20A}" dt="2020-05-31T10:34:14.811" v="2651" actId="120"/>
          <ac:spMkLst>
            <pc:docMk/>
            <pc:sldMk cId="2557532438" sldId="329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33:50.858" v="2647" actId="1076"/>
          <ac:spMkLst>
            <pc:docMk/>
            <pc:sldMk cId="2557532438" sldId="329"/>
            <ac:spMk id="3" creationId="{00000000-0000-0000-0000-000000000000}"/>
          </ac:spMkLst>
        </pc:spChg>
      </pc:sldChg>
      <pc:sldChg chg="modSp del mod">
        <pc:chgData name="ralph kemp" userId="b9b5e5f6d19aaab0" providerId="LiveId" clId="{A29C7B4F-934B-4D14-826A-A7708455A20A}" dt="2020-05-31T09:41:04.330" v="1767" actId="2696"/>
        <pc:sldMkLst>
          <pc:docMk/>
          <pc:sldMk cId="1210383156" sldId="330"/>
        </pc:sldMkLst>
        <pc:spChg chg="mod">
          <ac:chgData name="ralph kemp" userId="b9b5e5f6d19aaab0" providerId="LiveId" clId="{A29C7B4F-934B-4D14-826A-A7708455A20A}" dt="2020-05-31T09:19:08.861" v="1357" actId="20577"/>
          <ac:spMkLst>
            <pc:docMk/>
            <pc:sldMk cId="1210383156" sldId="330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6-01T04:08:03.430" v="4314" actId="1076"/>
        <pc:sldMkLst>
          <pc:docMk/>
          <pc:sldMk cId="1863611705" sldId="331"/>
        </pc:sldMkLst>
        <pc:spChg chg="mod">
          <ac:chgData name="ralph kemp" userId="b9b5e5f6d19aaab0" providerId="LiveId" clId="{A29C7B4F-934B-4D14-826A-A7708455A20A}" dt="2020-06-01T04:08:03.430" v="4314" actId="1076"/>
          <ac:spMkLst>
            <pc:docMk/>
            <pc:sldMk cId="1863611705" sldId="331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4:07:59.577" v="4313" actId="1076"/>
          <ac:spMkLst>
            <pc:docMk/>
            <pc:sldMk cId="1863611705" sldId="331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54:12.967" v="3141" actId="1076"/>
        <pc:sldMkLst>
          <pc:docMk/>
          <pc:sldMk cId="4227298669" sldId="332"/>
        </pc:sldMkLst>
        <pc:spChg chg="mod">
          <ac:chgData name="ralph kemp" userId="b9b5e5f6d19aaab0" providerId="LiveId" clId="{A29C7B4F-934B-4D14-826A-A7708455A20A}" dt="2020-05-31T10:54:06.400" v="3139" actId="14100"/>
          <ac:spMkLst>
            <pc:docMk/>
            <pc:sldMk cId="4227298669" sldId="332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54:12.967" v="3141" actId="1076"/>
          <ac:spMkLst>
            <pc:docMk/>
            <pc:sldMk cId="4227298669" sldId="332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32:54.179" v="2639" actId="27636"/>
        <pc:sldMkLst>
          <pc:docMk/>
          <pc:sldMk cId="2475952560" sldId="333"/>
        </pc:sldMkLst>
        <pc:spChg chg="mod">
          <ac:chgData name="ralph kemp" userId="b9b5e5f6d19aaab0" providerId="LiveId" clId="{A29C7B4F-934B-4D14-826A-A7708455A20A}" dt="2020-05-31T10:32:04.245" v="2610" actId="21"/>
          <ac:spMkLst>
            <pc:docMk/>
            <pc:sldMk cId="2475952560" sldId="333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32:54.179" v="2639" actId="27636"/>
          <ac:spMkLst>
            <pc:docMk/>
            <pc:sldMk cId="2475952560" sldId="333"/>
            <ac:spMk id="3" creationId="{00000000-0000-0000-0000-000000000000}"/>
          </ac:spMkLst>
        </pc:spChg>
      </pc:sldChg>
      <pc:sldChg chg="modSp del mod">
        <pc:chgData name="ralph kemp" userId="b9b5e5f6d19aaab0" providerId="LiveId" clId="{A29C7B4F-934B-4D14-826A-A7708455A20A}" dt="2020-05-31T09:57:57.507" v="2057" actId="2696"/>
        <pc:sldMkLst>
          <pc:docMk/>
          <pc:sldMk cId="1656615626" sldId="334"/>
        </pc:sldMkLst>
        <pc:spChg chg="mod">
          <ac:chgData name="ralph kemp" userId="b9b5e5f6d19aaab0" providerId="LiveId" clId="{A29C7B4F-934B-4D14-826A-A7708455A20A}" dt="2020-05-31T09:55:50.852" v="1958" actId="21"/>
          <ac:spMkLst>
            <pc:docMk/>
            <pc:sldMk cId="1656615626" sldId="334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09:56:54.073" v="1980" actId="21"/>
          <ac:spMkLst>
            <pc:docMk/>
            <pc:sldMk cId="1656615626" sldId="334"/>
            <ac:spMk id="3" creationId="{00000000-0000-0000-0000-000000000000}"/>
          </ac:spMkLst>
        </pc:spChg>
      </pc:sldChg>
      <pc:sldChg chg="modSp">
        <pc:chgData name="ralph kemp" userId="b9b5e5f6d19aaab0" providerId="LiveId" clId="{A29C7B4F-934B-4D14-826A-A7708455A20A}" dt="2020-05-31T10:23:00.689" v="2476" actId="1076"/>
        <pc:sldMkLst>
          <pc:docMk/>
          <pc:sldMk cId="264528751" sldId="335"/>
        </pc:sldMkLst>
        <pc:picChg chg="mod">
          <ac:chgData name="ralph kemp" userId="b9b5e5f6d19aaab0" providerId="LiveId" clId="{A29C7B4F-934B-4D14-826A-A7708455A20A}" dt="2020-05-31T10:23:00.689" v="2476" actId="1076"/>
          <ac:picMkLst>
            <pc:docMk/>
            <pc:sldMk cId="264528751" sldId="335"/>
            <ac:picMk id="1026" creationId="{00000000-0000-0000-0000-000000000000}"/>
          </ac:picMkLst>
        </pc:picChg>
      </pc:sldChg>
      <pc:sldChg chg="del">
        <pc:chgData name="ralph kemp" userId="b9b5e5f6d19aaab0" providerId="LiveId" clId="{A29C7B4F-934B-4D14-826A-A7708455A20A}" dt="2020-05-31T09:38:11.723" v="1734" actId="2696"/>
        <pc:sldMkLst>
          <pc:docMk/>
          <pc:sldMk cId="2074730323" sldId="336"/>
        </pc:sldMkLst>
      </pc:sldChg>
      <pc:sldChg chg="modSp mod">
        <pc:chgData name="ralph kemp" userId="b9b5e5f6d19aaab0" providerId="LiveId" clId="{A29C7B4F-934B-4D14-826A-A7708455A20A}" dt="2020-05-31T10:36:56.524" v="2735" actId="1076"/>
        <pc:sldMkLst>
          <pc:docMk/>
          <pc:sldMk cId="3839753162" sldId="337"/>
        </pc:sldMkLst>
        <pc:spChg chg="mod">
          <ac:chgData name="ralph kemp" userId="b9b5e5f6d19aaab0" providerId="LiveId" clId="{A29C7B4F-934B-4D14-826A-A7708455A20A}" dt="2020-05-31T10:36:18.259" v="2713" actId="14100"/>
          <ac:spMkLst>
            <pc:docMk/>
            <pc:sldMk cId="3839753162" sldId="337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36:56.524" v="2735" actId="1076"/>
          <ac:spMkLst>
            <pc:docMk/>
            <pc:sldMk cId="3839753162" sldId="337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42:19.966" v="2849" actId="1076"/>
        <pc:sldMkLst>
          <pc:docMk/>
          <pc:sldMk cId="2972049134" sldId="338"/>
        </pc:sldMkLst>
        <pc:spChg chg="mod">
          <ac:chgData name="ralph kemp" userId="b9b5e5f6d19aaab0" providerId="LiveId" clId="{A29C7B4F-934B-4D14-826A-A7708455A20A}" dt="2020-05-31T10:42:19.966" v="2849" actId="1076"/>
          <ac:spMkLst>
            <pc:docMk/>
            <pc:sldMk cId="2972049134" sldId="338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42:01.141" v="2838" actId="1076"/>
          <ac:spMkLst>
            <pc:docMk/>
            <pc:sldMk cId="2972049134" sldId="338"/>
            <ac:spMk id="3" creationId="{00000000-0000-0000-0000-000000000000}"/>
          </ac:spMkLst>
        </pc:spChg>
      </pc:sldChg>
      <pc:sldChg chg="modSp del mod">
        <pc:chgData name="ralph kemp" userId="b9b5e5f6d19aaab0" providerId="LiveId" clId="{A29C7B4F-934B-4D14-826A-A7708455A20A}" dt="2020-05-31T10:40:42.661" v="2824" actId="2696"/>
        <pc:sldMkLst>
          <pc:docMk/>
          <pc:sldMk cId="1344579051" sldId="339"/>
        </pc:sldMkLst>
        <pc:spChg chg="mod">
          <ac:chgData name="ralph kemp" userId="b9b5e5f6d19aaab0" providerId="LiveId" clId="{A29C7B4F-934B-4D14-826A-A7708455A20A}" dt="2020-05-31T10:40:26.028" v="2819" actId="21"/>
          <ac:spMkLst>
            <pc:docMk/>
            <pc:sldMk cId="1344579051" sldId="339"/>
            <ac:spMk id="3" creationId="{00000000-0000-0000-0000-000000000000}"/>
          </ac:spMkLst>
        </pc:spChg>
      </pc:sldChg>
      <pc:sldChg chg="modSp del mod">
        <pc:chgData name="ralph kemp" userId="b9b5e5f6d19aaab0" providerId="LiveId" clId="{A29C7B4F-934B-4D14-826A-A7708455A20A}" dt="2020-05-31T10:42:26.771" v="2850" actId="2696"/>
        <pc:sldMkLst>
          <pc:docMk/>
          <pc:sldMk cId="1153448985" sldId="340"/>
        </pc:sldMkLst>
        <pc:spChg chg="mod">
          <ac:chgData name="ralph kemp" userId="b9b5e5f6d19aaab0" providerId="LiveId" clId="{A29C7B4F-934B-4D14-826A-A7708455A20A}" dt="2020-05-31T10:41:15.412" v="2830" actId="21"/>
          <ac:spMkLst>
            <pc:docMk/>
            <pc:sldMk cId="1153448985" sldId="340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43:59.286" v="2892" actId="1076"/>
        <pc:sldMkLst>
          <pc:docMk/>
          <pc:sldMk cId="3284780536" sldId="341"/>
        </pc:sldMkLst>
        <pc:spChg chg="mod">
          <ac:chgData name="ralph kemp" userId="b9b5e5f6d19aaab0" providerId="LiveId" clId="{A29C7B4F-934B-4D14-826A-A7708455A20A}" dt="2020-05-31T10:43:59.286" v="2892" actId="1076"/>
          <ac:spMkLst>
            <pc:docMk/>
            <pc:sldMk cId="3284780536" sldId="341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43:52.122" v="2890" actId="1076"/>
          <ac:spMkLst>
            <pc:docMk/>
            <pc:sldMk cId="3284780536" sldId="341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45:03.802" v="2916" actId="1076"/>
        <pc:sldMkLst>
          <pc:docMk/>
          <pc:sldMk cId="328619256" sldId="342"/>
        </pc:sldMkLst>
        <pc:spChg chg="mod">
          <ac:chgData name="ralph kemp" userId="b9b5e5f6d19aaab0" providerId="LiveId" clId="{A29C7B4F-934B-4D14-826A-A7708455A20A}" dt="2020-05-31T10:45:03.802" v="2916" actId="1076"/>
          <ac:spMkLst>
            <pc:docMk/>
            <pc:sldMk cId="328619256" sldId="342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44:58.281" v="2914" actId="1076"/>
          <ac:spMkLst>
            <pc:docMk/>
            <pc:sldMk cId="328619256" sldId="342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46:29.290" v="2944" actId="1076"/>
        <pc:sldMkLst>
          <pc:docMk/>
          <pc:sldMk cId="1643734443" sldId="343"/>
        </pc:sldMkLst>
        <pc:spChg chg="mod">
          <ac:chgData name="ralph kemp" userId="b9b5e5f6d19aaab0" providerId="LiveId" clId="{A29C7B4F-934B-4D14-826A-A7708455A20A}" dt="2020-05-31T10:46:29.290" v="2944" actId="1076"/>
          <ac:spMkLst>
            <pc:docMk/>
            <pc:sldMk cId="1643734443" sldId="343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46:24.279" v="2942" actId="1076"/>
          <ac:spMkLst>
            <pc:docMk/>
            <pc:sldMk cId="1643734443" sldId="343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47:36.400" v="2962" actId="20577"/>
        <pc:sldMkLst>
          <pc:docMk/>
          <pc:sldMk cId="1599361600" sldId="344"/>
        </pc:sldMkLst>
        <pc:spChg chg="mod">
          <ac:chgData name="ralph kemp" userId="b9b5e5f6d19aaab0" providerId="LiveId" clId="{A29C7B4F-934B-4D14-826A-A7708455A20A}" dt="2020-05-31T10:47:11.116" v="2959" actId="1076"/>
          <ac:spMkLst>
            <pc:docMk/>
            <pc:sldMk cId="1599361600" sldId="344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47:36.400" v="2962" actId="20577"/>
          <ac:spMkLst>
            <pc:docMk/>
            <pc:sldMk cId="1599361600" sldId="344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48:05.834" v="2968" actId="1076"/>
        <pc:sldMkLst>
          <pc:docMk/>
          <pc:sldMk cId="645575516" sldId="345"/>
        </pc:sldMkLst>
        <pc:spChg chg="mod">
          <ac:chgData name="ralph kemp" userId="b9b5e5f6d19aaab0" providerId="LiveId" clId="{A29C7B4F-934B-4D14-826A-A7708455A20A}" dt="2020-05-31T10:47:48.282" v="2963" actId="14100"/>
          <ac:spMkLst>
            <pc:docMk/>
            <pc:sldMk cId="645575516" sldId="345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48:05.834" v="2968" actId="1076"/>
          <ac:spMkLst>
            <pc:docMk/>
            <pc:sldMk cId="645575516" sldId="345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6-01T04:20:56.192" v="4419" actId="20577"/>
        <pc:sldMkLst>
          <pc:docMk/>
          <pc:sldMk cId="1331112328" sldId="346"/>
        </pc:sldMkLst>
        <pc:spChg chg="mod">
          <ac:chgData name="ralph kemp" userId="b9b5e5f6d19aaab0" providerId="LiveId" clId="{A29C7B4F-934B-4D14-826A-A7708455A20A}" dt="2020-06-01T04:20:56.192" v="4419" actId="20577"/>
          <ac:spMkLst>
            <pc:docMk/>
            <pc:sldMk cId="1331112328" sldId="346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49:24.247" v="3003" actId="1076"/>
          <ac:spMkLst>
            <pc:docMk/>
            <pc:sldMk cId="1331112328" sldId="346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6-01T03:57:04.123" v="4187" actId="20577"/>
        <pc:sldMkLst>
          <pc:docMk/>
          <pc:sldMk cId="1507173055" sldId="347"/>
        </pc:sldMkLst>
        <pc:spChg chg="mod">
          <ac:chgData name="ralph kemp" userId="b9b5e5f6d19aaab0" providerId="LiveId" clId="{A29C7B4F-934B-4D14-826A-A7708455A20A}" dt="2020-06-01T03:57:04.123" v="4187" actId="20577"/>
          <ac:spMkLst>
            <pc:docMk/>
            <pc:sldMk cId="1507173055" sldId="347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51:41.015" v="3103" actId="1076"/>
          <ac:spMkLst>
            <pc:docMk/>
            <pc:sldMk cId="1507173055" sldId="347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55:12.758" v="3155" actId="115"/>
        <pc:sldMkLst>
          <pc:docMk/>
          <pc:sldMk cId="2304467881" sldId="348"/>
        </pc:sldMkLst>
        <pc:spChg chg="mod">
          <ac:chgData name="ralph kemp" userId="b9b5e5f6d19aaab0" providerId="LiveId" clId="{A29C7B4F-934B-4D14-826A-A7708455A20A}" dt="2020-05-31T10:53:41.803" v="3134" actId="1076"/>
          <ac:spMkLst>
            <pc:docMk/>
            <pc:sldMk cId="2304467881" sldId="348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55:12.758" v="3155" actId="115"/>
          <ac:spMkLst>
            <pc:docMk/>
            <pc:sldMk cId="2304467881" sldId="348"/>
            <ac:spMk id="3" creationId="{00000000-0000-0000-0000-000000000000}"/>
          </ac:spMkLst>
        </pc:spChg>
      </pc:sldChg>
      <pc:sldChg chg="modSp del mod">
        <pc:chgData name="ralph kemp" userId="b9b5e5f6d19aaab0" providerId="LiveId" clId="{A29C7B4F-934B-4D14-826A-A7708455A20A}" dt="2020-05-31T10:55:17.183" v="3156" actId="2696"/>
        <pc:sldMkLst>
          <pc:docMk/>
          <pc:sldMk cId="2296841697" sldId="349"/>
        </pc:sldMkLst>
        <pc:spChg chg="mod">
          <ac:chgData name="ralph kemp" userId="b9b5e5f6d19aaab0" providerId="LiveId" clId="{A29C7B4F-934B-4D14-826A-A7708455A20A}" dt="2020-05-31T10:54:29.540" v="3142" actId="21"/>
          <ac:spMkLst>
            <pc:docMk/>
            <pc:sldMk cId="2296841697" sldId="349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56:41.878" v="3173" actId="1076"/>
        <pc:sldMkLst>
          <pc:docMk/>
          <pc:sldMk cId="3850330184" sldId="350"/>
        </pc:sldMkLst>
        <pc:spChg chg="mod">
          <ac:chgData name="ralph kemp" userId="b9b5e5f6d19aaab0" providerId="LiveId" clId="{A29C7B4F-934B-4D14-826A-A7708455A20A}" dt="2020-05-31T10:56:41.878" v="3173" actId="1076"/>
          <ac:spMkLst>
            <pc:docMk/>
            <pc:sldMk cId="3850330184" sldId="350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56:35.905" v="3171" actId="1076"/>
          <ac:spMkLst>
            <pc:docMk/>
            <pc:sldMk cId="3850330184" sldId="350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6-01T05:55:01.624" v="5857" actId="20577"/>
        <pc:sldMkLst>
          <pc:docMk/>
          <pc:sldMk cId="1934171882" sldId="351"/>
        </pc:sldMkLst>
        <pc:spChg chg="mod">
          <ac:chgData name="ralph kemp" userId="b9b5e5f6d19aaab0" providerId="LiveId" clId="{A29C7B4F-934B-4D14-826A-A7708455A20A}" dt="2020-05-31T10:58:50.749" v="3247" actId="1076"/>
          <ac:spMkLst>
            <pc:docMk/>
            <pc:sldMk cId="1934171882" sldId="351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5:55:01.624" v="5857" actId="20577"/>
          <ac:spMkLst>
            <pc:docMk/>
            <pc:sldMk cId="1934171882" sldId="351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0:58:09.006" v="3232" actId="1076"/>
        <pc:sldMkLst>
          <pc:docMk/>
          <pc:sldMk cId="4205939445" sldId="352"/>
        </pc:sldMkLst>
        <pc:spChg chg="mod">
          <ac:chgData name="ralph kemp" userId="b9b5e5f6d19aaab0" providerId="LiveId" clId="{A29C7B4F-934B-4D14-826A-A7708455A20A}" dt="2020-05-31T10:57:51.878" v="3229" actId="20577"/>
          <ac:spMkLst>
            <pc:docMk/>
            <pc:sldMk cId="4205939445" sldId="352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0:58:09.006" v="3232" actId="1076"/>
          <ac:spMkLst>
            <pc:docMk/>
            <pc:sldMk cId="4205939445" sldId="352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6-01T04:20:33.408" v="4398" actId="115"/>
        <pc:sldMkLst>
          <pc:docMk/>
          <pc:sldMk cId="2567278368" sldId="353"/>
        </pc:sldMkLst>
        <pc:spChg chg="mod">
          <ac:chgData name="ralph kemp" userId="b9b5e5f6d19aaab0" providerId="LiveId" clId="{A29C7B4F-934B-4D14-826A-A7708455A20A}" dt="2020-05-31T10:59:50.389" v="3273" actId="1076"/>
          <ac:spMkLst>
            <pc:docMk/>
            <pc:sldMk cId="2567278368" sldId="353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4:20:33.408" v="4398" actId="115"/>
          <ac:spMkLst>
            <pc:docMk/>
            <pc:sldMk cId="2567278368" sldId="353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5-31T11:01:56.395" v="3286" actId="1076"/>
        <pc:sldMkLst>
          <pc:docMk/>
          <pc:sldMk cId="766531159" sldId="354"/>
        </pc:sldMkLst>
        <pc:spChg chg="mod">
          <ac:chgData name="ralph kemp" userId="b9b5e5f6d19aaab0" providerId="LiveId" clId="{A29C7B4F-934B-4D14-826A-A7708455A20A}" dt="2020-05-31T11:01:51.988" v="3285" actId="1076"/>
          <ac:spMkLst>
            <pc:docMk/>
            <pc:sldMk cId="766531159" sldId="354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1:01:56.395" v="3286" actId="1076"/>
          <ac:spMkLst>
            <pc:docMk/>
            <pc:sldMk cId="766531159" sldId="354"/>
            <ac:spMk id="3" creationId="{00000000-0000-0000-0000-000000000000}"/>
          </ac:spMkLst>
        </pc:spChg>
      </pc:sldChg>
      <pc:sldChg chg="modSp mod">
        <pc:chgData name="ralph kemp" userId="b9b5e5f6d19aaab0" providerId="LiveId" clId="{A29C7B4F-934B-4D14-826A-A7708455A20A}" dt="2020-06-01T04:18:11.365" v="4369" actId="20577"/>
        <pc:sldMkLst>
          <pc:docMk/>
          <pc:sldMk cId="1936610978" sldId="355"/>
        </pc:sldMkLst>
        <pc:spChg chg="mod">
          <ac:chgData name="ralph kemp" userId="b9b5e5f6d19aaab0" providerId="LiveId" clId="{A29C7B4F-934B-4D14-826A-A7708455A20A}" dt="2020-06-01T04:02:42.827" v="4272" actId="20577"/>
          <ac:spMkLst>
            <pc:docMk/>
            <pc:sldMk cId="1936610978" sldId="355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4:18:11.365" v="4369" actId="20577"/>
          <ac:spMkLst>
            <pc:docMk/>
            <pc:sldMk cId="1936610978" sldId="355"/>
            <ac:spMk id="3" creationId="{00000000-0000-0000-0000-000000000000}"/>
          </ac:spMkLst>
        </pc:spChg>
      </pc:sldChg>
      <pc:sldChg chg="modSp del mod">
        <pc:chgData name="ralph kemp" userId="b9b5e5f6d19aaab0" providerId="LiveId" clId="{A29C7B4F-934B-4D14-826A-A7708455A20A}" dt="2020-06-01T04:18:18.751" v="4370" actId="2696"/>
        <pc:sldMkLst>
          <pc:docMk/>
          <pc:sldMk cId="3362567549" sldId="356"/>
        </pc:sldMkLst>
        <pc:spChg chg="mod">
          <ac:chgData name="ralph kemp" userId="b9b5e5f6d19aaab0" providerId="LiveId" clId="{A29C7B4F-934B-4D14-826A-A7708455A20A}" dt="2020-05-31T11:06:21.876" v="3397" actId="1076"/>
          <ac:spMkLst>
            <pc:docMk/>
            <pc:sldMk cId="3362567549" sldId="356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5-31T11:06:12.440" v="3396" actId="20577"/>
          <ac:spMkLst>
            <pc:docMk/>
            <pc:sldMk cId="3362567549" sldId="356"/>
            <ac:spMk id="3" creationId="{00000000-0000-0000-0000-000000000000}"/>
          </ac:spMkLst>
        </pc:spChg>
      </pc:sldChg>
      <pc:sldChg chg="delSp mod">
        <pc:chgData name="ralph kemp" userId="b9b5e5f6d19aaab0" providerId="LiveId" clId="{A29C7B4F-934B-4D14-826A-A7708455A20A}" dt="2020-05-31T11:02:30.311" v="3288" actId="478"/>
        <pc:sldMkLst>
          <pc:docMk/>
          <pc:sldMk cId="2483444541" sldId="357"/>
        </pc:sldMkLst>
        <pc:picChg chg="del">
          <ac:chgData name="ralph kemp" userId="b9b5e5f6d19aaab0" providerId="LiveId" clId="{A29C7B4F-934B-4D14-826A-A7708455A20A}" dt="2020-05-31T11:02:30.311" v="3288" actId="478"/>
          <ac:picMkLst>
            <pc:docMk/>
            <pc:sldMk cId="2483444541" sldId="357"/>
            <ac:picMk id="21" creationId="{00000000-0000-0000-0000-000000000000}"/>
          </ac:picMkLst>
        </pc:picChg>
      </pc:sldChg>
      <pc:sldChg chg="del">
        <pc:chgData name="ralph kemp" userId="b9b5e5f6d19aaab0" providerId="LiveId" clId="{A29C7B4F-934B-4D14-826A-A7708455A20A}" dt="2020-05-31T11:02:39.536" v="3289" actId="2696"/>
        <pc:sldMkLst>
          <pc:docMk/>
          <pc:sldMk cId="971748857" sldId="359"/>
        </pc:sldMkLst>
      </pc:sldChg>
      <pc:sldChg chg="del">
        <pc:chgData name="ralph kemp" userId="b9b5e5f6d19aaab0" providerId="LiveId" clId="{A29C7B4F-934B-4D14-826A-A7708455A20A}" dt="2020-05-31T11:02:15.117" v="3287" actId="2696"/>
        <pc:sldMkLst>
          <pc:docMk/>
          <pc:sldMk cId="2282852315" sldId="360"/>
        </pc:sldMkLst>
      </pc:sldChg>
      <pc:sldChg chg="modSp new mod ord">
        <pc:chgData name="ralph kemp" userId="b9b5e5f6d19aaab0" providerId="LiveId" clId="{A29C7B4F-934B-4D14-826A-A7708455A20A}" dt="2020-05-31T10:07:10.494" v="2180" actId="6559"/>
        <pc:sldMkLst>
          <pc:docMk/>
          <pc:sldMk cId="3567683259" sldId="361"/>
        </pc:sldMkLst>
        <pc:spChg chg="mod">
          <ac:chgData name="ralph kemp" userId="b9b5e5f6d19aaab0" providerId="LiveId" clId="{A29C7B4F-934B-4D14-826A-A7708455A20A}" dt="2020-05-31T10:02:08.113" v="2132" actId="14100"/>
          <ac:spMkLst>
            <pc:docMk/>
            <pc:sldMk cId="3567683259" sldId="361"/>
            <ac:spMk id="2" creationId="{68CDBF0D-96A8-41AB-A5B9-5E09640AB07B}"/>
          </ac:spMkLst>
        </pc:spChg>
        <pc:spChg chg="mod">
          <ac:chgData name="ralph kemp" userId="b9b5e5f6d19aaab0" providerId="LiveId" clId="{A29C7B4F-934B-4D14-826A-A7708455A20A}" dt="2020-05-31T10:07:10.494" v="2180" actId="6559"/>
          <ac:spMkLst>
            <pc:docMk/>
            <pc:sldMk cId="3567683259" sldId="361"/>
            <ac:spMk id="3" creationId="{D1B07D69-A409-49B8-91B9-8AE6AA720E1D}"/>
          </ac:spMkLst>
        </pc:spChg>
      </pc:sldChg>
      <pc:sldChg chg="modSp new mod ord">
        <pc:chgData name="ralph kemp" userId="b9b5e5f6d19aaab0" providerId="LiveId" clId="{A29C7B4F-934B-4D14-826A-A7708455A20A}" dt="2020-06-01T03:23:00.377" v="3409" actId="1076"/>
        <pc:sldMkLst>
          <pc:docMk/>
          <pc:sldMk cId="1703884431" sldId="362"/>
        </pc:sldMkLst>
        <pc:spChg chg="mod">
          <ac:chgData name="ralph kemp" userId="b9b5e5f6d19aaab0" providerId="LiveId" clId="{A29C7B4F-934B-4D14-826A-A7708455A20A}" dt="2020-06-01T03:23:00.377" v="3409" actId="1076"/>
          <ac:spMkLst>
            <pc:docMk/>
            <pc:sldMk cId="1703884431" sldId="362"/>
            <ac:spMk id="2" creationId="{0A9F76D6-60EE-4638-BAB4-7B8B1853584E}"/>
          </ac:spMkLst>
        </pc:spChg>
        <pc:spChg chg="mod">
          <ac:chgData name="ralph kemp" userId="b9b5e5f6d19aaab0" providerId="LiveId" clId="{A29C7B4F-934B-4D14-826A-A7708455A20A}" dt="2020-06-01T03:22:54.141" v="3407" actId="1076"/>
          <ac:spMkLst>
            <pc:docMk/>
            <pc:sldMk cId="1703884431" sldId="362"/>
            <ac:spMk id="3" creationId="{FA81C75E-AC89-4A80-98BA-ADC39E8FE47B}"/>
          </ac:spMkLst>
        </pc:spChg>
      </pc:sldChg>
      <pc:sldChg chg="addSp delSp modSp new mod setBg setClrOvrMap">
        <pc:chgData name="ralph kemp" userId="b9b5e5f6d19aaab0" providerId="LiveId" clId="{A29C7B4F-934B-4D14-826A-A7708455A20A}" dt="2020-06-01T03:22:40.674" v="3405" actId="1076"/>
        <pc:sldMkLst>
          <pc:docMk/>
          <pc:sldMk cId="4222241252" sldId="363"/>
        </pc:sldMkLst>
        <pc:spChg chg="mod">
          <ac:chgData name="ralph kemp" userId="b9b5e5f6d19aaab0" providerId="LiveId" clId="{A29C7B4F-934B-4D14-826A-A7708455A20A}" dt="2020-06-01T03:22:40.674" v="3405" actId="1076"/>
          <ac:spMkLst>
            <pc:docMk/>
            <pc:sldMk cId="4222241252" sldId="363"/>
            <ac:spMk id="2" creationId="{3C6C510E-FCA2-4165-A775-33A42995D7E0}"/>
          </ac:spMkLst>
        </pc:spChg>
        <pc:spChg chg="mod">
          <ac:chgData name="ralph kemp" userId="b9b5e5f6d19aaab0" providerId="LiveId" clId="{A29C7B4F-934B-4D14-826A-A7708455A20A}" dt="2020-06-01T03:22:34.888" v="3403" actId="1076"/>
          <ac:spMkLst>
            <pc:docMk/>
            <pc:sldMk cId="4222241252" sldId="363"/>
            <ac:spMk id="3" creationId="{67DB686A-AA89-408C-8278-EE80B61D75B7}"/>
          </ac:spMkLst>
        </pc:spChg>
        <pc:spChg chg="mod">
          <ac:chgData name="ralph kemp" userId="b9b5e5f6d19aaab0" providerId="LiveId" clId="{A29C7B4F-934B-4D14-826A-A7708455A20A}" dt="2020-05-30T09:01:13.005" v="945" actId="26606"/>
          <ac:spMkLst>
            <pc:docMk/>
            <pc:sldMk cId="4222241252" sldId="363"/>
            <ac:spMk id="4" creationId="{FD986513-CD2A-44C0-8496-37A7BA889E54}"/>
          </ac:spMkLst>
        </pc:spChg>
        <pc:spChg chg="add del">
          <ac:chgData name="ralph kemp" userId="b9b5e5f6d19aaab0" providerId="LiveId" clId="{A29C7B4F-934B-4D14-826A-A7708455A20A}" dt="2020-05-30T09:01:13.005" v="945" actId="26606"/>
          <ac:spMkLst>
            <pc:docMk/>
            <pc:sldMk cId="4222241252" sldId="363"/>
            <ac:spMk id="9" creationId="{2CB6C291-6CAF-46DF-ACFF-AADF0FD03F58}"/>
          </ac:spMkLst>
        </pc:spChg>
        <pc:spChg chg="add del">
          <ac:chgData name="ralph kemp" userId="b9b5e5f6d19aaab0" providerId="LiveId" clId="{A29C7B4F-934B-4D14-826A-A7708455A20A}" dt="2020-05-30T09:01:13.005" v="945" actId="26606"/>
          <ac:spMkLst>
            <pc:docMk/>
            <pc:sldMk cId="4222241252" sldId="363"/>
            <ac:spMk id="13" creationId="{4735DC46-5663-471D-AADB-81E00E65BCC6}"/>
          </ac:spMkLst>
        </pc:spChg>
        <pc:picChg chg="add del">
          <ac:chgData name="ralph kemp" userId="b9b5e5f6d19aaab0" providerId="LiveId" clId="{A29C7B4F-934B-4D14-826A-A7708455A20A}" dt="2020-05-30T09:01:13.005" v="945" actId="26606"/>
          <ac:picMkLst>
            <pc:docMk/>
            <pc:sldMk cId="4222241252" sldId="363"/>
            <ac:picMk id="11" creationId="{1EBADBCA-DA20-4279-93C6-011DEF18AA71}"/>
          </ac:picMkLst>
        </pc:picChg>
      </pc:sldChg>
      <pc:sldChg chg="modSp new mod">
        <pc:chgData name="ralph kemp" userId="b9b5e5f6d19aaab0" providerId="LiveId" clId="{A29C7B4F-934B-4D14-826A-A7708455A20A}" dt="2020-06-01T03:23:12.507" v="3411" actId="1076"/>
        <pc:sldMkLst>
          <pc:docMk/>
          <pc:sldMk cId="1001696727" sldId="364"/>
        </pc:sldMkLst>
        <pc:spChg chg="mod">
          <ac:chgData name="ralph kemp" userId="b9b5e5f6d19aaab0" providerId="LiveId" clId="{A29C7B4F-934B-4D14-826A-A7708455A20A}" dt="2020-06-01T03:23:12.507" v="3411" actId="1076"/>
          <ac:spMkLst>
            <pc:docMk/>
            <pc:sldMk cId="1001696727" sldId="364"/>
            <ac:spMk id="2" creationId="{16D47C65-2DFA-4DF6-8B83-300198BAA77B}"/>
          </ac:spMkLst>
        </pc:spChg>
        <pc:spChg chg="mod">
          <ac:chgData name="ralph kemp" userId="b9b5e5f6d19aaab0" providerId="LiveId" clId="{A29C7B4F-934B-4D14-826A-A7708455A20A}" dt="2020-06-01T03:23:08.566" v="3410" actId="1076"/>
          <ac:spMkLst>
            <pc:docMk/>
            <pc:sldMk cId="1001696727" sldId="364"/>
            <ac:spMk id="3" creationId="{C28C97F8-E42F-49B3-9162-89DA0FF31FDD}"/>
          </ac:spMkLst>
        </pc:spChg>
      </pc:sldChg>
      <pc:sldChg chg="addSp delSp modSp new mod setBg">
        <pc:chgData name="ralph kemp" userId="b9b5e5f6d19aaab0" providerId="LiveId" clId="{A29C7B4F-934B-4D14-826A-A7708455A20A}" dt="2020-05-31T10:08:26.319" v="2188" actId="1076"/>
        <pc:sldMkLst>
          <pc:docMk/>
          <pc:sldMk cId="1545210314" sldId="365"/>
        </pc:sldMkLst>
        <pc:spChg chg="mod">
          <ac:chgData name="ralph kemp" userId="b9b5e5f6d19aaab0" providerId="LiveId" clId="{A29C7B4F-934B-4D14-826A-A7708455A20A}" dt="2020-05-31T10:05:21.075" v="2164" actId="14100"/>
          <ac:spMkLst>
            <pc:docMk/>
            <pc:sldMk cId="1545210314" sldId="365"/>
            <ac:spMk id="2" creationId="{32B3D774-C43D-446E-9800-DF7EB43F5E3F}"/>
          </ac:spMkLst>
        </pc:spChg>
        <pc:spChg chg="mod">
          <ac:chgData name="ralph kemp" userId="b9b5e5f6d19aaab0" providerId="LiveId" clId="{A29C7B4F-934B-4D14-826A-A7708455A20A}" dt="2020-05-31T10:08:26.319" v="2188" actId="1076"/>
          <ac:spMkLst>
            <pc:docMk/>
            <pc:sldMk cId="1545210314" sldId="365"/>
            <ac:spMk id="3" creationId="{B18BE60D-E78B-4C56-8EF0-A98DC3C2372C}"/>
          </ac:spMkLst>
        </pc:spChg>
        <pc:spChg chg="mod">
          <ac:chgData name="ralph kemp" userId="b9b5e5f6d19aaab0" providerId="LiveId" clId="{A29C7B4F-934B-4D14-826A-A7708455A20A}" dt="2020-05-30T08:58:46.054" v="934" actId="26606"/>
          <ac:spMkLst>
            <pc:docMk/>
            <pc:sldMk cId="1545210314" sldId="365"/>
            <ac:spMk id="4" creationId="{ACE052EC-3BA6-4D22-9B78-4A87FC0738EE}"/>
          </ac:spMkLst>
        </pc:spChg>
        <pc:spChg chg="add del">
          <ac:chgData name="ralph kemp" userId="b9b5e5f6d19aaab0" providerId="LiveId" clId="{A29C7B4F-934B-4D14-826A-A7708455A20A}" dt="2020-05-30T08:58:21.036" v="932" actId="26606"/>
          <ac:spMkLst>
            <pc:docMk/>
            <pc:sldMk cId="1545210314" sldId="365"/>
            <ac:spMk id="9" creationId="{23962611-DFD5-4092-AAFD-559E3DFCE2C9}"/>
          </ac:spMkLst>
        </pc:spChg>
        <pc:spChg chg="add del">
          <ac:chgData name="ralph kemp" userId="b9b5e5f6d19aaab0" providerId="LiveId" clId="{A29C7B4F-934B-4D14-826A-A7708455A20A}" dt="2020-05-30T08:58:46.054" v="934" actId="26606"/>
          <ac:spMkLst>
            <pc:docMk/>
            <pc:sldMk cId="1545210314" sldId="365"/>
            <ac:spMk id="13" creationId="{92CA431A-BC84-45C3-8430-0459E54A220F}"/>
          </ac:spMkLst>
        </pc:spChg>
        <pc:spChg chg="add del">
          <ac:chgData name="ralph kemp" userId="b9b5e5f6d19aaab0" providerId="LiveId" clId="{A29C7B4F-934B-4D14-826A-A7708455A20A}" dt="2020-05-30T08:58:46.054" v="934" actId="26606"/>
          <ac:spMkLst>
            <pc:docMk/>
            <pc:sldMk cId="1545210314" sldId="365"/>
            <ac:spMk id="14" creationId="{86197D16-FE75-4A0E-A0C9-28C0F04A43DF}"/>
          </ac:spMkLst>
        </pc:spChg>
        <pc:picChg chg="add del">
          <ac:chgData name="ralph kemp" userId="b9b5e5f6d19aaab0" providerId="LiveId" clId="{A29C7B4F-934B-4D14-826A-A7708455A20A}" dt="2020-05-30T08:58:21.036" v="932" actId="26606"/>
          <ac:picMkLst>
            <pc:docMk/>
            <pc:sldMk cId="1545210314" sldId="365"/>
            <ac:picMk id="11" creationId="{2270F1FA-0425-408F-9861-80BF5AFB276D}"/>
          </ac:picMkLst>
        </pc:picChg>
        <pc:picChg chg="add del">
          <ac:chgData name="ralph kemp" userId="b9b5e5f6d19aaab0" providerId="LiveId" clId="{A29C7B4F-934B-4D14-826A-A7708455A20A}" dt="2020-05-30T08:58:46.054" v="934" actId="26606"/>
          <ac:picMkLst>
            <pc:docMk/>
            <pc:sldMk cId="1545210314" sldId="365"/>
            <ac:picMk id="15" creationId="{FA8FCEC6-4B30-4FF2-8B32-504BEAEA3A16}"/>
          </ac:picMkLst>
        </pc:picChg>
      </pc:sldChg>
      <pc:sldChg chg="addSp delSp modSp new mod setBg">
        <pc:chgData name="ralph kemp" userId="b9b5e5f6d19aaab0" providerId="LiveId" clId="{A29C7B4F-934B-4D14-826A-A7708455A20A}" dt="2020-05-31T10:05:50.323" v="2170" actId="14100"/>
        <pc:sldMkLst>
          <pc:docMk/>
          <pc:sldMk cId="207066477" sldId="366"/>
        </pc:sldMkLst>
        <pc:spChg chg="del mod">
          <ac:chgData name="ralph kemp" userId="b9b5e5f6d19aaab0" providerId="LiveId" clId="{A29C7B4F-934B-4D14-826A-A7708455A20A}" dt="2020-05-31T10:05:33.592" v="2166" actId="478"/>
          <ac:spMkLst>
            <pc:docMk/>
            <pc:sldMk cId="207066477" sldId="366"/>
            <ac:spMk id="2" creationId="{1065A531-8045-458C-993C-554EF85F52C4}"/>
          </ac:spMkLst>
        </pc:spChg>
        <pc:spChg chg="mod">
          <ac:chgData name="ralph kemp" userId="b9b5e5f6d19aaab0" providerId="LiveId" clId="{A29C7B4F-934B-4D14-826A-A7708455A20A}" dt="2020-05-31T10:05:50.323" v="2170" actId="14100"/>
          <ac:spMkLst>
            <pc:docMk/>
            <pc:sldMk cId="207066477" sldId="366"/>
            <ac:spMk id="3" creationId="{DD952AB3-76DF-460E-A143-10E0543EF4B7}"/>
          </ac:spMkLst>
        </pc:spChg>
        <pc:spChg chg="mod">
          <ac:chgData name="ralph kemp" userId="b9b5e5f6d19aaab0" providerId="LiveId" clId="{A29C7B4F-934B-4D14-826A-A7708455A20A}" dt="2020-05-30T08:58:49.721" v="935" actId="26606"/>
          <ac:spMkLst>
            <pc:docMk/>
            <pc:sldMk cId="207066477" sldId="366"/>
            <ac:spMk id="4" creationId="{7F402C34-A815-49CB-AD69-DA3B55325A68}"/>
          </ac:spMkLst>
        </pc:spChg>
        <pc:spChg chg="add del">
          <ac:chgData name="ralph kemp" userId="b9b5e5f6d19aaab0" providerId="LiveId" clId="{A29C7B4F-934B-4D14-826A-A7708455A20A}" dt="2020-05-30T08:58:49.721" v="935" actId="26606"/>
          <ac:spMkLst>
            <pc:docMk/>
            <pc:sldMk cId="207066477" sldId="366"/>
            <ac:spMk id="11" creationId="{7D8E67F2-F753-4E06-8229-4970A6725835}"/>
          </ac:spMkLst>
        </pc:spChg>
        <pc:spChg chg="add del">
          <ac:chgData name="ralph kemp" userId="b9b5e5f6d19aaab0" providerId="LiveId" clId="{A29C7B4F-934B-4D14-826A-A7708455A20A}" dt="2020-05-30T08:58:49.721" v="935" actId="26606"/>
          <ac:spMkLst>
            <pc:docMk/>
            <pc:sldMk cId="207066477" sldId="366"/>
            <ac:spMk id="15" creationId="{007B8288-68CC-4847-8419-CF535B6B7EEA}"/>
          </ac:spMkLst>
        </pc:spChg>
        <pc:spChg chg="add del">
          <ac:chgData name="ralph kemp" userId="b9b5e5f6d19aaab0" providerId="LiveId" clId="{A29C7B4F-934B-4D14-826A-A7708455A20A}" dt="2020-05-30T08:58:49.721" v="935" actId="26606"/>
          <ac:spMkLst>
            <pc:docMk/>
            <pc:sldMk cId="207066477" sldId="366"/>
            <ac:spMk id="17" creationId="{32BA8EA8-C1B6-4309-B674-F9F399B96288}"/>
          </ac:spMkLst>
        </pc:spChg>
        <pc:picChg chg="add mod ord">
          <ac:chgData name="ralph kemp" userId="b9b5e5f6d19aaab0" providerId="LiveId" clId="{A29C7B4F-934B-4D14-826A-A7708455A20A}" dt="2020-05-30T08:58:49.721" v="935" actId="26606"/>
          <ac:picMkLst>
            <pc:docMk/>
            <pc:sldMk cId="207066477" sldId="366"/>
            <ac:picMk id="5" creationId="{21EEE5EA-F5C4-443C-9487-7F7321ADDFD1}"/>
          </ac:picMkLst>
        </pc:picChg>
        <pc:picChg chg="add mod ord">
          <ac:chgData name="ralph kemp" userId="b9b5e5f6d19aaab0" providerId="LiveId" clId="{A29C7B4F-934B-4D14-826A-A7708455A20A}" dt="2020-05-30T08:59:10.826" v="938" actId="1076"/>
          <ac:picMkLst>
            <pc:docMk/>
            <pc:sldMk cId="207066477" sldId="366"/>
            <ac:picMk id="6" creationId="{A4D02CDA-4875-4CE8-835A-0265E45A0F6F}"/>
          </ac:picMkLst>
        </pc:picChg>
        <pc:picChg chg="add del">
          <ac:chgData name="ralph kemp" userId="b9b5e5f6d19aaab0" providerId="LiveId" clId="{A29C7B4F-934B-4D14-826A-A7708455A20A}" dt="2020-05-30T08:58:49.721" v="935" actId="26606"/>
          <ac:picMkLst>
            <pc:docMk/>
            <pc:sldMk cId="207066477" sldId="366"/>
            <ac:picMk id="13" creationId="{2EE1BDFD-564B-44A4-841A-50D6A8E75CB4}"/>
          </ac:picMkLst>
        </pc:picChg>
      </pc:sldChg>
      <pc:sldChg chg="modSp add mod">
        <pc:chgData name="ralph kemp" userId="b9b5e5f6d19aaab0" providerId="LiveId" clId="{A29C7B4F-934B-4D14-826A-A7708455A20A}" dt="2020-06-01T03:46:41.340" v="3816" actId="1076"/>
        <pc:sldMkLst>
          <pc:docMk/>
          <pc:sldMk cId="1416648217" sldId="367"/>
        </pc:sldMkLst>
        <pc:spChg chg="mod">
          <ac:chgData name="ralph kemp" userId="b9b5e5f6d19aaab0" providerId="LiveId" clId="{A29C7B4F-934B-4D14-826A-A7708455A20A}" dt="2020-06-01T03:44:15.877" v="3747" actId="1076"/>
          <ac:spMkLst>
            <pc:docMk/>
            <pc:sldMk cId="1416648217" sldId="367"/>
            <ac:spMk id="2" creationId="{00000000-0000-0000-0000-000000000000}"/>
          </ac:spMkLst>
        </pc:spChg>
        <pc:spChg chg="mod">
          <ac:chgData name="ralph kemp" userId="b9b5e5f6d19aaab0" providerId="LiveId" clId="{A29C7B4F-934B-4D14-826A-A7708455A20A}" dt="2020-06-01T03:46:41.340" v="3816" actId="1076"/>
          <ac:spMkLst>
            <pc:docMk/>
            <pc:sldMk cId="1416648217" sldId="367"/>
            <ac:spMk id="3" creationId="{00000000-0000-0000-0000-000000000000}"/>
          </ac:spMkLst>
        </pc:spChg>
      </pc:sldChg>
      <pc:sldChg chg="modSp new mod ord">
        <pc:chgData name="ralph kemp" userId="b9b5e5f6d19aaab0" providerId="LiveId" clId="{A29C7B4F-934B-4D14-826A-A7708455A20A}" dt="2020-06-01T03:37:32.418" v="3612" actId="20577"/>
        <pc:sldMkLst>
          <pc:docMk/>
          <pc:sldMk cId="601660888" sldId="368"/>
        </pc:sldMkLst>
        <pc:spChg chg="mod">
          <ac:chgData name="ralph kemp" userId="b9b5e5f6d19aaab0" providerId="LiveId" clId="{A29C7B4F-934B-4D14-826A-A7708455A20A}" dt="2020-06-01T03:28:20.891" v="3482" actId="14100"/>
          <ac:spMkLst>
            <pc:docMk/>
            <pc:sldMk cId="601660888" sldId="368"/>
            <ac:spMk id="2" creationId="{07908575-1C45-4BFB-B116-0EDC023034AB}"/>
          </ac:spMkLst>
        </pc:spChg>
        <pc:spChg chg="mod">
          <ac:chgData name="ralph kemp" userId="b9b5e5f6d19aaab0" providerId="LiveId" clId="{A29C7B4F-934B-4D14-826A-A7708455A20A}" dt="2020-06-01T03:37:32.418" v="3612" actId="20577"/>
          <ac:spMkLst>
            <pc:docMk/>
            <pc:sldMk cId="601660888" sldId="368"/>
            <ac:spMk id="3" creationId="{4A2BC565-F9F0-41CE-A4F0-7355B520FAA5}"/>
          </ac:spMkLst>
        </pc:spChg>
      </pc:sldChg>
      <pc:sldChg chg="modSp new mod">
        <pc:chgData name="ralph kemp" userId="b9b5e5f6d19aaab0" providerId="LiveId" clId="{A29C7B4F-934B-4D14-826A-A7708455A20A}" dt="2020-06-01T05:09:36.299" v="5281" actId="20577"/>
        <pc:sldMkLst>
          <pc:docMk/>
          <pc:sldMk cId="3361327146" sldId="369"/>
        </pc:sldMkLst>
        <pc:spChg chg="mod">
          <ac:chgData name="ralph kemp" userId="b9b5e5f6d19aaab0" providerId="LiveId" clId="{A29C7B4F-934B-4D14-826A-A7708455A20A}" dt="2020-06-01T05:08:49.596" v="5228" actId="20577"/>
          <ac:spMkLst>
            <pc:docMk/>
            <pc:sldMk cId="3361327146" sldId="369"/>
            <ac:spMk id="2" creationId="{EE7BAE19-4CE6-44A7-8705-011C91E90A2F}"/>
          </ac:spMkLst>
        </pc:spChg>
        <pc:spChg chg="mod">
          <ac:chgData name="ralph kemp" userId="b9b5e5f6d19aaab0" providerId="LiveId" clId="{A29C7B4F-934B-4D14-826A-A7708455A20A}" dt="2020-06-01T05:09:36.299" v="5281" actId="20577"/>
          <ac:spMkLst>
            <pc:docMk/>
            <pc:sldMk cId="3361327146" sldId="369"/>
            <ac:spMk id="3" creationId="{B7A97206-E581-4085-AC1F-3EA999283367}"/>
          </ac:spMkLst>
        </pc:spChg>
      </pc:sldChg>
      <pc:sldChg chg="modSp new mod">
        <pc:chgData name="ralph kemp" userId="b9b5e5f6d19aaab0" providerId="LiveId" clId="{A29C7B4F-934B-4D14-826A-A7708455A20A}" dt="2020-06-01T04:05:36.530" v="4302" actId="20577"/>
        <pc:sldMkLst>
          <pc:docMk/>
          <pc:sldMk cId="1757389547" sldId="370"/>
        </pc:sldMkLst>
        <pc:spChg chg="mod">
          <ac:chgData name="ralph kemp" userId="b9b5e5f6d19aaab0" providerId="LiveId" clId="{A29C7B4F-934B-4D14-826A-A7708455A20A}" dt="2020-06-01T04:05:03.597" v="4292" actId="1076"/>
          <ac:spMkLst>
            <pc:docMk/>
            <pc:sldMk cId="1757389547" sldId="370"/>
            <ac:spMk id="2" creationId="{17EFC0B3-C85E-4B13-8391-BE937DA46827}"/>
          </ac:spMkLst>
        </pc:spChg>
        <pc:spChg chg="mod">
          <ac:chgData name="ralph kemp" userId="b9b5e5f6d19aaab0" providerId="LiveId" clId="{A29C7B4F-934B-4D14-826A-A7708455A20A}" dt="2020-06-01T04:05:36.530" v="4302" actId="20577"/>
          <ac:spMkLst>
            <pc:docMk/>
            <pc:sldMk cId="1757389547" sldId="370"/>
            <ac:spMk id="3" creationId="{90B9F332-F6E6-4173-8F1B-E86EA7B0089E}"/>
          </ac:spMkLst>
        </pc:spChg>
      </pc:sldChg>
      <pc:sldChg chg="modSp new mod">
        <pc:chgData name="ralph kemp" userId="b9b5e5f6d19aaab0" providerId="LiveId" clId="{A29C7B4F-934B-4D14-826A-A7708455A20A}" dt="2020-06-01T04:11:05.860" v="4358" actId="1076"/>
        <pc:sldMkLst>
          <pc:docMk/>
          <pc:sldMk cId="3587715963" sldId="371"/>
        </pc:sldMkLst>
        <pc:spChg chg="mod">
          <ac:chgData name="ralph kemp" userId="b9b5e5f6d19aaab0" providerId="LiveId" clId="{A29C7B4F-934B-4D14-826A-A7708455A20A}" dt="2020-06-01T04:10:37.599" v="4351" actId="242"/>
          <ac:spMkLst>
            <pc:docMk/>
            <pc:sldMk cId="3587715963" sldId="371"/>
            <ac:spMk id="2" creationId="{9B8402EB-46F7-43DF-B19F-535E1A578482}"/>
          </ac:spMkLst>
        </pc:spChg>
        <pc:spChg chg="mod">
          <ac:chgData name="ralph kemp" userId="b9b5e5f6d19aaab0" providerId="LiveId" clId="{A29C7B4F-934B-4D14-826A-A7708455A20A}" dt="2020-06-01T04:11:05.860" v="4358" actId="1076"/>
          <ac:spMkLst>
            <pc:docMk/>
            <pc:sldMk cId="3587715963" sldId="371"/>
            <ac:spMk id="3" creationId="{3375DA01-26A3-4286-B00E-6677D7B9A8D4}"/>
          </ac:spMkLst>
        </pc:spChg>
      </pc:sldChg>
      <pc:sldChg chg="modSp new mod">
        <pc:chgData name="ralph kemp" userId="b9b5e5f6d19aaab0" providerId="LiveId" clId="{A29C7B4F-934B-4D14-826A-A7708455A20A}" dt="2020-06-01T04:24:12.816" v="4469" actId="1076"/>
        <pc:sldMkLst>
          <pc:docMk/>
          <pc:sldMk cId="3274128297" sldId="372"/>
        </pc:sldMkLst>
        <pc:spChg chg="mod">
          <ac:chgData name="ralph kemp" userId="b9b5e5f6d19aaab0" providerId="LiveId" clId="{A29C7B4F-934B-4D14-826A-A7708455A20A}" dt="2020-06-01T04:24:12.816" v="4469" actId="1076"/>
          <ac:spMkLst>
            <pc:docMk/>
            <pc:sldMk cId="3274128297" sldId="372"/>
            <ac:spMk id="2" creationId="{2922A12A-DD96-4167-9DF6-340B49A3F59F}"/>
          </ac:spMkLst>
        </pc:spChg>
        <pc:spChg chg="mod">
          <ac:chgData name="ralph kemp" userId="b9b5e5f6d19aaab0" providerId="LiveId" clId="{A29C7B4F-934B-4D14-826A-A7708455A20A}" dt="2020-06-01T04:24:07.724" v="4468" actId="1076"/>
          <ac:spMkLst>
            <pc:docMk/>
            <pc:sldMk cId="3274128297" sldId="372"/>
            <ac:spMk id="3" creationId="{2F71A59D-9ACE-4937-8835-CB55D70A2FC7}"/>
          </ac:spMkLst>
        </pc:spChg>
      </pc:sldChg>
      <pc:sldChg chg="modSp new mod">
        <pc:chgData name="ralph kemp" userId="b9b5e5f6d19aaab0" providerId="LiveId" clId="{A29C7B4F-934B-4D14-826A-A7708455A20A}" dt="2020-06-01T04:35:09.668" v="4556" actId="1076"/>
        <pc:sldMkLst>
          <pc:docMk/>
          <pc:sldMk cId="496615968" sldId="373"/>
        </pc:sldMkLst>
        <pc:spChg chg="mod">
          <ac:chgData name="ralph kemp" userId="b9b5e5f6d19aaab0" providerId="LiveId" clId="{A29C7B4F-934B-4D14-826A-A7708455A20A}" dt="2020-06-01T04:35:09.668" v="4556" actId="1076"/>
          <ac:spMkLst>
            <pc:docMk/>
            <pc:sldMk cId="496615968" sldId="373"/>
            <ac:spMk id="2" creationId="{7BE82CEB-7BFC-4BA5-A222-7AFE87257DB3}"/>
          </ac:spMkLst>
        </pc:spChg>
        <pc:spChg chg="mod">
          <ac:chgData name="ralph kemp" userId="b9b5e5f6d19aaab0" providerId="LiveId" clId="{A29C7B4F-934B-4D14-826A-A7708455A20A}" dt="2020-06-01T04:31:12.680" v="4538" actId="20577"/>
          <ac:spMkLst>
            <pc:docMk/>
            <pc:sldMk cId="496615968" sldId="373"/>
            <ac:spMk id="3" creationId="{8F70A449-5265-4453-838D-72D90D5514BA}"/>
          </ac:spMkLst>
        </pc:spChg>
      </pc:sldChg>
      <pc:sldChg chg="modSp add mod">
        <pc:chgData name="ralph kemp" userId="b9b5e5f6d19aaab0" providerId="LiveId" clId="{A29C7B4F-934B-4D14-826A-A7708455A20A}" dt="2020-06-01T04:52:14.326" v="5102" actId="123"/>
        <pc:sldMkLst>
          <pc:docMk/>
          <pc:sldMk cId="71382832" sldId="374"/>
        </pc:sldMkLst>
        <pc:spChg chg="mod">
          <ac:chgData name="ralph kemp" userId="b9b5e5f6d19aaab0" providerId="LiveId" clId="{A29C7B4F-934B-4D14-826A-A7708455A20A}" dt="2020-06-01T04:35:15.019" v="4557" actId="1076"/>
          <ac:spMkLst>
            <pc:docMk/>
            <pc:sldMk cId="71382832" sldId="374"/>
            <ac:spMk id="2" creationId="{7BE82CEB-7BFC-4BA5-A222-7AFE87257DB3}"/>
          </ac:spMkLst>
        </pc:spChg>
        <pc:spChg chg="mod">
          <ac:chgData name="ralph kemp" userId="b9b5e5f6d19aaab0" providerId="LiveId" clId="{A29C7B4F-934B-4D14-826A-A7708455A20A}" dt="2020-06-01T04:52:14.326" v="5102" actId="123"/>
          <ac:spMkLst>
            <pc:docMk/>
            <pc:sldMk cId="71382832" sldId="374"/>
            <ac:spMk id="3" creationId="{8F70A449-5265-4453-838D-72D90D5514BA}"/>
          </ac:spMkLst>
        </pc:spChg>
      </pc:sldChg>
      <pc:sldChg chg="modSp new mod">
        <pc:chgData name="ralph kemp" userId="b9b5e5f6d19aaab0" providerId="LiveId" clId="{A29C7B4F-934B-4D14-826A-A7708455A20A}" dt="2020-06-01T05:05:47.291" v="5143" actId="115"/>
        <pc:sldMkLst>
          <pc:docMk/>
          <pc:sldMk cId="1692836413" sldId="375"/>
        </pc:sldMkLst>
        <pc:spChg chg="mod">
          <ac:chgData name="ralph kemp" userId="b9b5e5f6d19aaab0" providerId="LiveId" clId="{A29C7B4F-934B-4D14-826A-A7708455A20A}" dt="2020-06-01T04:48:56.617" v="5007" actId="1076"/>
          <ac:spMkLst>
            <pc:docMk/>
            <pc:sldMk cId="1692836413" sldId="375"/>
            <ac:spMk id="2" creationId="{6CE0038B-4DD7-4B9E-ABB0-4C653B1DDE02}"/>
          </ac:spMkLst>
        </pc:spChg>
        <pc:spChg chg="mod">
          <ac:chgData name="ralph kemp" userId="b9b5e5f6d19aaab0" providerId="LiveId" clId="{A29C7B4F-934B-4D14-826A-A7708455A20A}" dt="2020-06-01T05:05:47.291" v="5143" actId="115"/>
          <ac:spMkLst>
            <pc:docMk/>
            <pc:sldMk cId="1692836413" sldId="375"/>
            <ac:spMk id="3" creationId="{7495A271-2B79-42CD-A9B3-0FDBC0387218}"/>
          </ac:spMkLst>
        </pc:spChg>
      </pc:sldChg>
      <pc:sldChg chg="modSp add mod ord">
        <pc:chgData name="ralph kemp" userId="b9b5e5f6d19aaab0" providerId="LiveId" clId="{A29C7B4F-934B-4D14-826A-A7708455A20A}" dt="2020-06-01T04:43:45.804" v="4904" actId="20577"/>
        <pc:sldMkLst>
          <pc:docMk/>
          <pc:sldMk cId="2064718107" sldId="376"/>
        </pc:sldMkLst>
        <pc:spChg chg="mod">
          <ac:chgData name="ralph kemp" userId="b9b5e5f6d19aaab0" providerId="LiveId" clId="{A29C7B4F-934B-4D14-826A-A7708455A20A}" dt="2020-06-01T04:43:20.916" v="4831" actId="20577"/>
          <ac:spMkLst>
            <pc:docMk/>
            <pc:sldMk cId="2064718107" sldId="376"/>
            <ac:spMk id="2" creationId="{9B8402EB-46F7-43DF-B19F-535E1A578482}"/>
          </ac:spMkLst>
        </pc:spChg>
        <pc:spChg chg="mod">
          <ac:chgData name="ralph kemp" userId="b9b5e5f6d19aaab0" providerId="LiveId" clId="{A29C7B4F-934B-4D14-826A-A7708455A20A}" dt="2020-06-01T04:43:45.804" v="4904" actId="20577"/>
          <ac:spMkLst>
            <pc:docMk/>
            <pc:sldMk cId="2064718107" sldId="376"/>
            <ac:spMk id="3" creationId="{3375DA01-26A3-4286-B00E-6677D7B9A8D4}"/>
          </ac:spMkLst>
        </pc:spChg>
      </pc:sldChg>
      <pc:sldChg chg="modSp add mod">
        <pc:chgData name="ralph kemp" userId="b9b5e5f6d19aaab0" providerId="LiveId" clId="{A29C7B4F-934B-4D14-826A-A7708455A20A}" dt="2020-06-01T04:53:43.791" v="5122" actId="1076"/>
        <pc:sldMkLst>
          <pc:docMk/>
          <pc:sldMk cId="942535379" sldId="377"/>
        </pc:sldMkLst>
        <pc:spChg chg="mod">
          <ac:chgData name="ralph kemp" userId="b9b5e5f6d19aaab0" providerId="LiveId" clId="{A29C7B4F-934B-4D14-826A-A7708455A20A}" dt="2020-06-01T04:53:43.791" v="5122" actId="1076"/>
          <ac:spMkLst>
            <pc:docMk/>
            <pc:sldMk cId="942535379" sldId="377"/>
            <ac:spMk id="2" creationId="{6CE0038B-4DD7-4B9E-ABB0-4C653B1DDE02}"/>
          </ac:spMkLst>
        </pc:spChg>
        <pc:spChg chg="mod">
          <ac:chgData name="ralph kemp" userId="b9b5e5f6d19aaab0" providerId="LiveId" clId="{A29C7B4F-934B-4D14-826A-A7708455A20A}" dt="2020-06-01T04:53:37.561" v="5121" actId="5793"/>
          <ac:spMkLst>
            <pc:docMk/>
            <pc:sldMk cId="942535379" sldId="377"/>
            <ac:spMk id="3" creationId="{7495A271-2B79-42CD-A9B3-0FDBC0387218}"/>
          </ac:spMkLst>
        </pc:spChg>
      </pc:sldChg>
      <pc:sldChg chg="modSp add mod">
        <pc:chgData name="ralph kemp" userId="b9b5e5f6d19aaab0" providerId="LiveId" clId="{A29C7B4F-934B-4D14-826A-A7708455A20A}" dt="2020-06-01T05:16:09.801" v="5420" actId="114"/>
        <pc:sldMkLst>
          <pc:docMk/>
          <pc:sldMk cId="344518562" sldId="378"/>
        </pc:sldMkLst>
        <pc:spChg chg="mod">
          <ac:chgData name="ralph kemp" userId="b9b5e5f6d19aaab0" providerId="LiveId" clId="{A29C7B4F-934B-4D14-826A-A7708455A20A}" dt="2020-06-01T05:12:16.016" v="5385" actId="1076"/>
          <ac:spMkLst>
            <pc:docMk/>
            <pc:sldMk cId="344518562" sldId="378"/>
            <ac:spMk id="2" creationId="{6CE0038B-4DD7-4B9E-ABB0-4C653B1DDE02}"/>
          </ac:spMkLst>
        </pc:spChg>
        <pc:spChg chg="mod">
          <ac:chgData name="ralph kemp" userId="b9b5e5f6d19aaab0" providerId="LiveId" clId="{A29C7B4F-934B-4D14-826A-A7708455A20A}" dt="2020-06-01T05:16:09.801" v="5420" actId="114"/>
          <ac:spMkLst>
            <pc:docMk/>
            <pc:sldMk cId="344518562" sldId="378"/>
            <ac:spMk id="3" creationId="{7495A271-2B79-42CD-A9B3-0FDBC0387218}"/>
          </ac:spMkLst>
        </pc:spChg>
      </pc:sldChg>
      <pc:sldChg chg="modSp add mod">
        <pc:chgData name="ralph kemp" userId="b9b5e5f6d19aaab0" providerId="LiveId" clId="{A29C7B4F-934B-4D14-826A-A7708455A20A}" dt="2020-06-01T05:19:00.438" v="5468" actId="115"/>
        <pc:sldMkLst>
          <pc:docMk/>
          <pc:sldMk cId="4288113910" sldId="379"/>
        </pc:sldMkLst>
        <pc:spChg chg="mod">
          <ac:chgData name="ralph kemp" userId="b9b5e5f6d19aaab0" providerId="LiveId" clId="{A29C7B4F-934B-4D14-826A-A7708455A20A}" dt="2020-06-01T05:15:12.008" v="5414" actId="20577"/>
          <ac:spMkLst>
            <pc:docMk/>
            <pc:sldMk cId="4288113910" sldId="379"/>
            <ac:spMk id="2" creationId="{6CE0038B-4DD7-4B9E-ABB0-4C653B1DDE02}"/>
          </ac:spMkLst>
        </pc:spChg>
        <pc:spChg chg="mod">
          <ac:chgData name="ralph kemp" userId="b9b5e5f6d19aaab0" providerId="LiveId" clId="{A29C7B4F-934B-4D14-826A-A7708455A20A}" dt="2020-06-01T05:19:00.438" v="5468" actId="115"/>
          <ac:spMkLst>
            <pc:docMk/>
            <pc:sldMk cId="4288113910" sldId="379"/>
            <ac:spMk id="3" creationId="{7495A271-2B79-42CD-A9B3-0FDBC0387218}"/>
          </ac:spMkLst>
        </pc:spChg>
      </pc:sldChg>
      <pc:sldChg chg="modSp add mod ord">
        <pc:chgData name="ralph kemp" userId="b9b5e5f6d19aaab0" providerId="LiveId" clId="{A29C7B4F-934B-4D14-826A-A7708455A20A}" dt="2020-06-01T05:30:22.971" v="5831" actId="255"/>
        <pc:sldMkLst>
          <pc:docMk/>
          <pc:sldMk cId="2973172349" sldId="380"/>
        </pc:sldMkLst>
        <pc:spChg chg="mod">
          <ac:chgData name="ralph kemp" userId="b9b5e5f6d19aaab0" providerId="LiveId" clId="{A29C7B4F-934B-4D14-826A-A7708455A20A}" dt="2020-06-01T05:20:19.390" v="5507" actId="20577"/>
          <ac:spMkLst>
            <pc:docMk/>
            <pc:sldMk cId="2973172349" sldId="380"/>
            <ac:spMk id="2" creationId="{9B8402EB-46F7-43DF-B19F-535E1A578482}"/>
          </ac:spMkLst>
        </pc:spChg>
        <pc:spChg chg="mod">
          <ac:chgData name="ralph kemp" userId="b9b5e5f6d19aaab0" providerId="LiveId" clId="{A29C7B4F-934B-4D14-826A-A7708455A20A}" dt="2020-06-01T05:30:22.971" v="5831" actId="255"/>
          <ac:spMkLst>
            <pc:docMk/>
            <pc:sldMk cId="2973172349" sldId="380"/>
            <ac:spMk id="3" creationId="{3375DA01-26A3-4286-B00E-6677D7B9A8D4}"/>
          </ac:spMkLst>
        </pc:spChg>
      </pc:sldChg>
      <pc:sldChg chg="modSp add mod ord">
        <pc:chgData name="ralph kemp" userId="b9b5e5f6d19aaab0" providerId="LiveId" clId="{A29C7B4F-934B-4D14-826A-A7708455A20A}" dt="2020-06-01T05:32:59.598" v="5850" actId="20577"/>
        <pc:sldMkLst>
          <pc:docMk/>
          <pc:sldMk cId="2443015215" sldId="381"/>
        </pc:sldMkLst>
        <pc:spChg chg="mod">
          <ac:chgData name="ralph kemp" userId="b9b5e5f6d19aaab0" providerId="LiveId" clId="{A29C7B4F-934B-4D14-826A-A7708455A20A}" dt="2020-06-01T05:22:31.416" v="5647" actId="20577"/>
          <ac:spMkLst>
            <pc:docMk/>
            <pc:sldMk cId="2443015215" sldId="381"/>
            <ac:spMk id="2" creationId="{6CE0038B-4DD7-4B9E-ABB0-4C653B1DDE02}"/>
          </ac:spMkLst>
        </pc:spChg>
        <pc:spChg chg="mod">
          <ac:chgData name="ralph kemp" userId="b9b5e5f6d19aaab0" providerId="LiveId" clId="{A29C7B4F-934B-4D14-826A-A7708455A20A}" dt="2020-06-01T05:32:59.598" v="5850" actId="20577"/>
          <ac:spMkLst>
            <pc:docMk/>
            <pc:sldMk cId="2443015215" sldId="381"/>
            <ac:spMk id="3" creationId="{7495A271-2B79-42CD-A9B3-0FDBC0387218}"/>
          </ac:spMkLst>
        </pc:spChg>
      </pc:sldChg>
      <pc:sldChg chg="modSp new mod">
        <pc:chgData name="ralph kemp" userId="b9b5e5f6d19aaab0" providerId="LiveId" clId="{A29C7B4F-934B-4D14-826A-A7708455A20A}" dt="2020-06-01T06:00:16.191" v="5950" actId="14100"/>
        <pc:sldMkLst>
          <pc:docMk/>
          <pc:sldMk cId="826154884" sldId="382"/>
        </pc:sldMkLst>
        <pc:spChg chg="mod">
          <ac:chgData name="ralph kemp" userId="b9b5e5f6d19aaab0" providerId="LiveId" clId="{A29C7B4F-934B-4D14-826A-A7708455A20A}" dt="2020-06-01T06:00:16.191" v="5950" actId="14100"/>
          <ac:spMkLst>
            <pc:docMk/>
            <pc:sldMk cId="826154884" sldId="382"/>
            <ac:spMk id="2" creationId="{DC75DCB0-0E87-4C8D-814B-7C79AFC7C4F3}"/>
          </ac:spMkLst>
        </pc:spChg>
        <pc:spChg chg="mod">
          <ac:chgData name="ralph kemp" userId="b9b5e5f6d19aaab0" providerId="LiveId" clId="{A29C7B4F-934B-4D14-826A-A7708455A20A}" dt="2020-06-01T05:58:04.017" v="5912" actId="20577"/>
          <ac:spMkLst>
            <pc:docMk/>
            <pc:sldMk cId="826154884" sldId="382"/>
            <ac:spMk id="3" creationId="{64ED7A10-D128-47DF-BCD4-618A41DE3F8D}"/>
          </ac:spMkLst>
        </pc:spChg>
      </pc:sldChg>
      <pc:sldChg chg="modSp add del mod ord">
        <pc:chgData name="ralph kemp" userId="b9b5e5f6d19aaab0" providerId="LiveId" clId="{A29C7B4F-934B-4D14-826A-A7708455A20A}" dt="2020-06-01T05:55:57.148" v="5858" actId="2696"/>
        <pc:sldMkLst>
          <pc:docMk/>
          <pc:sldMk cId="1561934001" sldId="382"/>
        </pc:sldMkLst>
        <pc:spChg chg="mod">
          <ac:chgData name="ralph kemp" userId="b9b5e5f6d19aaab0" providerId="LiveId" clId="{A29C7B4F-934B-4D14-826A-A7708455A20A}" dt="2020-06-01T05:32:26.805" v="5837" actId="21"/>
          <ac:spMkLst>
            <pc:docMk/>
            <pc:sldMk cId="1561934001" sldId="382"/>
            <ac:spMk id="3" creationId="{7495A271-2B79-42CD-A9B3-0FDBC0387218}"/>
          </ac:spMkLst>
        </pc:spChg>
      </pc:sldChg>
    </pc:docChg>
  </pc:docChgLst>
  <pc:docChgLst>
    <pc:chgData name="ralph kemp" userId="b9b5e5f6d19aaab0" providerId="LiveId" clId="{E76598A3-A913-4822-A8F1-CB075C0F86B7}"/>
    <pc:docChg chg="undo custSel modSld">
      <pc:chgData name="ralph kemp" userId="b9b5e5f6d19aaab0" providerId="LiveId" clId="{E76598A3-A913-4822-A8F1-CB075C0F86B7}" dt="2020-06-01T12:48:45.842" v="293" actId="14100"/>
      <pc:docMkLst>
        <pc:docMk/>
      </pc:docMkLst>
      <pc:sldChg chg="modTransition">
        <pc:chgData name="ralph kemp" userId="b9b5e5f6d19aaab0" providerId="LiveId" clId="{E76598A3-A913-4822-A8F1-CB075C0F86B7}" dt="2020-06-01T12:13:28.752" v="0"/>
        <pc:sldMkLst>
          <pc:docMk/>
          <pc:sldMk cId="2363639681" sldId="259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701221404" sldId="261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547356398" sldId="263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862864849" sldId="264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073301653" sldId="265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4241626609" sldId="266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408362590" sldId="267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46588168" sldId="271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755588568" sldId="272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918976556" sldId="273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875805434" sldId="274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515912946" sldId="276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072159602" sldId="277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241968902" sldId="278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582666542" sldId="280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948794998" sldId="283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035910379" sldId="284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596027900" sldId="288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944636126" sldId="289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578906670" sldId="292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018706929" sldId="298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412516943" sldId="301"/>
        </pc:sldMkLst>
      </pc:sldChg>
      <pc:sldChg chg="modSp mod modTransition">
        <pc:chgData name="ralph kemp" userId="b9b5e5f6d19aaab0" providerId="LiveId" clId="{E76598A3-A913-4822-A8F1-CB075C0F86B7}" dt="2020-06-01T12:39:43.215" v="186" actId="14100"/>
        <pc:sldMkLst>
          <pc:docMk/>
          <pc:sldMk cId="2398991298" sldId="302"/>
        </pc:sldMkLst>
        <pc:spChg chg="mod">
          <ac:chgData name="ralph kemp" userId="b9b5e5f6d19aaab0" providerId="LiveId" clId="{E76598A3-A913-4822-A8F1-CB075C0F86B7}" dt="2020-06-01T12:37:29.902" v="163" actId="1076"/>
          <ac:spMkLst>
            <pc:docMk/>
            <pc:sldMk cId="2398991298" sldId="302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39:43.215" v="186" actId="14100"/>
          <ac:spMkLst>
            <pc:docMk/>
            <pc:sldMk cId="2398991298" sldId="302"/>
            <ac:spMk id="3" creationId="{00000000-0000-0000-0000-000000000000}"/>
          </ac:spMkLst>
        </pc:spChg>
      </pc:sldChg>
      <pc:sldChg chg="modSp mod modTransition">
        <pc:chgData name="ralph kemp" userId="b9b5e5f6d19aaab0" providerId="LiveId" clId="{E76598A3-A913-4822-A8F1-CB075C0F86B7}" dt="2020-06-01T12:38:54.565" v="178" actId="1076"/>
        <pc:sldMkLst>
          <pc:docMk/>
          <pc:sldMk cId="222315872" sldId="303"/>
        </pc:sldMkLst>
        <pc:spChg chg="mod">
          <ac:chgData name="ralph kemp" userId="b9b5e5f6d19aaab0" providerId="LiveId" clId="{E76598A3-A913-4822-A8F1-CB075C0F86B7}" dt="2020-06-01T12:38:49.814" v="177" actId="1076"/>
          <ac:spMkLst>
            <pc:docMk/>
            <pc:sldMk cId="222315872" sldId="303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38:54.565" v="178" actId="1076"/>
          <ac:spMkLst>
            <pc:docMk/>
            <pc:sldMk cId="222315872" sldId="303"/>
            <ac:spMk id="3" creationId="{00000000-0000-0000-0000-000000000000}"/>
          </ac:spMkLst>
        </pc:spChg>
      </pc:sldChg>
      <pc:sldChg chg="modSp mod modTransition">
        <pc:chgData name="ralph kemp" userId="b9b5e5f6d19aaab0" providerId="LiveId" clId="{E76598A3-A913-4822-A8F1-CB075C0F86B7}" dt="2020-06-01T12:34:11.423" v="146" actId="1076"/>
        <pc:sldMkLst>
          <pc:docMk/>
          <pc:sldMk cId="694610766" sldId="304"/>
        </pc:sldMkLst>
        <pc:spChg chg="mod">
          <ac:chgData name="ralph kemp" userId="b9b5e5f6d19aaab0" providerId="LiveId" clId="{E76598A3-A913-4822-A8F1-CB075C0F86B7}" dt="2020-06-01T12:34:08.069" v="145" actId="1076"/>
          <ac:spMkLst>
            <pc:docMk/>
            <pc:sldMk cId="694610766" sldId="304"/>
            <ac:spMk id="2" creationId="{00000000-0000-0000-0000-000000000000}"/>
          </ac:spMkLst>
        </pc:spChg>
        <pc:picChg chg="mod modCrop">
          <ac:chgData name="ralph kemp" userId="b9b5e5f6d19aaab0" providerId="LiveId" clId="{E76598A3-A913-4822-A8F1-CB075C0F86B7}" dt="2020-06-01T12:34:11.423" v="146" actId="1076"/>
          <ac:picMkLst>
            <pc:docMk/>
            <pc:sldMk cId="694610766" sldId="304"/>
            <ac:picMk id="5" creationId="{00000000-0000-0000-0000-000000000000}"/>
          </ac:picMkLst>
        </pc:pic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4112560276" sldId="305"/>
        </pc:sldMkLst>
      </pc:sldChg>
      <pc:sldChg chg="modSp mod modTransition">
        <pc:chgData name="ralph kemp" userId="b9b5e5f6d19aaab0" providerId="LiveId" clId="{E76598A3-A913-4822-A8F1-CB075C0F86B7}" dt="2020-06-01T12:40:34.110" v="194" actId="1076"/>
        <pc:sldMkLst>
          <pc:docMk/>
          <pc:sldMk cId="2742209578" sldId="306"/>
        </pc:sldMkLst>
        <pc:spChg chg="mod">
          <ac:chgData name="ralph kemp" userId="b9b5e5f6d19aaab0" providerId="LiveId" clId="{E76598A3-A913-4822-A8F1-CB075C0F86B7}" dt="2020-06-01T12:40:18.769" v="191" actId="1076"/>
          <ac:spMkLst>
            <pc:docMk/>
            <pc:sldMk cId="2742209578" sldId="306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40:34.110" v="194" actId="1076"/>
          <ac:spMkLst>
            <pc:docMk/>
            <pc:sldMk cId="2742209578" sldId="306"/>
            <ac:spMk id="3" creationId="{00000000-0000-0000-0000-000000000000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434945104" sldId="308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674193263" sldId="309"/>
        </pc:sldMkLst>
      </pc:sldChg>
      <pc:sldChg chg="modSp mod modTransition">
        <pc:chgData name="ralph kemp" userId="b9b5e5f6d19aaab0" providerId="LiveId" clId="{E76598A3-A913-4822-A8F1-CB075C0F86B7}" dt="2020-06-01T12:41:03.151" v="200" actId="14100"/>
        <pc:sldMkLst>
          <pc:docMk/>
          <pc:sldMk cId="1290577488" sldId="310"/>
        </pc:sldMkLst>
        <pc:spChg chg="mod">
          <ac:chgData name="ralph kemp" userId="b9b5e5f6d19aaab0" providerId="LiveId" clId="{E76598A3-A913-4822-A8F1-CB075C0F86B7}" dt="2020-06-01T12:40:55.917" v="198" actId="1076"/>
          <ac:spMkLst>
            <pc:docMk/>
            <pc:sldMk cId="1290577488" sldId="310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41:03.151" v="200" actId="14100"/>
          <ac:spMkLst>
            <pc:docMk/>
            <pc:sldMk cId="1290577488" sldId="310"/>
            <ac:spMk id="3" creationId="{00000000-0000-0000-0000-000000000000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001452231" sldId="311"/>
        </pc:sldMkLst>
      </pc:sldChg>
      <pc:sldChg chg="modSp mod modTransition">
        <pc:chgData name="ralph kemp" userId="b9b5e5f6d19aaab0" providerId="LiveId" clId="{E76598A3-A913-4822-A8F1-CB075C0F86B7}" dt="2020-06-01T12:22:19.595" v="50" actId="1076"/>
        <pc:sldMkLst>
          <pc:docMk/>
          <pc:sldMk cId="2176367710" sldId="312"/>
        </pc:sldMkLst>
        <pc:spChg chg="mod">
          <ac:chgData name="ralph kemp" userId="b9b5e5f6d19aaab0" providerId="LiveId" clId="{E76598A3-A913-4822-A8F1-CB075C0F86B7}" dt="2020-06-01T12:22:19.595" v="50" actId="1076"/>
          <ac:spMkLst>
            <pc:docMk/>
            <pc:sldMk cId="2176367710" sldId="312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22:14.133" v="48" actId="1076"/>
          <ac:spMkLst>
            <pc:docMk/>
            <pc:sldMk cId="2176367710" sldId="312"/>
            <ac:spMk id="3" creationId="{00000000-0000-0000-0000-000000000000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918392554" sldId="313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550916923" sldId="315"/>
        </pc:sldMkLst>
      </pc:sldChg>
      <pc:sldChg chg="modSp mod modTransition">
        <pc:chgData name="ralph kemp" userId="b9b5e5f6d19aaab0" providerId="LiveId" clId="{E76598A3-A913-4822-A8F1-CB075C0F86B7}" dt="2020-06-01T12:42:46.365" v="223" actId="1076"/>
        <pc:sldMkLst>
          <pc:docMk/>
          <pc:sldMk cId="1425193999" sldId="317"/>
        </pc:sldMkLst>
        <pc:spChg chg="mod">
          <ac:chgData name="ralph kemp" userId="b9b5e5f6d19aaab0" providerId="LiveId" clId="{E76598A3-A913-4822-A8F1-CB075C0F86B7}" dt="2020-06-01T12:42:38.008" v="220" actId="1076"/>
          <ac:spMkLst>
            <pc:docMk/>
            <pc:sldMk cId="1425193999" sldId="317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42:46.365" v="223" actId="1076"/>
          <ac:spMkLst>
            <pc:docMk/>
            <pc:sldMk cId="1425193999" sldId="317"/>
            <ac:spMk id="3" creationId="{00000000-0000-0000-0000-000000000000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64504982" sldId="318"/>
        </pc:sldMkLst>
      </pc:sldChg>
      <pc:sldChg chg="modSp mod modTransition">
        <pc:chgData name="ralph kemp" userId="b9b5e5f6d19aaab0" providerId="LiveId" clId="{E76598A3-A913-4822-A8F1-CB075C0F86B7}" dt="2020-06-01T12:43:21.503" v="230" actId="14100"/>
        <pc:sldMkLst>
          <pc:docMk/>
          <pc:sldMk cId="2287186540" sldId="319"/>
        </pc:sldMkLst>
        <pc:spChg chg="mod">
          <ac:chgData name="ralph kemp" userId="b9b5e5f6d19aaab0" providerId="LiveId" clId="{E76598A3-A913-4822-A8F1-CB075C0F86B7}" dt="2020-06-01T12:43:14.236" v="228" actId="1076"/>
          <ac:spMkLst>
            <pc:docMk/>
            <pc:sldMk cId="2287186540" sldId="319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43:21.503" v="230" actId="14100"/>
          <ac:spMkLst>
            <pc:docMk/>
            <pc:sldMk cId="2287186540" sldId="319"/>
            <ac:spMk id="3" creationId="{00000000-0000-0000-0000-000000000000}"/>
          </ac:spMkLst>
        </pc:spChg>
      </pc:sldChg>
      <pc:sldChg chg="modSp mod modTransition">
        <pc:chgData name="ralph kemp" userId="b9b5e5f6d19aaab0" providerId="LiveId" clId="{E76598A3-A913-4822-A8F1-CB075C0F86B7}" dt="2020-06-01T12:43:52.261" v="236" actId="14100"/>
        <pc:sldMkLst>
          <pc:docMk/>
          <pc:sldMk cId="2398188027" sldId="320"/>
        </pc:sldMkLst>
        <pc:spChg chg="mod">
          <ac:chgData name="ralph kemp" userId="b9b5e5f6d19aaab0" providerId="LiveId" clId="{E76598A3-A913-4822-A8F1-CB075C0F86B7}" dt="2020-06-01T12:43:45.400" v="234" actId="1076"/>
          <ac:spMkLst>
            <pc:docMk/>
            <pc:sldMk cId="2398188027" sldId="320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43:52.261" v="236" actId="14100"/>
          <ac:spMkLst>
            <pc:docMk/>
            <pc:sldMk cId="2398188027" sldId="320"/>
            <ac:spMk id="3" creationId="{00000000-0000-0000-0000-000000000000}"/>
          </ac:spMkLst>
        </pc:spChg>
      </pc:sldChg>
      <pc:sldChg chg="modSp mod modTransition">
        <pc:chgData name="ralph kemp" userId="b9b5e5f6d19aaab0" providerId="LiveId" clId="{E76598A3-A913-4822-A8F1-CB075C0F86B7}" dt="2020-06-01T12:41:42.326" v="207" actId="14100"/>
        <pc:sldMkLst>
          <pc:docMk/>
          <pc:sldMk cId="1232176280" sldId="321"/>
        </pc:sldMkLst>
        <pc:spChg chg="mod">
          <ac:chgData name="ralph kemp" userId="b9b5e5f6d19aaab0" providerId="LiveId" clId="{E76598A3-A913-4822-A8F1-CB075C0F86B7}" dt="2020-06-01T12:41:35.199" v="205" actId="1076"/>
          <ac:spMkLst>
            <pc:docMk/>
            <pc:sldMk cId="1232176280" sldId="321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41:42.326" v="207" actId="14100"/>
          <ac:spMkLst>
            <pc:docMk/>
            <pc:sldMk cId="1232176280" sldId="321"/>
            <ac:spMk id="3" creationId="{00000000-0000-0000-0000-000000000000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929557409" sldId="322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4134885952" sldId="323"/>
        </pc:sldMkLst>
      </pc:sldChg>
      <pc:sldChg chg="modSp mod modTransition">
        <pc:chgData name="ralph kemp" userId="b9b5e5f6d19aaab0" providerId="LiveId" clId="{E76598A3-A913-4822-A8F1-CB075C0F86B7}" dt="2020-06-01T12:42:17.996" v="215" actId="1076"/>
        <pc:sldMkLst>
          <pc:docMk/>
          <pc:sldMk cId="4136516791" sldId="324"/>
        </pc:sldMkLst>
        <pc:spChg chg="mod">
          <ac:chgData name="ralph kemp" userId="b9b5e5f6d19aaab0" providerId="LiveId" clId="{E76598A3-A913-4822-A8F1-CB075C0F86B7}" dt="2020-06-01T12:42:09.599" v="212" actId="1076"/>
          <ac:spMkLst>
            <pc:docMk/>
            <pc:sldMk cId="4136516791" sldId="324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42:17.996" v="215" actId="1076"/>
          <ac:spMkLst>
            <pc:docMk/>
            <pc:sldMk cId="4136516791" sldId="324"/>
            <ac:spMk id="3" creationId="{00000000-0000-0000-0000-000000000000}"/>
          </ac:spMkLst>
        </pc:spChg>
      </pc:sldChg>
      <pc:sldChg chg="modSp mod modTransition">
        <pc:chgData name="ralph kemp" userId="b9b5e5f6d19aaab0" providerId="LiveId" clId="{E76598A3-A913-4822-A8F1-CB075C0F86B7}" dt="2020-06-01T12:44:33.906" v="243" actId="14100"/>
        <pc:sldMkLst>
          <pc:docMk/>
          <pc:sldMk cId="1160497468" sldId="326"/>
        </pc:sldMkLst>
        <pc:spChg chg="mod">
          <ac:chgData name="ralph kemp" userId="b9b5e5f6d19aaab0" providerId="LiveId" clId="{E76598A3-A913-4822-A8F1-CB075C0F86B7}" dt="2020-06-01T12:44:26.597" v="241" actId="1076"/>
          <ac:spMkLst>
            <pc:docMk/>
            <pc:sldMk cId="1160497468" sldId="326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44:33.906" v="243" actId="14100"/>
          <ac:spMkLst>
            <pc:docMk/>
            <pc:sldMk cId="1160497468" sldId="326"/>
            <ac:spMk id="3" creationId="{00000000-0000-0000-0000-000000000000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151281634" sldId="327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971539953" sldId="328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557532438" sldId="329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863611705" sldId="331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4227298669" sldId="332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475952560" sldId="333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64528751" sldId="335"/>
        </pc:sldMkLst>
      </pc:sldChg>
      <pc:sldChg chg="modSp mod modTransition">
        <pc:chgData name="ralph kemp" userId="b9b5e5f6d19aaab0" providerId="LiveId" clId="{E76598A3-A913-4822-A8F1-CB075C0F86B7}" dt="2020-06-01T12:45:06.321" v="249" actId="14100"/>
        <pc:sldMkLst>
          <pc:docMk/>
          <pc:sldMk cId="3839753162" sldId="337"/>
        </pc:sldMkLst>
        <pc:spChg chg="mod">
          <ac:chgData name="ralph kemp" userId="b9b5e5f6d19aaab0" providerId="LiveId" clId="{E76598A3-A913-4822-A8F1-CB075C0F86B7}" dt="2020-06-01T12:45:00.045" v="247" actId="1076"/>
          <ac:spMkLst>
            <pc:docMk/>
            <pc:sldMk cId="3839753162" sldId="337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45:06.321" v="249" actId="14100"/>
          <ac:spMkLst>
            <pc:docMk/>
            <pc:sldMk cId="3839753162" sldId="337"/>
            <ac:spMk id="3" creationId="{00000000-0000-0000-0000-000000000000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972049134" sldId="338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284780536" sldId="341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28619256" sldId="342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643734443" sldId="343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599361600" sldId="344"/>
        </pc:sldMkLst>
      </pc:sldChg>
      <pc:sldChg chg="modSp mod modTransition">
        <pc:chgData name="ralph kemp" userId="b9b5e5f6d19aaab0" providerId="LiveId" clId="{E76598A3-A913-4822-A8F1-CB075C0F86B7}" dt="2020-06-01T12:45:38.832" v="257" actId="14100"/>
        <pc:sldMkLst>
          <pc:docMk/>
          <pc:sldMk cId="645575516" sldId="345"/>
        </pc:sldMkLst>
        <pc:spChg chg="mod">
          <ac:chgData name="ralph kemp" userId="b9b5e5f6d19aaab0" providerId="LiveId" clId="{E76598A3-A913-4822-A8F1-CB075C0F86B7}" dt="2020-06-01T12:45:31.614" v="255" actId="1076"/>
          <ac:spMkLst>
            <pc:docMk/>
            <pc:sldMk cId="645575516" sldId="345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45:38.832" v="257" actId="14100"/>
          <ac:spMkLst>
            <pc:docMk/>
            <pc:sldMk cId="645575516" sldId="345"/>
            <ac:spMk id="3" creationId="{00000000-0000-0000-0000-000000000000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331112328" sldId="346"/>
        </pc:sldMkLst>
      </pc:sldChg>
      <pc:sldChg chg="modSp mod modTransition">
        <pc:chgData name="ralph kemp" userId="b9b5e5f6d19aaab0" providerId="LiveId" clId="{E76598A3-A913-4822-A8F1-CB075C0F86B7}" dt="2020-06-01T12:46:42.448" v="270" actId="14100"/>
        <pc:sldMkLst>
          <pc:docMk/>
          <pc:sldMk cId="1507173055" sldId="347"/>
        </pc:sldMkLst>
        <pc:spChg chg="mod">
          <ac:chgData name="ralph kemp" userId="b9b5e5f6d19aaab0" providerId="LiveId" clId="{E76598A3-A913-4822-A8F1-CB075C0F86B7}" dt="2020-06-01T12:45:59.684" v="261" actId="1076"/>
          <ac:spMkLst>
            <pc:docMk/>
            <pc:sldMk cId="1507173055" sldId="347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46:42.448" v="270" actId="14100"/>
          <ac:spMkLst>
            <pc:docMk/>
            <pc:sldMk cId="1507173055" sldId="347"/>
            <ac:spMk id="3" creationId="{00000000-0000-0000-0000-000000000000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304467881" sldId="348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850330184" sldId="350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934171882" sldId="351"/>
        </pc:sldMkLst>
      </pc:sldChg>
      <pc:sldChg chg="modSp mod modTransition">
        <pc:chgData name="ralph kemp" userId="b9b5e5f6d19aaab0" providerId="LiveId" clId="{E76598A3-A913-4822-A8F1-CB075C0F86B7}" dt="2020-06-01T12:46:34.445" v="269" actId="14100"/>
        <pc:sldMkLst>
          <pc:docMk/>
          <pc:sldMk cId="4205939445" sldId="352"/>
        </pc:sldMkLst>
        <pc:spChg chg="mod">
          <ac:chgData name="ralph kemp" userId="b9b5e5f6d19aaab0" providerId="LiveId" clId="{E76598A3-A913-4822-A8F1-CB075C0F86B7}" dt="2020-06-01T12:46:27.286" v="267" actId="1076"/>
          <ac:spMkLst>
            <pc:docMk/>
            <pc:sldMk cId="4205939445" sldId="352"/>
            <ac:spMk id="2" creationId="{00000000-0000-0000-0000-000000000000}"/>
          </ac:spMkLst>
        </pc:spChg>
        <pc:spChg chg="mod">
          <ac:chgData name="ralph kemp" userId="b9b5e5f6d19aaab0" providerId="LiveId" clId="{E76598A3-A913-4822-A8F1-CB075C0F86B7}" dt="2020-06-01T12:46:34.445" v="269" actId="14100"/>
          <ac:spMkLst>
            <pc:docMk/>
            <pc:sldMk cId="4205939445" sldId="352"/>
            <ac:spMk id="3" creationId="{00000000-0000-0000-0000-000000000000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567278368" sldId="353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766531159" sldId="354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936610978" sldId="355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483444541" sldId="357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732397597" sldId="358"/>
        </pc:sldMkLst>
      </pc:sldChg>
      <pc:sldChg chg="modSp mod modTransition">
        <pc:chgData name="ralph kemp" userId="b9b5e5f6d19aaab0" providerId="LiveId" clId="{E76598A3-A913-4822-A8F1-CB075C0F86B7}" dt="2020-06-01T12:34:30.686" v="148" actId="1076"/>
        <pc:sldMkLst>
          <pc:docMk/>
          <pc:sldMk cId="3567683259" sldId="361"/>
        </pc:sldMkLst>
        <pc:spChg chg="mod">
          <ac:chgData name="ralph kemp" userId="b9b5e5f6d19aaab0" providerId="LiveId" clId="{E76598A3-A913-4822-A8F1-CB075C0F86B7}" dt="2020-06-01T12:34:23.796" v="147" actId="1076"/>
          <ac:spMkLst>
            <pc:docMk/>
            <pc:sldMk cId="3567683259" sldId="361"/>
            <ac:spMk id="2" creationId="{68CDBF0D-96A8-41AB-A5B9-5E09640AB07B}"/>
          </ac:spMkLst>
        </pc:spChg>
        <pc:spChg chg="mod">
          <ac:chgData name="ralph kemp" userId="b9b5e5f6d19aaab0" providerId="LiveId" clId="{E76598A3-A913-4822-A8F1-CB075C0F86B7}" dt="2020-06-01T12:34:30.686" v="148" actId="1076"/>
          <ac:spMkLst>
            <pc:docMk/>
            <pc:sldMk cId="3567683259" sldId="361"/>
            <ac:spMk id="3" creationId="{D1B07D69-A409-49B8-91B9-8AE6AA720E1D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703884431" sldId="362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4222241252" sldId="363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001696727" sldId="364"/>
        </pc:sldMkLst>
      </pc:sldChg>
      <pc:sldChg chg="modSp mod modTransition">
        <pc:chgData name="ralph kemp" userId="b9b5e5f6d19aaab0" providerId="LiveId" clId="{E76598A3-A913-4822-A8F1-CB075C0F86B7}" dt="2020-06-01T12:37:16.078" v="161" actId="1076"/>
        <pc:sldMkLst>
          <pc:docMk/>
          <pc:sldMk cId="1545210314" sldId="365"/>
        </pc:sldMkLst>
        <pc:spChg chg="mod">
          <ac:chgData name="ralph kemp" userId="b9b5e5f6d19aaab0" providerId="LiveId" clId="{E76598A3-A913-4822-A8F1-CB075C0F86B7}" dt="2020-06-01T12:37:07.855" v="160" actId="1076"/>
          <ac:spMkLst>
            <pc:docMk/>
            <pc:sldMk cId="1545210314" sldId="365"/>
            <ac:spMk id="2" creationId="{32B3D774-C43D-446E-9800-DF7EB43F5E3F}"/>
          </ac:spMkLst>
        </pc:spChg>
        <pc:spChg chg="mod">
          <ac:chgData name="ralph kemp" userId="b9b5e5f6d19aaab0" providerId="LiveId" clId="{E76598A3-A913-4822-A8F1-CB075C0F86B7}" dt="2020-06-01T12:37:16.078" v="161" actId="1076"/>
          <ac:spMkLst>
            <pc:docMk/>
            <pc:sldMk cId="1545210314" sldId="365"/>
            <ac:spMk id="3" creationId="{B18BE60D-E78B-4C56-8EF0-A98DC3C2372C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07066477" sldId="366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416648217" sldId="367"/>
        </pc:sldMkLst>
      </pc:sldChg>
      <pc:sldChg chg="modSp mod modTransition">
        <pc:chgData name="ralph kemp" userId="b9b5e5f6d19aaab0" providerId="LiveId" clId="{E76598A3-A913-4822-A8F1-CB075C0F86B7}" dt="2020-06-01T12:39:29.549" v="184" actId="14100"/>
        <pc:sldMkLst>
          <pc:docMk/>
          <pc:sldMk cId="601660888" sldId="368"/>
        </pc:sldMkLst>
        <pc:spChg chg="mod">
          <ac:chgData name="ralph kemp" userId="b9b5e5f6d19aaab0" providerId="LiveId" clId="{E76598A3-A913-4822-A8F1-CB075C0F86B7}" dt="2020-06-01T12:39:23.610" v="182" actId="1076"/>
          <ac:spMkLst>
            <pc:docMk/>
            <pc:sldMk cId="601660888" sldId="368"/>
            <ac:spMk id="2" creationId="{07908575-1C45-4BFB-B116-0EDC023034AB}"/>
          </ac:spMkLst>
        </pc:spChg>
        <pc:spChg chg="mod">
          <ac:chgData name="ralph kemp" userId="b9b5e5f6d19aaab0" providerId="LiveId" clId="{E76598A3-A913-4822-A8F1-CB075C0F86B7}" dt="2020-06-01T12:39:29.549" v="184" actId="14100"/>
          <ac:spMkLst>
            <pc:docMk/>
            <pc:sldMk cId="601660888" sldId="368"/>
            <ac:spMk id="3" creationId="{4A2BC565-F9F0-41CE-A4F0-7355B520FAA5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361327146" sldId="369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757389547" sldId="370"/>
        </pc:sldMkLst>
      </pc:sldChg>
      <pc:sldChg chg="modSp mod modTransition">
        <pc:chgData name="ralph kemp" userId="b9b5e5f6d19aaab0" providerId="LiveId" clId="{E76598A3-A913-4822-A8F1-CB075C0F86B7}" dt="2020-06-01T12:47:15.886" v="276" actId="14100"/>
        <pc:sldMkLst>
          <pc:docMk/>
          <pc:sldMk cId="3587715963" sldId="371"/>
        </pc:sldMkLst>
        <pc:spChg chg="mod">
          <ac:chgData name="ralph kemp" userId="b9b5e5f6d19aaab0" providerId="LiveId" clId="{E76598A3-A913-4822-A8F1-CB075C0F86B7}" dt="2020-06-01T12:47:09.494" v="274" actId="1076"/>
          <ac:spMkLst>
            <pc:docMk/>
            <pc:sldMk cId="3587715963" sldId="371"/>
            <ac:spMk id="2" creationId="{9B8402EB-46F7-43DF-B19F-535E1A578482}"/>
          </ac:spMkLst>
        </pc:spChg>
        <pc:spChg chg="mod">
          <ac:chgData name="ralph kemp" userId="b9b5e5f6d19aaab0" providerId="LiveId" clId="{E76598A3-A913-4822-A8F1-CB075C0F86B7}" dt="2020-06-01T12:47:15.886" v="276" actId="14100"/>
          <ac:spMkLst>
            <pc:docMk/>
            <pc:sldMk cId="3587715963" sldId="371"/>
            <ac:spMk id="3" creationId="{3375DA01-26A3-4286-B00E-6677D7B9A8D4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274128297" sldId="372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496615968" sldId="373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71382832" sldId="374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1692836413" sldId="375"/>
        </pc:sldMkLst>
      </pc:sldChg>
      <pc:sldChg chg="modSp mod modTransition">
        <pc:chgData name="ralph kemp" userId="b9b5e5f6d19aaab0" providerId="LiveId" clId="{E76598A3-A913-4822-A8F1-CB075C0F86B7}" dt="2020-06-01T12:47:47.660" v="282" actId="14100"/>
        <pc:sldMkLst>
          <pc:docMk/>
          <pc:sldMk cId="2064718107" sldId="376"/>
        </pc:sldMkLst>
        <pc:spChg chg="mod">
          <ac:chgData name="ralph kemp" userId="b9b5e5f6d19aaab0" providerId="LiveId" clId="{E76598A3-A913-4822-A8F1-CB075C0F86B7}" dt="2020-06-01T12:47:39.718" v="280" actId="1076"/>
          <ac:spMkLst>
            <pc:docMk/>
            <pc:sldMk cId="2064718107" sldId="376"/>
            <ac:spMk id="2" creationId="{9B8402EB-46F7-43DF-B19F-535E1A578482}"/>
          </ac:spMkLst>
        </pc:spChg>
        <pc:spChg chg="mod">
          <ac:chgData name="ralph kemp" userId="b9b5e5f6d19aaab0" providerId="LiveId" clId="{E76598A3-A913-4822-A8F1-CB075C0F86B7}" dt="2020-06-01T12:47:47.660" v="282" actId="14100"/>
          <ac:spMkLst>
            <pc:docMk/>
            <pc:sldMk cId="2064718107" sldId="376"/>
            <ac:spMk id="3" creationId="{3375DA01-26A3-4286-B00E-6677D7B9A8D4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942535379" sldId="377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344518562" sldId="378"/>
        </pc:sldMkLst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4288113910" sldId="379"/>
        </pc:sldMkLst>
      </pc:sldChg>
      <pc:sldChg chg="modSp mod modTransition">
        <pc:chgData name="ralph kemp" userId="b9b5e5f6d19aaab0" providerId="LiveId" clId="{E76598A3-A913-4822-A8F1-CB075C0F86B7}" dt="2020-06-01T12:48:18.584" v="287" actId="1076"/>
        <pc:sldMkLst>
          <pc:docMk/>
          <pc:sldMk cId="2973172349" sldId="380"/>
        </pc:sldMkLst>
        <pc:spChg chg="mod">
          <ac:chgData name="ralph kemp" userId="b9b5e5f6d19aaab0" providerId="LiveId" clId="{E76598A3-A913-4822-A8F1-CB075C0F86B7}" dt="2020-06-01T12:48:08.075" v="284" actId="1076"/>
          <ac:spMkLst>
            <pc:docMk/>
            <pc:sldMk cId="2973172349" sldId="380"/>
            <ac:spMk id="2" creationId="{9B8402EB-46F7-43DF-B19F-535E1A578482}"/>
          </ac:spMkLst>
        </pc:spChg>
        <pc:spChg chg="mod">
          <ac:chgData name="ralph kemp" userId="b9b5e5f6d19aaab0" providerId="LiveId" clId="{E76598A3-A913-4822-A8F1-CB075C0F86B7}" dt="2020-06-01T12:48:18.584" v="287" actId="1076"/>
          <ac:spMkLst>
            <pc:docMk/>
            <pc:sldMk cId="2973172349" sldId="380"/>
            <ac:spMk id="3" creationId="{3375DA01-26A3-4286-B00E-6677D7B9A8D4}"/>
          </ac:spMkLst>
        </pc:spChg>
      </pc:sldChg>
      <pc:sldChg chg="modTransition">
        <pc:chgData name="ralph kemp" userId="b9b5e5f6d19aaab0" providerId="LiveId" clId="{E76598A3-A913-4822-A8F1-CB075C0F86B7}" dt="2020-06-01T12:13:28.752" v="0"/>
        <pc:sldMkLst>
          <pc:docMk/>
          <pc:sldMk cId="2443015215" sldId="381"/>
        </pc:sldMkLst>
      </pc:sldChg>
      <pc:sldChg chg="modSp mod modTransition">
        <pc:chgData name="ralph kemp" userId="b9b5e5f6d19aaab0" providerId="LiveId" clId="{E76598A3-A913-4822-A8F1-CB075C0F86B7}" dt="2020-06-01T12:48:45.842" v="293" actId="14100"/>
        <pc:sldMkLst>
          <pc:docMk/>
          <pc:sldMk cId="826154884" sldId="382"/>
        </pc:sldMkLst>
        <pc:spChg chg="mod">
          <ac:chgData name="ralph kemp" userId="b9b5e5f6d19aaab0" providerId="LiveId" clId="{E76598A3-A913-4822-A8F1-CB075C0F86B7}" dt="2020-06-01T12:48:39.569" v="291" actId="1076"/>
          <ac:spMkLst>
            <pc:docMk/>
            <pc:sldMk cId="826154884" sldId="382"/>
            <ac:spMk id="2" creationId="{DC75DCB0-0E87-4C8D-814B-7C79AFC7C4F3}"/>
          </ac:spMkLst>
        </pc:spChg>
        <pc:spChg chg="mod">
          <ac:chgData name="ralph kemp" userId="b9b5e5f6d19aaab0" providerId="LiveId" clId="{E76598A3-A913-4822-A8F1-CB075C0F86B7}" dt="2020-06-01T12:48:45.842" v="293" actId="14100"/>
          <ac:spMkLst>
            <pc:docMk/>
            <pc:sldMk cId="826154884" sldId="382"/>
            <ac:spMk id="3" creationId="{64ED7A10-D128-47DF-BCD4-618A41DE3F8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BD3AD-3B88-470A-AE74-B9B661861F3C}" type="datetimeFigureOut">
              <a:rPr lang="fr-FR" smtClean="0"/>
              <a:t>04/10/2024</a:t>
            </a:fld>
            <a:endParaRPr lang="fr-FR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DC0B9-8551-4B68-83C6-EE211570EB5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88032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b-LU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1B515-D64E-4A6D-86DE-D44065EC59AD}" type="datetimeFigureOut">
              <a:rPr lang="lb-LU" smtClean="0"/>
              <a:t>04.10.24</a:t>
            </a:fld>
            <a:endParaRPr lang="lb-LU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b-LU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b-LU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b-LU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962E4-1040-4138-BC49-5558BF59E7C5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902354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lb-LU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lb-LU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419553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b-LU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b-LU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E49347-3AF1-433D-A682-80E91A771D46}" type="datetime1">
              <a:rPr lang="lb-LU" smtClean="0"/>
              <a:t>04.10.24</a:t>
            </a:fld>
            <a:endParaRPr lang="lb-LU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lb-LU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2507588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lb-LU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073C46-185D-4256-90CD-D943250C7625}" type="datetime1">
              <a:rPr lang="lb-LU" smtClean="0"/>
              <a:t>04.10.24</a:t>
            </a:fld>
            <a:endParaRPr lang="lb-LU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lb-LU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304876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b-LU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b-LU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b-LU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70FD8A-EB44-4576-A5EB-59CF14C2E478}" type="datetime1">
              <a:rPr lang="lb-LU" smtClean="0"/>
              <a:t>04.10.24</a:t>
            </a:fld>
            <a:endParaRPr lang="lb-LU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lb-LU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3678963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lb-LU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b-LU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b-LU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B4AD55-9D76-419E-82AD-D8F8B1803E1E}" type="datetime1">
              <a:rPr lang="lb-LU" smtClean="0"/>
              <a:t>04.10.24</a:t>
            </a:fld>
            <a:endParaRPr lang="lb-LU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lb-LU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1327699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b-LU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3E7AE7-6380-4DBB-8393-DA4B838F9DF2}" type="datetime1">
              <a:rPr lang="lb-LU" smtClean="0"/>
              <a:t>04.10.24</a:t>
            </a:fld>
            <a:endParaRPr lang="lb-LU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lb-LU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3999345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C3A6886-80EF-4C3D-B97B-EB4BA09BA0D9}" type="datetime1">
              <a:rPr lang="lb-LU" smtClean="0"/>
              <a:t>04.10.24</a:t>
            </a:fld>
            <a:endParaRPr lang="lb-LU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lb-LU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43614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lb-LU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b-LU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07343E-EECC-477D-ADB1-BE348E75B209}" type="datetime1">
              <a:rPr lang="lb-LU" smtClean="0"/>
              <a:t>04.10.24</a:t>
            </a:fld>
            <a:endParaRPr lang="lb-LU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lb-LU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1564585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lb-LU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b-LU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41995F-23F3-4ACB-B0E6-81B3B11AF4D1}" type="datetime1">
              <a:rPr lang="lb-LU" smtClean="0"/>
              <a:t>04.10.24</a:t>
            </a:fld>
            <a:endParaRPr lang="lb-LU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lb-LU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196593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b-LU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b-LU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AF1255-0305-47BF-B8FF-F11D3278E29F}" type="datetime1">
              <a:rPr lang="lb-LU" smtClean="0"/>
              <a:t>04.10.24</a:t>
            </a:fld>
            <a:endParaRPr lang="lb-LU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lb-LU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1665576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lb-LU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b-LU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A19295-06D0-4606-8969-0296AE3C0540}" type="datetime1">
              <a:rPr lang="lb-LU" smtClean="0"/>
              <a:t>04.10.24</a:t>
            </a:fld>
            <a:endParaRPr lang="lb-LU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lb-LU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2956616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25" y="1294065"/>
            <a:ext cx="3744806" cy="5563935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1060450"/>
            <a:ext cx="10515600" cy="662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lb-LU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lb-LU" dirty="0"/>
          </a:p>
        </p:txBody>
      </p:sp>
      <p:pic>
        <p:nvPicPr>
          <p:cNvPr id="7" name="Picture 2" descr="https://douanes.public.lu/etc/designs/douanes/clientlibs/default/img/bg-header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851" y="0"/>
            <a:ext cx="6215149" cy="102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s://douanes.public.lu/etc/designs/douanes/clientlibs/default/img/bg-header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15149" cy="102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229" y="102988"/>
            <a:ext cx="3347258" cy="815640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324108" y="3282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C58F520E-0D3C-4C73-96DF-B271C0F692B0}" type="slidenum">
              <a:rPr lang="lb-LU" smtClean="0"/>
              <a:pPr/>
              <a:t>‹#›</a:t>
            </a:fld>
            <a:endParaRPr lang="lb-LU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2"/>
            <a:ext cx="1389210" cy="101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72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b-L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smtClean="0"/>
              <a:t>Disposition </a:t>
            </a:r>
            <a:r>
              <a:rPr lang="fr-CH" dirty="0" smtClean="0"/>
              <a:t>des marchandises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Confiscation, Vente, Destruction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1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201974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Confiscation, </a:t>
            </a:r>
            <a:r>
              <a:rPr lang="en-US" dirty="0" err="1" smtClean="0"/>
              <a:t>Vente</a:t>
            </a:r>
            <a:r>
              <a:rPr lang="en-US" dirty="0" smtClean="0"/>
              <a:t> et Destruction </a:t>
            </a:r>
            <a:r>
              <a:rPr lang="en-US" smtClean="0"/>
              <a:t>des marchandises par l’Etat </a:t>
            </a:r>
            <a:r>
              <a:rPr lang="en-US" dirty="0" smtClean="0"/>
              <a:t>1/2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Cas </a:t>
            </a:r>
            <a:r>
              <a:rPr lang="en-US" dirty="0" err="1" smtClean="0"/>
              <a:t>dans</a:t>
            </a:r>
            <a:r>
              <a:rPr lang="en-US" dirty="0" smtClean="0"/>
              <a:t> </a:t>
            </a:r>
            <a:r>
              <a:rPr lang="en-US" dirty="0" err="1" smtClean="0"/>
              <a:t>lesquels</a:t>
            </a:r>
            <a:r>
              <a:rPr lang="en-US" dirty="0" smtClean="0"/>
              <a:t> les </a:t>
            </a:r>
            <a:r>
              <a:rPr lang="en-US" dirty="0" err="1" smtClean="0"/>
              <a:t>autorités</a:t>
            </a:r>
            <a:r>
              <a:rPr lang="en-US" dirty="0" smtClean="0"/>
              <a:t> </a:t>
            </a:r>
            <a:r>
              <a:rPr lang="en-US" dirty="0" err="1" smtClean="0"/>
              <a:t>douanières</a:t>
            </a:r>
            <a:r>
              <a:rPr lang="en-US" dirty="0" smtClean="0"/>
              <a:t> </a:t>
            </a:r>
            <a:r>
              <a:rPr lang="en-US" dirty="0" err="1" smtClean="0"/>
              <a:t>peuvent</a:t>
            </a:r>
            <a:r>
              <a:rPr lang="en-US" dirty="0" smtClean="0"/>
              <a:t> </a:t>
            </a:r>
            <a:r>
              <a:rPr lang="en-US" dirty="0" err="1" smtClean="0"/>
              <a:t>confisquer</a:t>
            </a:r>
            <a:r>
              <a:rPr lang="en-US" dirty="0" smtClean="0"/>
              <a:t>, </a:t>
            </a:r>
            <a:r>
              <a:rPr lang="en-US" dirty="0" err="1" smtClean="0"/>
              <a:t>vendre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détruire</a:t>
            </a:r>
            <a:r>
              <a:rPr lang="en-US" dirty="0" smtClean="0"/>
              <a:t> les </a:t>
            </a:r>
            <a:r>
              <a:rPr lang="en-US" dirty="0" err="1" smtClean="0"/>
              <a:t>marchandises</a:t>
            </a:r>
            <a:r>
              <a:rPr lang="en-US" dirty="0" smtClean="0"/>
              <a:t>:</a:t>
            </a:r>
          </a:p>
          <a:p>
            <a:pPr marL="914400" indent="-91440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 err="1" smtClean="0"/>
              <a:t>lorsqu’une</a:t>
            </a:r>
            <a:r>
              <a:rPr lang="en-US" dirty="0" smtClean="0"/>
              <a:t> des obligations </a:t>
            </a:r>
            <a:r>
              <a:rPr lang="en-US" dirty="0" err="1" smtClean="0"/>
              <a:t>concernant</a:t>
            </a:r>
            <a:r>
              <a:rPr lang="en-US" dirty="0" smtClean="0"/>
              <a:t> </a:t>
            </a:r>
            <a:r>
              <a:rPr lang="en-US" dirty="0" err="1" smtClean="0"/>
              <a:t>l’introduction</a:t>
            </a:r>
            <a:r>
              <a:rPr lang="en-US" dirty="0" smtClean="0"/>
              <a:t> des </a:t>
            </a:r>
            <a:r>
              <a:rPr lang="en-US" dirty="0" err="1" smtClean="0"/>
              <a:t>marchandises</a:t>
            </a:r>
            <a:r>
              <a:rPr lang="en-US" dirty="0" smtClean="0"/>
              <a:t> </a:t>
            </a:r>
            <a:r>
              <a:rPr lang="en-US" dirty="0" err="1" smtClean="0"/>
              <a:t>n’a</a:t>
            </a:r>
            <a:r>
              <a:rPr lang="en-US" dirty="0" smtClean="0"/>
              <a:t> pas </a:t>
            </a:r>
            <a:r>
              <a:rPr lang="en-US" dirty="0" err="1" smtClean="0"/>
              <a:t>été</a:t>
            </a:r>
            <a:r>
              <a:rPr lang="en-US" dirty="0" smtClean="0"/>
              <a:t> </a:t>
            </a:r>
            <a:r>
              <a:rPr lang="en-US" dirty="0" err="1" smtClean="0"/>
              <a:t>satisfaite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les </a:t>
            </a:r>
            <a:r>
              <a:rPr lang="en-US" dirty="0" err="1" smtClean="0"/>
              <a:t>marchandises</a:t>
            </a:r>
            <a:r>
              <a:rPr lang="en-US" dirty="0" smtClean="0"/>
              <a:t> </a:t>
            </a:r>
            <a:r>
              <a:rPr lang="en-US" dirty="0" err="1" smtClean="0"/>
              <a:t>ont</a:t>
            </a:r>
            <a:r>
              <a:rPr lang="en-US" dirty="0" smtClean="0"/>
              <a:t> </a:t>
            </a:r>
            <a:r>
              <a:rPr lang="en-US" dirty="0" err="1" smtClean="0"/>
              <a:t>été</a:t>
            </a:r>
            <a:r>
              <a:rPr lang="en-US" dirty="0" smtClean="0"/>
              <a:t> </a:t>
            </a:r>
            <a:r>
              <a:rPr lang="en-US" dirty="0" err="1" smtClean="0"/>
              <a:t>soustraites</a:t>
            </a:r>
            <a:r>
              <a:rPr lang="en-US" dirty="0" smtClean="0"/>
              <a:t> à la surveillance </a:t>
            </a:r>
            <a:r>
              <a:rPr lang="en-US" dirty="0" err="1" smtClean="0"/>
              <a:t>douanière</a:t>
            </a:r>
            <a:endParaRPr lang="en-US" dirty="0" smtClean="0"/>
          </a:p>
          <a:p>
            <a:pPr marL="914400" indent="-914400">
              <a:buNone/>
            </a:pPr>
            <a:r>
              <a:rPr lang="en-US" dirty="0"/>
              <a:t>	</a:t>
            </a:r>
            <a:r>
              <a:rPr lang="en-US" dirty="0" smtClean="0"/>
              <a:t>-</a:t>
            </a:r>
            <a:r>
              <a:rPr lang="en-US" dirty="0" err="1" smtClean="0"/>
              <a:t>lorsque</a:t>
            </a:r>
            <a:r>
              <a:rPr lang="en-US" dirty="0" smtClean="0"/>
              <a:t> la </a:t>
            </a:r>
            <a:r>
              <a:rPr lang="en-US" dirty="0" err="1" smtClean="0"/>
              <a:t>mainlevée</a:t>
            </a:r>
            <a:r>
              <a:rPr lang="en-US" dirty="0" smtClean="0"/>
              <a:t> des </a:t>
            </a:r>
            <a:r>
              <a:rPr lang="en-US" dirty="0" err="1" smtClean="0"/>
              <a:t>marchandises</a:t>
            </a:r>
            <a:r>
              <a:rPr lang="en-US" dirty="0" smtClean="0"/>
              <a:t> ne </a:t>
            </a:r>
            <a:r>
              <a:rPr lang="en-US" dirty="0" err="1" smtClean="0"/>
              <a:t>peut</a:t>
            </a:r>
            <a:r>
              <a:rPr lang="en-US" dirty="0" smtClean="0"/>
              <a:t> </a:t>
            </a:r>
            <a:r>
              <a:rPr lang="en-US" dirty="0" err="1" smtClean="0"/>
              <a:t>avoir</a:t>
            </a:r>
            <a:r>
              <a:rPr lang="en-US" dirty="0" smtClean="0"/>
              <a:t> lieu pour </a:t>
            </a:r>
            <a:r>
              <a:rPr lang="en-US" dirty="0" err="1" smtClean="0"/>
              <a:t>une</a:t>
            </a:r>
            <a:r>
              <a:rPr lang="en-US" dirty="0" smtClean="0"/>
              <a:t> des raisons </a:t>
            </a:r>
            <a:r>
              <a:rPr lang="en-US" dirty="0" err="1" smtClean="0"/>
              <a:t>suivantes</a:t>
            </a:r>
            <a:r>
              <a:rPr lang="en-US" dirty="0" smtClean="0"/>
              <a:t>:</a:t>
            </a:r>
          </a:p>
          <a:p>
            <a:pPr marL="1800225" indent="-1257300">
              <a:buNone/>
            </a:pPr>
            <a:r>
              <a:rPr lang="en-US" dirty="0"/>
              <a:t>	</a:t>
            </a:r>
            <a:r>
              <a:rPr lang="en-US" dirty="0" smtClean="0"/>
              <a:t>	-&gt; </a:t>
            </a:r>
            <a:r>
              <a:rPr lang="en-US" dirty="0" err="1" smtClean="0"/>
              <a:t>l’examen</a:t>
            </a:r>
            <a:r>
              <a:rPr lang="en-US" dirty="0" smtClean="0"/>
              <a:t> des </a:t>
            </a:r>
            <a:r>
              <a:rPr lang="en-US" dirty="0" err="1" smtClean="0"/>
              <a:t>marchandises</a:t>
            </a:r>
            <a:r>
              <a:rPr lang="en-US" dirty="0" smtClean="0"/>
              <a:t> </a:t>
            </a:r>
            <a:r>
              <a:rPr lang="en-US" dirty="0" err="1" smtClean="0"/>
              <a:t>n’a</a:t>
            </a:r>
            <a:r>
              <a:rPr lang="en-US" dirty="0" smtClean="0"/>
              <a:t> pas </a:t>
            </a:r>
            <a:r>
              <a:rPr lang="en-US" dirty="0" err="1" smtClean="0"/>
              <a:t>pu</a:t>
            </a:r>
            <a:r>
              <a:rPr lang="en-US" dirty="0" smtClean="0"/>
              <a:t> </a:t>
            </a:r>
            <a:r>
              <a:rPr lang="en-US" dirty="0" err="1" smtClean="0"/>
              <a:t>être</a:t>
            </a:r>
            <a:r>
              <a:rPr lang="en-US" dirty="0" smtClean="0"/>
              <a:t> </a:t>
            </a:r>
            <a:r>
              <a:rPr lang="en-US" dirty="0" err="1" smtClean="0"/>
              <a:t>effectué</a:t>
            </a:r>
            <a:r>
              <a:rPr lang="en-US" dirty="0" smtClean="0"/>
              <a:t> pour des motifs </a:t>
            </a:r>
            <a:r>
              <a:rPr lang="en-US" dirty="0" err="1" smtClean="0"/>
              <a:t>imputables</a:t>
            </a:r>
            <a:r>
              <a:rPr lang="en-US" dirty="0" smtClean="0"/>
              <a:t> au </a:t>
            </a:r>
            <a:r>
              <a:rPr lang="en-US" dirty="0" err="1" smtClean="0"/>
              <a:t>déclarant</a:t>
            </a:r>
            <a:r>
              <a:rPr lang="en-US" dirty="0" smtClean="0"/>
              <a:t> </a:t>
            </a:r>
          </a:p>
          <a:p>
            <a:pPr marL="1800225" indent="-1257300">
              <a:buNone/>
            </a:pPr>
            <a:r>
              <a:rPr lang="en-US" dirty="0"/>
              <a:t>	</a:t>
            </a:r>
            <a:r>
              <a:rPr lang="en-US" dirty="0" smtClean="0"/>
              <a:t>-&gt; des documents </a:t>
            </a:r>
            <a:r>
              <a:rPr lang="en-US" dirty="0" err="1" smtClean="0"/>
              <a:t>nécessaires</a:t>
            </a:r>
            <a:r>
              <a:rPr lang="en-US" dirty="0" smtClean="0"/>
              <a:t> </a:t>
            </a:r>
            <a:r>
              <a:rPr lang="en-US" dirty="0" err="1" smtClean="0"/>
              <a:t>n’ont</a:t>
            </a:r>
            <a:r>
              <a:rPr lang="en-US" dirty="0" smtClean="0"/>
              <a:t> pas </a:t>
            </a:r>
            <a:r>
              <a:rPr lang="en-US" dirty="0" err="1" smtClean="0"/>
              <a:t>été</a:t>
            </a:r>
            <a:r>
              <a:rPr lang="en-US" dirty="0" smtClean="0"/>
              <a:t> </a:t>
            </a:r>
            <a:r>
              <a:rPr lang="en-US" dirty="0" err="1" smtClean="0"/>
              <a:t>fournis</a:t>
            </a:r>
            <a:r>
              <a:rPr lang="en-US" dirty="0" smtClean="0"/>
              <a:t> par </a:t>
            </a:r>
            <a:r>
              <a:rPr lang="en-US" smtClean="0"/>
              <a:t>le déclarant</a:t>
            </a:r>
            <a:endParaRPr lang="en-US" dirty="0" smtClean="0"/>
          </a:p>
          <a:p>
            <a:pPr marL="1800225" indent="-1257300">
              <a:buNone/>
            </a:pPr>
            <a:r>
              <a:rPr lang="en-US" dirty="0"/>
              <a:t>	</a:t>
            </a:r>
            <a:r>
              <a:rPr lang="en-US" dirty="0" smtClean="0"/>
              <a:t>-&gt; le </a:t>
            </a:r>
            <a:r>
              <a:rPr lang="en-US" dirty="0" err="1" smtClean="0"/>
              <a:t>montant</a:t>
            </a:r>
            <a:r>
              <a:rPr lang="en-US" dirty="0" smtClean="0"/>
              <a:t> de la </a:t>
            </a:r>
            <a:r>
              <a:rPr lang="en-US" dirty="0" err="1" smtClean="0"/>
              <a:t>dette</a:t>
            </a:r>
            <a:r>
              <a:rPr lang="en-US" dirty="0" smtClean="0"/>
              <a:t> </a:t>
            </a:r>
            <a:r>
              <a:rPr lang="en-US" dirty="0" err="1" smtClean="0"/>
              <a:t>douanière</a:t>
            </a:r>
            <a:r>
              <a:rPr lang="en-US" dirty="0" smtClean="0"/>
              <a:t> </a:t>
            </a:r>
            <a:r>
              <a:rPr lang="en-US" dirty="0" err="1" smtClean="0"/>
              <a:t>n’a</a:t>
            </a:r>
            <a:r>
              <a:rPr lang="en-US" dirty="0" smtClean="0"/>
              <a:t> pas </a:t>
            </a:r>
            <a:r>
              <a:rPr lang="en-US" dirty="0" err="1" smtClean="0"/>
              <a:t>été</a:t>
            </a:r>
            <a:r>
              <a:rPr lang="en-US" dirty="0" smtClean="0"/>
              <a:t> </a:t>
            </a:r>
            <a:r>
              <a:rPr lang="en-US" dirty="0" err="1" smtClean="0"/>
              <a:t>payé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garanti</a:t>
            </a:r>
            <a:endParaRPr lang="en-US" dirty="0" smtClean="0"/>
          </a:p>
          <a:p>
            <a:pPr marL="1800225" indent="-1257300">
              <a:buNone/>
            </a:pPr>
            <a:r>
              <a:rPr lang="en-US" dirty="0"/>
              <a:t>	</a:t>
            </a:r>
            <a:r>
              <a:rPr lang="en-US" dirty="0" smtClean="0"/>
              <a:t>-&gt; les </a:t>
            </a:r>
            <a:r>
              <a:rPr lang="en-US" dirty="0" err="1" smtClean="0"/>
              <a:t>marchandises</a:t>
            </a:r>
            <a:r>
              <a:rPr lang="en-US" dirty="0" smtClean="0"/>
              <a:t> </a:t>
            </a:r>
            <a:r>
              <a:rPr lang="en-US" dirty="0" err="1" smtClean="0"/>
              <a:t>sont</a:t>
            </a:r>
            <a:r>
              <a:rPr lang="en-US" dirty="0" smtClean="0"/>
              <a:t> </a:t>
            </a:r>
            <a:r>
              <a:rPr lang="en-US" dirty="0" err="1" smtClean="0"/>
              <a:t>soumises</a:t>
            </a:r>
            <a:r>
              <a:rPr lang="en-US" dirty="0" smtClean="0"/>
              <a:t> à des </a:t>
            </a:r>
            <a:r>
              <a:rPr lang="en-US" dirty="0" err="1" smtClean="0"/>
              <a:t>mesures</a:t>
            </a:r>
            <a:r>
              <a:rPr lang="en-US" dirty="0" smtClean="0"/>
              <a:t> de prohibition et de restriction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lvl="1">
              <a:buFontTx/>
              <a:buChar char="-"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2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48877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Confiscation, </a:t>
            </a:r>
            <a:r>
              <a:rPr lang="en-US" dirty="0" err="1" smtClean="0"/>
              <a:t>Vente</a:t>
            </a:r>
            <a:r>
              <a:rPr lang="en-US" dirty="0" smtClean="0"/>
              <a:t> et Destruction </a:t>
            </a:r>
            <a:r>
              <a:rPr lang="en-US" smtClean="0"/>
              <a:t>des marchandises par l’Etat </a:t>
            </a:r>
            <a:r>
              <a:rPr lang="en-US" dirty="0" smtClean="0"/>
              <a:t>2/2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04875" indent="-904875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 err="1" smtClean="0"/>
              <a:t>lorsque</a:t>
            </a:r>
            <a:r>
              <a:rPr lang="en-US" dirty="0" smtClean="0"/>
              <a:t> les </a:t>
            </a:r>
            <a:r>
              <a:rPr lang="en-US" dirty="0" err="1" smtClean="0"/>
              <a:t>marchandises</a:t>
            </a:r>
            <a:r>
              <a:rPr lang="en-US" dirty="0" smtClean="0"/>
              <a:t> ne </a:t>
            </a:r>
            <a:r>
              <a:rPr lang="en-US" dirty="0" err="1" smtClean="0"/>
              <a:t>sont</a:t>
            </a:r>
            <a:r>
              <a:rPr lang="en-US" dirty="0" smtClean="0"/>
              <a:t> pas </a:t>
            </a:r>
            <a:r>
              <a:rPr lang="en-US" dirty="0" err="1" smtClean="0"/>
              <a:t>enlevées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un </a:t>
            </a:r>
            <a:r>
              <a:rPr lang="en-US" dirty="0" err="1" smtClean="0"/>
              <a:t>délai</a:t>
            </a:r>
            <a:r>
              <a:rPr lang="en-US" dirty="0" smtClean="0"/>
              <a:t> </a:t>
            </a:r>
            <a:r>
              <a:rPr lang="en-US" dirty="0" err="1" smtClean="0"/>
              <a:t>raisonnable</a:t>
            </a:r>
            <a:r>
              <a:rPr lang="en-US" dirty="0" smtClean="0"/>
              <a:t> après </a:t>
            </a:r>
            <a:r>
              <a:rPr lang="en-US" dirty="0" err="1" smtClean="0"/>
              <a:t>leur</a:t>
            </a:r>
            <a:r>
              <a:rPr lang="en-US" dirty="0" smtClean="0"/>
              <a:t> </a:t>
            </a:r>
            <a:r>
              <a:rPr lang="en-US" dirty="0" err="1" smtClean="0"/>
              <a:t>mainlevée</a:t>
            </a:r>
            <a:endParaRPr lang="en-US" dirty="0" smtClean="0"/>
          </a:p>
          <a:p>
            <a:pPr marL="904875" indent="-904875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 err="1" smtClean="0"/>
              <a:t>lorsque</a:t>
            </a:r>
            <a:r>
              <a:rPr lang="en-US" dirty="0" smtClean="0"/>
              <a:t>, après la </a:t>
            </a:r>
            <a:r>
              <a:rPr lang="en-US" dirty="0" err="1" smtClean="0"/>
              <a:t>mainlevée</a:t>
            </a:r>
            <a:r>
              <a:rPr lang="en-US" dirty="0" smtClean="0"/>
              <a:t>,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apparaît</a:t>
            </a:r>
            <a:r>
              <a:rPr lang="en-US" dirty="0" smtClean="0"/>
              <a:t> que les </a:t>
            </a:r>
            <a:r>
              <a:rPr lang="en-US" dirty="0" err="1" smtClean="0"/>
              <a:t>marchandises</a:t>
            </a:r>
            <a:r>
              <a:rPr lang="en-US" dirty="0" smtClean="0"/>
              <a:t> </a:t>
            </a:r>
            <a:r>
              <a:rPr lang="en-US" dirty="0" err="1" smtClean="0"/>
              <a:t>n’ont</a:t>
            </a:r>
            <a:r>
              <a:rPr lang="en-US" dirty="0" smtClean="0"/>
              <a:t> pas </a:t>
            </a:r>
            <a:r>
              <a:rPr lang="en-US" dirty="0" err="1" smtClean="0"/>
              <a:t>rempli</a:t>
            </a:r>
            <a:r>
              <a:rPr lang="en-US" dirty="0" smtClean="0"/>
              <a:t> les conditions </a:t>
            </a:r>
            <a:r>
              <a:rPr lang="en-US" dirty="0" err="1" smtClean="0"/>
              <a:t>justifiant</a:t>
            </a:r>
            <a:r>
              <a:rPr lang="en-US" dirty="0" smtClean="0"/>
              <a:t> </a:t>
            </a:r>
            <a:r>
              <a:rPr lang="en-US" dirty="0" err="1" smtClean="0"/>
              <a:t>cette</a:t>
            </a:r>
            <a:r>
              <a:rPr lang="en-US" dirty="0" smtClean="0"/>
              <a:t> </a:t>
            </a:r>
            <a:r>
              <a:rPr lang="en-US" dirty="0" err="1" smtClean="0"/>
              <a:t>mainlevée</a:t>
            </a:r>
            <a:endParaRPr lang="en-US" dirty="0" smtClean="0"/>
          </a:p>
          <a:p>
            <a:pPr marL="904875" indent="-904875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 err="1" smtClean="0"/>
              <a:t>lorsque</a:t>
            </a:r>
            <a:r>
              <a:rPr lang="en-US" dirty="0" smtClean="0"/>
              <a:t> les </a:t>
            </a:r>
            <a:r>
              <a:rPr lang="en-US" dirty="0" err="1" smtClean="0"/>
              <a:t>marchandises</a:t>
            </a:r>
            <a:r>
              <a:rPr lang="en-US" dirty="0" smtClean="0"/>
              <a:t> </a:t>
            </a:r>
            <a:r>
              <a:rPr lang="en-US" dirty="0" err="1" smtClean="0"/>
              <a:t>sont</a:t>
            </a:r>
            <a:r>
              <a:rPr lang="en-US" dirty="0" smtClean="0"/>
              <a:t> </a:t>
            </a:r>
            <a:r>
              <a:rPr lang="en-US" dirty="0" err="1" smtClean="0"/>
              <a:t>abandonnés</a:t>
            </a:r>
            <a:r>
              <a:rPr lang="en-US" dirty="0" smtClean="0"/>
              <a:t> à </a:t>
            </a:r>
            <a:r>
              <a:rPr lang="en-US" dirty="0" err="1" smtClean="0"/>
              <a:t>l’Etat</a:t>
            </a:r>
            <a:endParaRPr lang="en-US" dirty="0" smtClean="0"/>
          </a:p>
          <a:p>
            <a:pPr marL="904875" indent="-904875"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3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71777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Abandon </a:t>
            </a:r>
            <a:r>
              <a:rPr lang="en-US" smtClean="0"/>
              <a:t>des marchandises à l’Etat 1/2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Suite à </a:t>
            </a:r>
            <a:r>
              <a:rPr lang="en-US" dirty="0" err="1" smtClean="0"/>
              <a:t>l’accord</a:t>
            </a:r>
            <a:r>
              <a:rPr lang="en-US" dirty="0" smtClean="0"/>
              <a:t> des </a:t>
            </a:r>
            <a:r>
              <a:rPr lang="en-US" dirty="0" err="1" smtClean="0"/>
              <a:t>autorités</a:t>
            </a:r>
            <a:r>
              <a:rPr lang="en-US" dirty="0" smtClean="0"/>
              <a:t> </a:t>
            </a:r>
            <a:r>
              <a:rPr lang="en-US" dirty="0" err="1" smtClean="0"/>
              <a:t>douanières</a:t>
            </a:r>
            <a:r>
              <a:rPr lang="en-US" dirty="0" smtClean="0"/>
              <a:t>, les </a:t>
            </a:r>
            <a:r>
              <a:rPr lang="en-US" dirty="0" err="1" smtClean="0"/>
              <a:t>marchandises</a:t>
            </a:r>
            <a:r>
              <a:rPr lang="en-US" dirty="0" smtClean="0"/>
              <a:t> non Union </a:t>
            </a:r>
            <a:r>
              <a:rPr lang="en-US" dirty="0" err="1" smtClean="0"/>
              <a:t>peuvent</a:t>
            </a:r>
            <a:r>
              <a:rPr lang="en-US" dirty="0" smtClean="0"/>
              <a:t> </a:t>
            </a:r>
            <a:r>
              <a:rPr lang="en-US" dirty="0" err="1" smtClean="0"/>
              <a:t>être</a:t>
            </a:r>
            <a:r>
              <a:rPr lang="en-US" dirty="0" smtClean="0"/>
              <a:t> </a:t>
            </a:r>
            <a:r>
              <a:rPr lang="en-US" dirty="0" err="1" smtClean="0"/>
              <a:t>abandonnées</a:t>
            </a:r>
            <a:r>
              <a:rPr lang="en-US" dirty="0" smtClean="0"/>
              <a:t> à </a:t>
            </a:r>
            <a:r>
              <a:rPr lang="en-US" dirty="0" err="1" smtClean="0"/>
              <a:t>l’Etat</a:t>
            </a:r>
            <a:endParaRPr lang="en-US" dirty="0" smtClean="0"/>
          </a:p>
          <a:p>
            <a:r>
              <a:rPr lang="en-US" dirty="0" smtClean="0"/>
              <a:t>Les </a:t>
            </a:r>
            <a:r>
              <a:rPr lang="en-US" dirty="0" err="1" smtClean="0"/>
              <a:t>autorités</a:t>
            </a:r>
            <a:r>
              <a:rPr lang="en-US" dirty="0" smtClean="0"/>
              <a:t> </a:t>
            </a:r>
            <a:r>
              <a:rPr lang="en-US" dirty="0" err="1" smtClean="0"/>
              <a:t>douanières</a:t>
            </a:r>
            <a:r>
              <a:rPr lang="en-US" dirty="0" smtClean="0"/>
              <a:t> </a:t>
            </a:r>
            <a:r>
              <a:rPr lang="en-US" dirty="0" err="1" smtClean="0"/>
              <a:t>peuvent</a:t>
            </a:r>
            <a:r>
              <a:rPr lang="en-US" dirty="0" smtClean="0"/>
              <a:t> refuser </a:t>
            </a:r>
            <a:r>
              <a:rPr lang="en-US" dirty="0" err="1" smtClean="0"/>
              <a:t>cet</a:t>
            </a:r>
            <a:r>
              <a:rPr lang="en-US" dirty="0" smtClean="0"/>
              <a:t> abandon à </a:t>
            </a:r>
            <a:r>
              <a:rPr lang="en-US" dirty="0" err="1" smtClean="0"/>
              <a:t>l’Etat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les </a:t>
            </a:r>
            <a:r>
              <a:rPr lang="en-US" dirty="0" err="1" smtClean="0"/>
              <a:t>cas</a:t>
            </a:r>
            <a:r>
              <a:rPr lang="en-US" dirty="0" smtClean="0"/>
              <a:t> </a:t>
            </a:r>
            <a:r>
              <a:rPr lang="en-US" dirty="0" err="1" smtClean="0"/>
              <a:t>suivants</a:t>
            </a:r>
            <a:r>
              <a:rPr lang="en-US" dirty="0" smtClean="0"/>
              <a:t>:</a:t>
            </a:r>
          </a:p>
          <a:p>
            <a:pPr marL="895350" indent="-895350">
              <a:buNone/>
            </a:pPr>
            <a:r>
              <a:rPr lang="en-US" dirty="0"/>
              <a:t>	</a:t>
            </a:r>
            <a:r>
              <a:rPr lang="en-US" dirty="0" smtClean="0"/>
              <a:t>- les </a:t>
            </a:r>
            <a:r>
              <a:rPr lang="en-US" dirty="0" err="1" smtClean="0"/>
              <a:t>marchandises</a:t>
            </a:r>
            <a:r>
              <a:rPr lang="en-US" dirty="0" smtClean="0"/>
              <a:t> ne </a:t>
            </a:r>
            <a:r>
              <a:rPr lang="en-US" dirty="0" err="1" smtClean="0"/>
              <a:t>peuvent</a:t>
            </a:r>
            <a:r>
              <a:rPr lang="en-US" dirty="0" smtClean="0"/>
              <a:t> pas </a:t>
            </a:r>
            <a:r>
              <a:rPr lang="en-US" dirty="0" err="1" smtClean="0"/>
              <a:t>être</a:t>
            </a:r>
            <a:r>
              <a:rPr lang="en-US" dirty="0" smtClean="0"/>
              <a:t> </a:t>
            </a:r>
            <a:r>
              <a:rPr lang="en-US" dirty="0" err="1" smtClean="0"/>
              <a:t>vendues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</a:t>
            </a:r>
            <a:r>
              <a:rPr lang="en-US" dirty="0" err="1" smtClean="0"/>
              <a:t>l’UE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le </a:t>
            </a:r>
            <a:r>
              <a:rPr lang="en-US" dirty="0" err="1" smtClean="0"/>
              <a:t>coût</a:t>
            </a:r>
            <a:r>
              <a:rPr lang="en-US" dirty="0" smtClean="0"/>
              <a:t> de </a:t>
            </a:r>
            <a:r>
              <a:rPr lang="en-US" dirty="0" err="1" smtClean="0"/>
              <a:t>cette</a:t>
            </a:r>
            <a:r>
              <a:rPr lang="en-US" dirty="0" smtClean="0"/>
              <a:t> </a:t>
            </a:r>
            <a:r>
              <a:rPr lang="en-US" dirty="0" err="1" smtClean="0"/>
              <a:t>vente</a:t>
            </a:r>
            <a:r>
              <a:rPr lang="en-US" dirty="0" smtClean="0"/>
              <a:t> </a:t>
            </a:r>
            <a:r>
              <a:rPr lang="en-US" dirty="0" err="1" smtClean="0"/>
              <a:t>serait</a:t>
            </a:r>
            <a:r>
              <a:rPr lang="en-US" dirty="0" smtClean="0"/>
              <a:t> </a:t>
            </a:r>
            <a:r>
              <a:rPr lang="en-US" dirty="0" err="1" smtClean="0"/>
              <a:t>disproportionné</a:t>
            </a:r>
            <a:r>
              <a:rPr lang="en-US" dirty="0" smtClean="0"/>
              <a:t> par rapport à la </a:t>
            </a:r>
            <a:r>
              <a:rPr lang="en-US" dirty="0" err="1" smtClean="0"/>
              <a:t>valeur</a:t>
            </a:r>
            <a:r>
              <a:rPr lang="en-US" dirty="0" smtClean="0"/>
              <a:t> des </a:t>
            </a:r>
            <a:r>
              <a:rPr lang="en-US" dirty="0" err="1" smtClean="0"/>
              <a:t>marchandises</a:t>
            </a:r>
            <a:endParaRPr lang="en-US" dirty="0" smtClean="0"/>
          </a:p>
          <a:p>
            <a:pPr marL="895350" indent="-895350">
              <a:buNone/>
            </a:pPr>
            <a:r>
              <a:rPr lang="en-US" dirty="0"/>
              <a:t>	</a:t>
            </a:r>
            <a:r>
              <a:rPr lang="en-US" dirty="0" smtClean="0"/>
              <a:t>- les </a:t>
            </a:r>
            <a:r>
              <a:rPr lang="en-US" dirty="0" err="1" smtClean="0"/>
              <a:t>marchandises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être</a:t>
            </a:r>
            <a:r>
              <a:rPr lang="en-US" dirty="0" smtClean="0"/>
              <a:t> </a:t>
            </a:r>
            <a:r>
              <a:rPr lang="en-US" dirty="0" err="1" smtClean="0"/>
              <a:t>détruites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4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291664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mtClean="0"/>
              <a:t>Abandon des marchandises à l’Etat 2/2</a:t>
            </a:r>
            <a:endParaRPr lang="fr-FR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Une demande d’abandon à l’État est considérée comme ayant été introduite </a:t>
            </a:r>
            <a:r>
              <a:rPr lang="fr-CH" smtClean="0"/>
              <a:t>lorsque la douane a </a:t>
            </a:r>
            <a:r>
              <a:rPr lang="fr-CH"/>
              <a:t>lancé un appel public invitant le propriétaire des marchandises à se présenter et </a:t>
            </a:r>
            <a:r>
              <a:rPr lang="fr-CH" smtClean="0"/>
              <a:t>si celui-ci ne s’est pas manifesté dans un délai de 90 jours.</a:t>
            </a:r>
            <a:endParaRPr lang="fr-FR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5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127425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Vente</a:t>
            </a:r>
            <a:r>
              <a:rPr lang="en-US" dirty="0" smtClean="0"/>
              <a:t> </a:t>
            </a:r>
            <a:r>
              <a:rPr lang="en-US" smtClean="0"/>
              <a:t>des marchandises par l’Etat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Dans</a:t>
            </a:r>
            <a:r>
              <a:rPr lang="en-US" dirty="0" smtClean="0"/>
              <a:t> le </a:t>
            </a:r>
            <a:r>
              <a:rPr lang="en-US" dirty="0" err="1" smtClean="0"/>
              <a:t>cas</a:t>
            </a:r>
            <a:r>
              <a:rPr lang="en-US" dirty="0" smtClean="0"/>
              <a:t> </a:t>
            </a:r>
            <a:r>
              <a:rPr lang="en-US" dirty="0" err="1" smtClean="0"/>
              <a:t>d’une</a:t>
            </a:r>
            <a:r>
              <a:rPr lang="en-US" dirty="0" smtClean="0"/>
              <a:t> </a:t>
            </a:r>
            <a:r>
              <a:rPr lang="en-US" dirty="0" err="1" smtClean="0"/>
              <a:t>vente</a:t>
            </a:r>
            <a:r>
              <a:rPr lang="en-US" dirty="0" smtClean="0"/>
              <a:t> par la </a:t>
            </a:r>
            <a:r>
              <a:rPr lang="en-US" dirty="0" err="1" smtClean="0"/>
              <a:t>douane</a:t>
            </a:r>
            <a:r>
              <a:rPr lang="en-US" dirty="0" smtClean="0"/>
              <a:t> de </a:t>
            </a:r>
            <a:r>
              <a:rPr lang="en-US" dirty="0" err="1" smtClean="0"/>
              <a:t>marchandises</a:t>
            </a:r>
            <a:r>
              <a:rPr lang="en-US" dirty="0" smtClean="0"/>
              <a:t> </a:t>
            </a:r>
            <a:r>
              <a:rPr lang="en-US" dirty="0" err="1" smtClean="0"/>
              <a:t>abandonnées</a:t>
            </a:r>
            <a:r>
              <a:rPr lang="en-US" dirty="0" smtClean="0"/>
              <a:t> à </a:t>
            </a:r>
            <a:r>
              <a:rPr lang="en-US" dirty="0" err="1" smtClean="0"/>
              <a:t>l’Etat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confisquées</a:t>
            </a:r>
            <a:r>
              <a:rPr lang="en-US" dirty="0" smtClean="0"/>
              <a:t>, </a:t>
            </a:r>
            <a:r>
              <a:rPr lang="en-US" dirty="0" err="1" smtClean="0"/>
              <a:t>l’acheteur</a:t>
            </a:r>
            <a:r>
              <a:rPr lang="en-US" dirty="0" smtClean="0"/>
              <a:t> </a:t>
            </a:r>
            <a:r>
              <a:rPr lang="en-US" dirty="0" err="1" smtClean="0"/>
              <a:t>doit</a:t>
            </a:r>
            <a:r>
              <a:rPr lang="en-US" dirty="0" smtClean="0"/>
              <a:t> </a:t>
            </a:r>
            <a:r>
              <a:rPr lang="en-US" dirty="0" err="1" smtClean="0"/>
              <a:t>immédiatement</a:t>
            </a:r>
            <a:r>
              <a:rPr lang="en-US" dirty="0" smtClean="0"/>
              <a:t> </a:t>
            </a:r>
            <a:r>
              <a:rPr lang="en-US" dirty="0" err="1" smtClean="0"/>
              <a:t>accomplir</a:t>
            </a:r>
            <a:r>
              <a:rPr lang="en-US" dirty="0" smtClean="0"/>
              <a:t> les </a:t>
            </a:r>
            <a:r>
              <a:rPr lang="en-US" dirty="0" err="1" smtClean="0"/>
              <a:t>formalités</a:t>
            </a:r>
            <a:r>
              <a:rPr lang="en-US" dirty="0" smtClean="0"/>
              <a:t> pour placer les </a:t>
            </a:r>
            <a:r>
              <a:rPr lang="en-US" dirty="0" err="1" smtClean="0"/>
              <a:t>marchandises</a:t>
            </a:r>
            <a:r>
              <a:rPr lang="en-US" dirty="0" smtClean="0"/>
              <a:t> sous un régime </a:t>
            </a:r>
            <a:r>
              <a:rPr lang="en-US" dirty="0" err="1" smtClean="0"/>
              <a:t>douanier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pour les </a:t>
            </a:r>
            <a:r>
              <a:rPr lang="en-US" err="1" smtClean="0"/>
              <a:t>réexporter</a:t>
            </a:r>
            <a:r>
              <a:rPr lang="en-US" smtClean="0"/>
              <a:t>.</a:t>
            </a:r>
          </a:p>
          <a:p>
            <a:r>
              <a:rPr lang="en-US"/>
              <a:t>En cas de mise en libre pratique, les droits de </a:t>
            </a:r>
            <a:r>
              <a:rPr lang="en-US" smtClean="0"/>
              <a:t>douane et les autres droits et taxes éventuellement applicables doivent </a:t>
            </a:r>
            <a:r>
              <a:rPr lang="en-US"/>
              <a:t>être </a:t>
            </a:r>
            <a:r>
              <a:rPr lang="en-US" smtClean="0"/>
              <a:t>payés par l’acheteur.</a:t>
            </a:r>
          </a:p>
          <a:p>
            <a:r>
              <a:rPr lang="fr-CH" smtClean="0"/>
              <a:t>Les marchandises peuvent aussi être </a:t>
            </a:r>
            <a:r>
              <a:rPr lang="fr-CH"/>
              <a:t>vendues à un prix incluant le montant des droits à l’importation et </a:t>
            </a:r>
            <a:r>
              <a:rPr lang="fr-CH" smtClean="0"/>
              <a:t>des autres droits et taxes. Dans ce cas les marchandises </a:t>
            </a:r>
            <a:r>
              <a:rPr lang="fr-CH"/>
              <a:t>sont considérées comme ayant été mises en libre pratique. </a:t>
            </a:r>
            <a:endParaRPr lang="en-US"/>
          </a:p>
          <a:p>
            <a:endParaRPr lang="en-US" smtClean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6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34077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Destruction </a:t>
            </a:r>
            <a:r>
              <a:rPr lang="en-US" smtClean="0"/>
              <a:t>des marchandises par l’Etat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Les </a:t>
            </a:r>
            <a:r>
              <a:rPr lang="en-US" dirty="0" err="1" smtClean="0"/>
              <a:t>autorités</a:t>
            </a:r>
            <a:r>
              <a:rPr lang="en-US" dirty="0" smtClean="0"/>
              <a:t> </a:t>
            </a:r>
            <a:r>
              <a:rPr lang="en-US" dirty="0" err="1" smtClean="0"/>
              <a:t>douanières</a:t>
            </a:r>
            <a:r>
              <a:rPr lang="en-US" dirty="0" smtClean="0"/>
              <a:t> </a:t>
            </a:r>
            <a:r>
              <a:rPr lang="en-US" dirty="0" err="1" smtClean="0"/>
              <a:t>peuvent</a:t>
            </a:r>
            <a:r>
              <a:rPr lang="en-US" dirty="0" smtClean="0"/>
              <a:t>, </a:t>
            </a:r>
            <a:r>
              <a:rPr lang="en-US" dirty="0" err="1" smtClean="0"/>
              <a:t>s’ils</a:t>
            </a:r>
            <a:r>
              <a:rPr lang="en-US" dirty="0" smtClean="0"/>
              <a:t> </a:t>
            </a:r>
            <a:r>
              <a:rPr lang="en-US" dirty="0" err="1" smtClean="0"/>
              <a:t>ont</a:t>
            </a:r>
            <a:r>
              <a:rPr lang="en-US" dirty="0" smtClean="0"/>
              <a:t> des motifs </a:t>
            </a:r>
            <a:r>
              <a:rPr lang="en-US" dirty="0" err="1" smtClean="0"/>
              <a:t>raisonnables</a:t>
            </a:r>
            <a:r>
              <a:rPr lang="en-US" dirty="0" smtClean="0"/>
              <a:t>, </a:t>
            </a:r>
            <a:r>
              <a:rPr lang="en-US" dirty="0" err="1" smtClean="0"/>
              <a:t>exiger</a:t>
            </a:r>
            <a:r>
              <a:rPr lang="en-US" dirty="0" smtClean="0"/>
              <a:t> la destruction des </a:t>
            </a:r>
            <a:r>
              <a:rPr lang="en-US" dirty="0" err="1" smtClean="0"/>
              <a:t>marchandises</a:t>
            </a:r>
            <a:r>
              <a:rPr lang="en-US" dirty="0" smtClean="0"/>
              <a:t> </a:t>
            </a:r>
            <a:r>
              <a:rPr lang="en-US" dirty="0" err="1" smtClean="0"/>
              <a:t>présentées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douane</a:t>
            </a:r>
            <a:r>
              <a:rPr lang="en-US" dirty="0" smtClean="0"/>
              <a:t>. Les </a:t>
            </a:r>
            <a:r>
              <a:rPr lang="en-US" dirty="0" err="1" smtClean="0"/>
              <a:t>frais</a:t>
            </a:r>
            <a:r>
              <a:rPr lang="en-US" dirty="0" smtClean="0"/>
              <a:t> de </a:t>
            </a:r>
            <a:r>
              <a:rPr lang="en-US" smtClean="0"/>
              <a:t>la destruction sont </a:t>
            </a:r>
            <a:r>
              <a:rPr lang="en-US" dirty="0" smtClean="0"/>
              <a:t>à la charge du </a:t>
            </a:r>
            <a:r>
              <a:rPr lang="en-US" dirty="0" err="1" smtClean="0"/>
              <a:t>détenteur</a:t>
            </a:r>
            <a:r>
              <a:rPr lang="en-US" dirty="0" smtClean="0"/>
              <a:t> des </a:t>
            </a:r>
            <a:r>
              <a:rPr lang="en-US" dirty="0" err="1" smtClean="0"/>
              <a:t>marchandises</a:t>
            </a:r>
            <a:endParaRPr lang="en-US" dirty="0" smtClean="0"/>
          </a:p>
          <a:p>
            <a:r>
              <a:rPr lang="en-US" dirty="0" smtClean="0"/>
              <a:t>Les </a:t>
            </a:r>
            <a:r>
              <a:rPr lang="en-US" dirty="0" err="1" smtClean="0"/>
              <a:t>déchets</a:t>
            </a:r>
            <a:r>
              <a:rPr lang="en-US" dirty="0" smtClean="0"/>
              <a:t> et </a:t>
            </a:r>
            <a:r>
              <a:rPr lang="en-US" smtClean="0"/>
              <a:t>débris</a:t>
            </a:r>
            <a:r>
              <a:rPr lang="en-US" dirty="0" smtClean="0"/>
              <a:t> qui </a:t>
            </a:r>
            <a:r>
              <a:rPr lang="en-US" dirty="0" err="1" smtClean="0"/>
              <a:t>résultent</a:t>
            </a:r>
            <a:r>
              <a:rPr lang="en-US" dirty="0" smtClean="0"/>
              <a:t> de la destruction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être</a:t>
            </a:r>
            <a:r>
              <a:rPr lang="en-US" dirty="0" smtClean="0"/>
              <a:t> </a:t>
            </a:r>
            <a:r>
              <a:rPr lang="en-US" dirty="0" err="1" smtClean="0"/>
              <a:t>declarés</a:t>
            </a:r>
            <a:r>
              <a:rPr lang="en-US" dirty="0" smtClean="0"/>
              <a:t> sous un régime </a:t>
            </a:r>
            <a:r>
              <a:rPr lang="en-US" dirty="0" err="1" smtClean="0"/>
              <a:t>douanier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err="1" smtClean="0"/>
              <a:t>réexportés</a:t>
            </a:r>
            <a:r>
              <a:rPr lang="en-US" smtClean="0"/>
              <a:t>.</a:t>
            </a:r>
          </a:p>
          <a:p>
            <a:r>
              <a:rPr lang="en-US" smtClean="0"/>
              <a:t>En cas de mise en libre pratique, les droits de douane et les autres droits et taxes éventuellemnent  applicables à ces déchets et debris doivent être payés.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7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100465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F520E-0D3C-4C73-96DF-B271C0F692B0}" type="slidenum">
              <a:rPr lang="lb-LU" smtClean="0"/>
              <a:t>8</a:t>
            </a:fld>
            <a:endParaRPr lang="lb-LU"/>
          </a:p>
        </p:txBody>
      </p:sp>
      <p:pic>
        <p:nvPicPr>
          <p:cNvPr id="5" name="Inhaltsplatzhalt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838" y="3751688"/>
            <a:ext cx="1830324" cy="1929384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4838765" y="3244334"/>
            <a:ext cx="25144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LU" sz="4000">
                <a:solidFill>
                  <a:srgbClr val="000000"/>
                </a:solidFill>
                <a:latin typeface="Calibri" panose="020F050202020403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11419845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Thème Office</vt:lpstr>
      <vt:lpstr>Disposition des marchandises</vt:lpstr>
      <vt:lpstr>Confiscation, Vente et Destruction des marchandises par l’Etat 1/2</vt:lpstr>
      <vt:lpstr>Confiscation, Vente et Destruction des marchandises par l’Etat 2/2</vt:lpstr>
      <vt:lpstr>Abandon des marchandises à l’Etat 1/2</vt:lpstr>
      <vt:lpstr>Abandon des marchandises à l’Etat 2/2</vt:lpstr>
      <vt:lpstr>Vente des marchandises par l’Etat</vt:lpstr>
      <vt:lpstr>Destruction des marchandises par l’Etat</vt:lpstr>
      <vt:lpstr>PowerPoint Presentation</vt:lpstr>
    </vt:vector>
  </TitlesOfParts>
  <Company>DOUANES ET ACCISES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ferring</dc:creator>
  <cp:lastModifiedBy>schweitzer</cp:lastModifiedBy>
  <cp:revision>235</cp:revision>
  <cp:lastPrinted>2022-09-28T12:46:44Z</cp:lastPrinted>
  <dcterms:created xsi:type="dcterms:W3CDTF">2018-09-26T09:04:10Z</dcterms:created>
  <dcterms:modified xsi:type="dcterms:W3CDTF">2024-10-04T07:59:11Z</dcterms:modified>
</cp:coreProperties>
</file>