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58" r:id="rId3"/>
    <p:sldId id="257" r:id="rId4"/>
    <p:sldId id="268" r:id="rId5"/>
    <p:sldId id="265" r:id="rId6"/>
    <p:sldId id="259" r:id="rId7"/>
    <p:sldId id="266" r:id="rId8"/>
    <p:sldId id="261" r:id="rId9"/>
    <p:sldId id="271" r:id="rId10"/>
    <p:sldId id="269" r:id="rId11"/>
    <p:sldId id="270" r:id="rId12"/>
    <p:sldId id="262" r:id="rId13"/>
    <p:sldId id="263" r:id="rId14"/>
    <p:sldId id="264" r:id="rId15"/>
    <p:sldId id="272" r:id="rId16"/>
  </p:sldIdLst>
  <p:sldSz cx="12192000" cy="6858000"/>
  <p:notesSz cx="9926638" cy="6797675"/>
  <p:defaultText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9C7B4F-934B-4D14-826A-A7708455A20A}" v="236" dt="2020-06-01T07:10:30.954"/>
    <p1510:client id="{E76598A3-A913-4822-A8F1-CB075C0F86B7}" v="3" dt="2020-06-01T12:24:58.6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lph kemp" userId="b9b5e5f6d19aaab0" providerId="LiveId" clId="{A29C7B4F-934B-4D14-826A-A7708455A20A}"/>
    <pc:docChg chg="undo custSel mod addSld delSld modSld sldOrd">
      <pc:chgData name="ralph kemp" userId="b9b5e5f6d19aaab0" providerId="LiveId" clId="{A29C7B4F-934B-4D14-826A-A7708455A20A}" dt="2020-06-01T07:11:13.518" v="7318" actId="20577"/>
      <pc:docMkLst>
        <pc:docMk/>
      </pc:docMkLst>
      <pc:sldChg chg="del">
        <pc:chgData name="ralph kemp" userId="b9b5e5f6d19aaab0" providerId="LiveId" clId="{A29C7B4F-934B-4D14-826A-A7708455A20A}" dt="2020-06-01T06:00:07.425" v="5949" actId="2696"/>
        <pc:sldMkLst>
          <pc:docMk/>
          <pc:sldMk cId="786570699" sldId="257"/>
        </pc:sldMkLst>
      </pc:sldChg>
      <pc:sldChg chg="del">
        <pc:chgData name="ralph kemp" userId="b9b5e5f6d19aaab0" providerId="LiveId" clId="{A29C7B4F-934B-4D14-826A-A7708455A20A}" dt="2020-06-01T06:00:46.035" v="5951" actId="2696"/>
        <pc:sldMkLst>
          <pc:docMk/>
          <pc:sldMk cId="1824659767" sldId="258"/>
        </pc:sldMkLst>
      </pc:sldChg>
      <pc:sldChg chg="modSp mod">
        <pc:chgData name="ralph kemp" userId="b9b5e5f6d19aaab0" providerId="LiveId" clId="{A29C7B4F-934B-4D14-826A-A7708455A20A}" dt="2020-06-01T06:04:01.849" v="6035" actId="1076"/>
        <pc:sldMkLst>
          <pc:docMk/>
          <pc:sldMk cId="2363639681" sldId="259"/>
        </pc:sldMkLst>
        <pc:spChg chg="mod">
          <ac:chgData name="ralph kemp" userId="b9b5e5f6d19aaab0" providerId="LiveId" clId="{A29C7B4F-934B-4D14-826A-A7708455A20A}" dt="2020-06-01T06:04:01.849" v="6035" actId="1076"/>
          <ac:spMkLst>
            <pc:docMk/>
            <pc:sldMk cId="2363639681" sldId="259"/>
            <ac:spMk id="2" creationId="{00000000-0000-0000-0000-000000000000}"/>
          </ac:spMkLst>
        </pc:spChg>
        <pc:spChg chg="mod">
          <ac:chgData name="ralph kemp" userId="b9b5e5f6d19aaab0" providerId="LiveId" clId="{A29C7B4F-934B-4D14-826A-A7708455A20A}" dt="2020-06-01T06:03:53.567" v="6033" actId="1076"/>
          <ac:spMkLst>
            <pc:docMk/>
            <pc:sldMk cId="2363639681" sldId="259"/>
            <ac:spMk id="3" creationId="{00000000-0000-0000-0000-000000000000}"/>
          </ac:spMkLst>
        </pc:spChg>
      </pc:sldChg>
      <pc:sldChg chg="modSp del mod">
        <pc:chgData name="ralph kemp" userId="b9b5e5f6d19aaab0" providerId="LiveId" clId="{A29C7B4F-934B-4D14-826A-A7708455A20A}" dt="2020-06-01T06:02:29.076" v="5965" actId="2696"/>
        <pc:sldMkLst>
          <pc:docMk/>
          <pc:sldMk cId="1880347331" sldId="260"/>
        </pc:sldMkLst>
        <pc:spChg chg="mod">
          <ac:chgData name="ralph kemp" userId="b9b5e5f6d19aaab0" providerId="LiveId" clId="{A29C7B4F-934B-4D14-826A-A7708455A20A}" dt="2020-06-01T06:02:07.812" v="5960" actId="21"/>
          <ac:spMkLst>
            <pc:docMk/>
            <pc:sldMk cId="1880347331" sldId="260"/>
            <ac:spMk id="3" creationId="{00000000-0000-0000-0000-000000000000}"/>
          </ac:spMkLst>
        </pc:spChg>
      </pc:sldChg>
      <pc:sldChg chg="modSp mod">
        <pc:chgData name="ralph kemp" userId="b9b5e5f6d19aaab0" providerId="LiveId" clId="{A29C7B4F-934B-4D14-826A-A7708455A20A}" dt="2020-06-01T06:11:36.112" v="6188" actId="27636"/>
        <pc:sldMkLst>
          <pc:docMk/>
          <pc:sldMk cId="2701221404" sldId="261"/>
        </pc:sldMkLst>
        <pc:spChg chg="mod">
          <ac:chgData name="ralph kemp" userId="b9b5e5f6d19aaab0" providerId="LiveId" clId="{A29C7B4F-934B-4D14-826A-A7708455A20A}" dt="2020-06-01T06:05:37.980" v="6070" actId="20577"/>
          <ac:spMkLst>
            <pc:docMk/>
            <pc:sldMk cId="2701221404" sldId="261"/>
            <ac:spMk id="2" creationId="{00000000-0000-0000-0000-000000000000}"/>
          </ac:spMkLst>
        </pc:spChg>
        <pc:spChg chg="mod">
          <ac:chgData name="ralph kemp" userId="b9b5e5f6d19aaab0" providerId="LiveId" clId="{A29C7B4F-934B-4D14-826A-A7708455A20A}" dt="2020-06-01T06:11:36.112" v="6188" actId="27636"/>
          <ac:spMkLst>
            <pc:docMk/>
            <pc:sldMk cId="2701221404" sldId="261"/>
            <ac:spMk id="3" creationId="{00000000-0000-0000-0000-000000000000}"/>
          </ac:spMkLst>
        </pc:spChg>
      </pc:sldChg>
      <pc:sldChg chg="modSp del mod">
        <pc:chgData name="ralph kemp" userId="b9b5e5f6d19aaab0" providerId="LiveId" clId="{A29C7B4F-934B-4D14-826A-A7708455A20A}" dt="2020-06-01T06:09:57.881" v="6173" actId="2696"/>
        <pc:sldMkLst>
          <pc:docMk/>
          <pc:sldMk cId="86556387" sldId="262"/>
        </pc:sldMkLst>
        <pc:spChg chg="mod">
          <ac:chgData name="ralph kemp" userId="b9b5e5f6d19aaab0" providerId="LiveId" clId="{A29C7B4F-934B-4D14-826A-A7708455A20A}" dt="2020-06-01T06:07:34.076" v="6135" actId="21"/>
          <ac:spMkLst>
            <pc:docMk/>
            <pc:sldMk cId="86556387" sldId="262"/>
            <ac:spMk id="3" creationId="{00000000-0000-0000-0000-000000000000}"/>
          </ac:spMkLst>
        </pc:spChg>
      </pc:sldChg>
      <pc:sldChg chg="delSp modSp mod">
        <pc:chgData name="ralph kemp" userId="b9b5e5f6d19aaab0" providerId="LiveId" clId="{A29C7B4F-934B-4D14-826A-A7708455A20A}" dt="2020-06-01T06:13:12.174" v="6235" actId="1076"/>
        <pc:sldMkLst>
          <pc:docMk/>
          <pc:sldMk cId="2547356398" sldId="263"/>
        </pc:sldMkLst>
        <pc:spChg chg="mod">
          <ac:chgData name="ralph kemp" userId="b9b5e5f6d19aaab0" providerId="LiveId" clId="{A29C7B4F-934B-4D14-826A-A7708455A20A}" dt="2020-06-01T06:13:12.174" v="6235" actId="1076"/>
          <ac:spMkLst>
            <pc:docMk/>
            <pc:sldMk cId="2547356398" sldId="263"/>
            <ac:spMk id="3" creationId="{00000000-0000-0000-0000-000000000000}"/>
          </ac:spMkLst>
        </pc:spChg>
        <pc:picChg chg="del">
          <ac:chgData name="ralph kemp" userId="b9b5e5f6d19aaab0" providerId="LiveId" clId="{A29C7B4F-934B-4D14-826A-A7708455A20A}" dt="2020-06-01T06:10:40.541" v="6178" actId="478"/>
          <ac:picMkLst>
            <pc:docMk/>
            <pc:sldMk cId="2547356398" sldId="263"/>
            <ac:picMk id="5" creationId="{00000000-0000-0000-0000-000000000000}"/>
          </ac:picMkLst>
        </pc:picChg>
      </pc:sldChg>
      <pc:sldChg chg="modSp mod">
        <pc:chgData name="ralph kemp" userId="b9b5e5f6d19aaab0" providerId="LiveId" clId="{A29C7B4F-934B-4D14-826A-A7708455A20A}" dt="2020-06-01T06:10:35.426" v="6177" actId="1076"/>
        <pc:sldMkLst>
          <pc:docMk/>
          <pc:sldMk cId="862864849" sldId="264"/>
        </pc:sldMkLst>
        <pc:spChg chg="mod">
          <ac:chgData name="ralph kemp" userId="b9b5e5f6d19aaab0" providerId="LiveId" clId="{A29C7B4F-934B-4D14-826A-A7708455A20A}" dt="2020-06-01T06:09:27.166" v="6171" actId="20577"/>
          <ac:spMkLst>
            <pc:docMk/>
            <pc:sldMk cId="862864849" sldId="264"/>
            <ac:spMk id="2" creationId="{00000000-0000-0000-0000-000000000000}"/>
          </ac:spMkLst>
        </pc:spChg>
        <pc:spChg chg="mod">
          <ac:chgData name="ralph kemp" userId="b9b5e5f6d19aaab0" providerId="LiveId" clId="{A29C7B4F-934B-4D14-826A-A7708455A20A}" dt="2020-06-01T06:10:24.152" v="6175" actId="122"/>
          <ac:spMkLst>
            <pc:docMk/>
            <pc:sldMk cId="862864849" sldId="264"/>
            <ac:spMk id="3" creationId="{00000000-0000-0000-0000-000000000000}"/>
          </ac:spMkLst>
        </pc:spChg>
        <pc:picChg chg="mod">
          <ac:chgData name="ralph kemp" userId="b9b5e5f6d19aaab0" providerId="LiveId" clId="{A29C7B4F-934B-4D14-826A-A7708455A20A}" dt="2020-06-01T06:10:35.426" v="6177" actId="1076"/>
          <ac:picMkLst>
            <pc:docMk/>
            <pc:sldMk cId="862864849" sldId="264"/>
            <ac:picMk id="5" creationId="{00000000-0000-0000-0000-000000000000}"/>
          </ac:picMkLst>
        </pc:picChg>
      </pc:sldChg>
      <pc:sldChg chg="modSp mod">
        <pc:chgData name="ralph kemp" userId="b9b5e5f6d19aaab0" providerId="LiveId" clId="{A29C7B4F-934B-4D14-826A-A7708455A20A}" dt="2020-06-01T06:15:16.891" v="6252" actId="20577"/>
        <pc:sldMkLst>
          <pc:docMk/>
          <pc:sldMk cId="1073301653" sldId="265"/>
        </pc:sldMkLst>
        <pc:spChg chg="mod">
          <ac:chgData name="ralph kemp" userId="b9b5e5f6d19aaab0" providerId="LiveId" clId="{A29C7B4F-934B-4D14-826A-A7708455A20A}" dt="2020-06-01T06:15:16.891" v="6252" actId="20577"/>
          <ac:spMkLst>
            <pc:docMk/>
            <pc:sldMk cId="1073301653" sldId="265"/>
            <ac:spMk id="2" creationId="{00000000-0000-0000-0000-000000000000}"/>
          </ac:spMkLst>
        </pc:spChg>
        <pc:graphicFrameChg chg="mod">
          <ac:chgData name="ralph kemp" userId="b9b5e5f6d19aaab0" providerId="LiveId" clId="{A29C7B4F-934B-4D14-826A-A7708455A20A}" dt="2020-06-01T06:14:43.175" v="6246" actId="6559"/>
          <ac:graphicFrameMkLst>
            <pc:docMk/>
            <pc:sldMk cId="1073301653" sldId="265"/>
            <ac:graphicFrameMk id="5" creationId="{00000000-0000-0000-0000-000000000000}"/>
          </ac:graphicFrameMkLst>
        </pc:graphicFrameChg>
      </pc:sldChg>
      <pc:sldChg chg="modSp">
        <pc:chgData name="ralph kemp" userId="b9b5e5f6d19aaab0" providerId="LiveId" clId="{A29C7B4F-934B-4D14-826A-A7708455A20A}" dt="2020-06-01T06:16:44.964" v="6271" actId="6559"/>
        <pc:sldMkLst>
          <pc:docMk/>
          <pc:sldMk cId="4241626609" sldId="266"/>
        </pc:sldMkLst>
        <pc:graphicFrameChg chg="mod">
          <ac:chgData name="ralph kemp" userId="b9b5e5f6d19aaab0" providerId="LiveId" clId="{A29C7B4F-934B-4D14-826A-A7708455A20A}" dt="2020-06-01T06:16:44.964" v="6271" actId="6559"/>
          <ac:graphicFrameMkLst>
            <pc:docMk/>
            <pc:sldMk cId="4241626609" sldId="266"/>
            <ac:graphicFrameMk id="5" creationId="{00000000-0000-0000-0000-000000000000}"/>
          </ac:graphicFrameMkLst>
        </pc:graphicFrameChg>
      </pc:sldChg>
      <pc:sldChg chg="modSp mod">
        <pc:chgData name="ralph kemp" userId="b9b5e5f6d19aaab0" providerId="LiveId" clId="{A29C7B4F-934B-4D14-826A-A7708455A20A}" dt="2020-06-01T06:18:02.528" v="6315" actId="1076"/>
        <pc:sldMkLst>
          <pc:docMk/>
          <pc:sldMk cId="408362590" sldId="267"/>
        </pc:sldMkLst>
        <pc:spChg chg="mod">
          <ac:chgData name="ralph kemp" userId="b9b5e5f6d19aaab0" providerId="LiveId" clId="{A29C7B4F-934B-4D14-826A-A7708455A20A}" dt="2020-06-01T06:18:02.528" v="6315" actId="1076"/>
          <ac:spMkLst>
            <pc:docMk/>
            <pc:sldMk cId="408362590" sldId="267"/>
            <ac:spMk id="2" creationId="{00000000-0000-0000-0000-000000000000}"/>
          </ac:spMkLst>
        </pc:spChg>
        <pc:spChg chg="mod">
          <ac:chgData name="ralph kemp" userId="b9b5e5f6d19aaab0" providerId="LiveId" clId="{A29C7B4F-934B-4D14-826A-A7708455A20A}" dt="2020-06-01T06:17:59.188" v="6314" actId="1076"/>
          <ac:spMkLst>
            <pc:docMk/>
            <pc:sldMk cId="408362590" sldId="267"/>
            <ac:spMk id="3" creationId="{00000000-0000-0000-0000-000000000000}"/>
          </ac:spMkLst>
        </pc:spChg>
      </pc:sldChg>
      <pc:sldChg chg="del">
        <pc:chgData name="ralph kemp" userId="b9b5e5f6d19aaab0" providerId="LiveId" clId="{A29C7B4F-934B-4D14-826A-A7708455A20A}" dt="2020-06-01T06:18:58.945" v="6316" actId="2696"/>
        <pc:sldMkLst>
          <pc:docMk/>
          <pc:sldMk cId="2168527577" sldId="268"/>
        </pc:sldMkLst>
      </pc:sldChg>
      <pc:sldChg chg="del">
        <pc:chgData name="ralph kemp" userId="b9b5e5f6d19aaab0" providerId="LiveId" clId="{A29C7B4F-934B-4D14-826A-A7708455A20A}" dt="2020-06-01T06:18:58.945" v="6316" actId="2696"/>
        <pc:sldMkLst>
          <pc:docMk/>
          <pc:sldMk cId="4177723236" sldId="269"/>
        </pc:sldMkLst>
      </pc:sldChg>
      <pc:sldChg chg="del">
        <pc:chgData name="ralph kemp" userId="b9b5e5f6d19aaab0" providerId="LiveId" clId="{A29C7B4F-934B-4D14-826A-A7708455A20A}" dt="2020-06-01T06:18:58.945" v="6316" actId="2696"/>
        <pc:sldMkLst>
          <pc:docMk/>
          <pc:sldMk cId="4037132285" sldId="270"/>
        </pc:sldMkLst>
      </pc:sldChg>
      <pc:sldChg chg="modSp mod">
        <pc:chgData name="ralph kemp" userId="b9b5e5f6d19aaab0" providerId="LiveId" clId="{A29C7B4F-934B-4D14-826A-A7708455A20A}" dt="2020-06-01T06:20:38.098" v="6356" actId="20577"/>
        <pc:sldMkLst>
          <pc:docMk/>
          <pc:sldMk cId="346588168" sldId="271"/>
        </pc:sldMkLst>
        <pc:spChg chg="mod">
          <ac:chgData name="ralph kemp" userId="b9b5e5f6d19aaab0" providerId="LiveId" clId="{A29C7B4F-934B-4D14-826A-A7708455A20A}" dt="2020-06-01T06:20:38.098" v="6356" actId="20577"/>
          <ac:spMkLst>
            <pc:docMk/>
            <pc:sldMk cId="346588168" sldId="271"/>
            <ac:spMk id="2" creationId="{00000000-0000-0000-0000-000000000000}"/>
          </ac:spMkLst>
        </pc:spChg>
      </pc:sldChg>
      <pc:sldChg chg="modSp">
        <pc:chgData name="ralph kemp" userId="b9b5e5f6d19aaab0" providerId="LiveId" clId="{A29C7B4F-934B-4D14-826A-A7708455A20A}" dt="2020-06-01T06:24:45.460" v="6500" actId="20577"/>
        <pc:sldMkLst>
          <pc:docMk/>
          <pc:sldMk cId="1755588568" sldId="272"/>
        </pc:sldMkLst>
        <pc:graphicFrameChg chg="mod">
          <ac:chgData name="ralph kemp" userId="b9b5e5f6d19aaab0" providerId="LiveId" clId="{A29C7B4F-934B-4D14-826A-A7708455A20A}" dt="2020-06-01T06:24:45.460" v="6500" actId="20577"/>
          <ac:graphicFrameMkLst>
            <pc:docMk/>
            <pc:sldMk cId="1755588568" sldId="272"/>
            <ac:graphicFrameMk id="5" creationId="{00000000-0000-0000-0000-000000000000}"/>
          </ac:graphicFrameMkLst>
        </pc:graphicFrameChg>
      </pc:sldChg>
      <pc:sldChg chg="modSp mod">
        <pc:chgData name="ralph kemp" userId="b9b5e5f6d19aaab0" providerId="LiveId" clId="{A29C7B4F-934B-4D14-826A-A7708455A20A}" dt="2020-06-01T06:43:58.152" v="6846" actId="20577"/>
        <pc:sldMkLst>
          <pc:docMk/>
          <pc:sldMk cId="3918976556" sldId="273"/>
        </pc:sldMkLst>
        <pc:spChg chg="mod">
          <ac:chgData name="ralph kemp" userId="b9b5e5f6d19aaab0" providerId="LiveId" clId="{A29C7B4F-934B-4D14-826A-A7708455A20A}" dt="2020-06-01T06:43:58.152" v="6846" actId="20577"/>
          <ac:spMkLst>
            <pc:docMk/>
            <pc:sldMk cId="3918976556" sldId="273"/>
            <ac:spMk id="2" creationId="{00000000-0000-0000-0000-000000000000}"/>
          </ac:spMkLst>
        </pc:spChg>
        <pc:spChg chg="mod">
          <ac:chgData name="ralph kemp" userId="b9b5e5f6d19aaab0" providerId="LiveId" clId="{A29C7B4F-934B-4D14-826A-A7708455A20A}" dt="2020-06-01T06:28:52.377" v="6570" actId="14100"/>
          <ac:spMkLst>
            <pc:docMk/>
            <pc:sldMk cId="3918976556" sldId="273"/>
            <ac:spMk id="3" creationId="{00000000-0000-0000-0000-000000000000}"/>
          </ac:spMkLst>
        </pc:spChg>
        <pc:spChg chg="mod">
          <ac:chgData name="ralph kemp" userId="b9b5e5f6d19aaab0" providerId="LiveId" clId="{A29C7B4F-934B-4D14-826A-A7708455A20A}" dt="2020-06-01T06:27:35.062" v="6564" actId="1076"/>
          <ac:spMkLst>
            <pc:docMk/>
            <pc:sldMk cId="3918976556" sldId="273"/>
            <ac:spMk id="6" creationId="{00000000-0000-0000-0000-000000000000}"/>
          </ac:spMkLst>
        </pc:spChg>
        <pc:picChg chg="mod">
          <ac:chgData name="ralph kemp" userId="b9b5e5f6d19aaab0" providerId="LiveId" clId="{A29C7B4F-934B-4D14-826A-A7708455A20A}" dt="2020-06-01T06:27:39.308" v="6565" actId="1076"/>
          <ac:picMkLst>
            <pc:docMk/>
            <pc:sldMk cId="3918976556" sldId="273"/>
            <ac:picMk id="5" creationId="{00000000-0000-0000-0000-000000000000}"/>
          </ac:picMkLst>
        </pc:picChg>
      </pc:sldChg>
      <pc:sldChg chg="modSp mod">
        <pc:chgData name="ralph kemp" userId="b9b5e5f6d19aaab0" providerId="LiveId" clId="{A29C7B4F-934B-4D14-826A-A7708455A20A}" dt="2020-06-01T06:31:49.966" v="6608" actId="1076"/>
        <pc:sldMkLst>
          <pc:docMk/>
          <pc:sldMk cId="1875805434" sldId="274"/>
        </pc:sldMkLst>
        <pc:spChg chg="mod">
          <ac:chgData name="ralph kemp" userId="b9b5e5f6d19aaab0" providerId="LiveId" clId="{A29C7B4F-934B-4D14-826A-A7708455A20A}" dt="2020-06-01T06:31:30.043" v="6607" actId="20577"/>
          <ac:spMkLst>
            <pc:docMk/>
            <pc:sldMk cId="1875805434" sldId="274"/>
            <ac:spMk id="3" creationId="{00000000-0000-0000-0000-000000000000}"/>
          </ac:spMkLst>
        </pc:spChg>
        <pc:spChg chg="mod">
          <ac:chgData name="ralph kemp" userId="b9b5e5f6d19aaab0" providerId="LiveId" clId="{A29C7B4F-934B-4D14-826A-A7708455A20A}" dt="2020-06-01T06:29:52.009" v="6590" actId="1076"/>
          <ac:spMkLst>
            <pc:docMk/>
            <pc:sldMk cId="1875805434" sldId="274"/>
            <ac:spMk id="6" creationId="{00000000-0000-0000-0000-000000000000}"/>
          </ac:spMkLst>
        </pc:spChg>
        <pc:picChg chg="mod">
          <ac:chgData name="ralph kemp" userId="b9b5e5f6d19aaab0" providerId="LiveId" clId="{A29C7B4F-934B-4D14-826A-A7708455A20A}" dt="2020-06-01T06:31:49.966" v="6608" actId="1076"/>
          <ac:picMkLst>
            <pc:docMk/>
            <pc:sldMk cId="1875805434" sldId="274"/>
            <ac:picMk id="5" creationId="{00000000-0000-0000-0000-000000000000}"/>
          </ac:picMkLst>
        </pc:picChg>
      </pc:sldChg>
      <pc:sldChg chg="modSp del mod">
        <pc:chgData name="ralph kemp" userId="b9b5e5f6d19aaab0" providerId="LiveId" clId="{A29C7B4F-934B-4D14-826A-A7708455A20A}" dt="2020-06-01T06:31:58.810" v="6609" actId="2696"/>
        <pc:sldMkLst>
          <pc:docMk/>
          <pc:sldMk cId="2496809258" sldId="275"/>
        </pc:sldMkLst>
        <pc:spChg chg="mod">
          <ac:chgData name="ralph kemp" userId="b9b5e5f6d19aaab0" providerId="LiveId" clId="{A29C7B4F-934B-4D14-826A-A7708455A20A}" dt="2020-06-01T06:30:07.337" v="6591" actId="255"/>
          <ac:spMkLst>
            <pc:docMk/>
            <pc:sldMk cId="2496809258" sldId="275"/>
            <ac:spMk id="3" creationId="{00000000-0000-0000-0000-000000000000}"/>
          </ac:spMkLst>
        </pc:spChg>
      </pc:sldChg>
      <pc:sldChg chg="modSp mod">
        <pc:chgData name="ralph kemp" userId="b9b5e5f6d19aaab0" providerId="LiveId" clId="{A29C7B4F-934B-4D14-826A-A7708455A20A}" dt="2020-06-01T06:35:28.296" v="6721" actId="1076"/>
        <pc:sldMkLst>
          <pc:docMk/>
          <pc:sldMk cId="515912946" sldId="276"/>
        </pc:sldMkLst>
        <pc:spChg chg="mod">
          <ac:chgData name="ralph kemp" userId="b9b5e5f6d19aaab0" providerId="LiveId" clId="{A29C7B4F-934B-4D14-826A-A7708455A20A}" dt="2020-06-01T06:35:10.264" v="6715" actId="20577"/>
          <ac:spMkLst>
            <pc:docMk/>
            <pc:sldMk cId="515912946" sldId="276"/>
            <ac:spMk id="2" creationId="{00000000-0000-0000-0000-000000000000}"/>
          </ac:spMkLst>
        </pc:spChg>
        <pc:spChg chg="mod">
          <ac:chgData name="ralph kemp" userId="b9b5e5f6d19aaab0" providerId="LiveId" clId="{A29C7B4F-934B-4D14-826A-A7708455A20A}" dt="2020-06-01T06:35:22.832" v="6720" actId="20577"/>
          <ac:spMkLst>
            <pc:docMk/>
            <pc:sldMk cId="515912946" sldId="276"/>
            <ac:spMk id="3" creationId="{00000000-0000-0000-0000-000000000000}"/>
          </ac:spMkLst>
        </pc:spChg>
        <pc:picChg chg="mod">
          <ac:chgData name="ralph kemp" userId="b9b5e5f6d19aaab0" providerId="LiveId" clId="{A29C7B4F-934B-4D14-826A-A7708455A20A}" dt="2020-06-01T06:35:28.296" v="6721" actId="1076"/>
          <ac:picMkLst>
            <pc:docMk/>
            <pc:sldMk cId="515912946" sldId="276"/>
            <ac:picMk id="5" creationId="{00000000-0000-0000-0000-000000000000}"/>
          </ac:picMkLst>
        </pc:picChg>
      </pc:sldChg>
      <pc:sldChg chg="modSp mod">
        <pc:chgData name="ralph kemp" userId="b9b5e5f6d19aaab0" providerId="LiveId" clId="{A29C7B4F-934B-4D14-826A-A7708455A20A}" dt="2020-06-01T06:47:46.243" v="6980" actId="20577"/>
        <pc:sldMkLst>
          <pc:docMk/>
          <pc:sldMk cId="1072159602" sldId="277"/>
        </pc:sldMkLst>
        <pc:spChg chg="mod">
          <ac:chgData name="ralph kemp" userId="b9b5e5f6d19aaab0" providerId="LiveId" clId="{A29C7B4F-934B-4D14-826A-A7708455A20A}" dt="2020-06-01T06:47:46.243" v="6980" actId="20577"/>
          <ac:spMkLst>
            <pc:docMk/>
            <pc:sldMk cId="1072159602" sldId="277"/>
            <ac:spMk id="3" creationId="{00000000-0000-0000-0000-000000000000}"/>
          </ac:spMkLst>
        </pc:spChg>
      </pc:sldChg>
      <pc:sldChg chg="addSp modSp mod">
        <pc:chgData name="ralph kemp" userId="b9b5e5f6d19aaab0" providerId="LiveId" clId="{A29C7B4F-934B-4D14-826A-A7708455A20A}" dt="2020-06-01T06:51:43.421" v="7038" actId="12"/>
        <pc:sldMkLst>
          <pc:docMk/>
          <pc:sldMk cId="3241968902" sldId="278"/>
        </pc:sldMkLst>
        <pc:spChg chg="mod">
          <ac:chgData name="ralph kemp" userId="b9b5e5f6d19aaab0" providerId="LiveId" clId="{A29C7B4F-934B-4D14-826A-A7708455A20A}" dt="2020-06-01T06:47:55.803" v="6991" actId="20577"/>
          <ac:spMkLst>
            <pc:docMk/>
            <pc:sldMk cId="3241968902" sldId="278"/>
            <ac:spMk id="2" creationId="{00000000-0000-0000-0000-000000000000}"/>
          </ac:spMkLst>
        </pc:spChg>
        <pc:spChg chg="mod">
          <ac:chgData name="ralph kemp" userId="b9b5e5f6d19aaab0" providerId="LiveId" clId="{A29C7B4F-934B-4D14-826A-A7708455A20A}" dt="2020-06-01T06:51:43.421" v="7038" actId="12"/>
          <ac:spMkLst>
            <pc:docMk/>
            <pc:sldMk cId="3241968902" sldId="278"/>
            <ac:spMk id="3" creationId="{00000000-0000-0000-0000-000000000000}"/>
          </ac:spMkLst>
        </pc:spChg>
        <pc:spChg chg="add mod">
          <ac:chgData name="ralph kemp" userId="b9b5e5f6d19aaab0" providerId="LiveId" clId="{A29C7B4F-934B-4D14-826A-A7708455A20A}" dt="2020-06-01T06:50:05.705" v="7016" actId="1076"/>
          <ac:spMkLst>
            <pc:docMk/>
            <pc:sldMk cId="3241968902" sldId="278"/>
            <ac:spMk id="7" creationId="{3BB4215C-FEF4-4B2D-B321-6FDB6262D68C}"/>
          </ac:spMkLst>
        </pc:spChg>
        <pc:picChg chg="add mod">
          <ac:chgData name="ralph kemp" userId="b9b5e5f6d19aaab0" providerId="LiveId" clId="{A29C7B4F-934B-4D14-826A-A7708455A20A}" dt="2020-06-01T06:49:31.088" v="7009" actId="1076"/>
          <ac:picMkLst>
            <pc:docMk/>
            <pc:sldMk cId="3241968902" sldId="278"/>
            <ac:picMk id="5" creationId="{B6437AC0-7DE3-4A0D-AF27-FDD6A63C6D4D}"/>
          </ac:picMkLst>
        </pc:picChg>
        <pc:picChg chg="add mod">
          <ac:chgData name="ralph kemp" userId="b9b5e5f6d19aaab0" providerId="LiveId" clId="{A29C7B4F-934B-4D14-826A-A7708455A20A}" dt="2020-06-01T06:49:50.067" v="7013" actId="1076"/>
          <ac:picMkLst>
            <pc:docMk/>
            <pc:sldMk cId="3241968902" sldId="278"/>
            <ac:picMk id="6" creationId="{7D5D0A39-54C3-409E-AFB5-AF2EEF5ACA40}"/>
          </ac:picMkLst>
        </pc:picChg>
        <pc:picChg chg="add mod">
          <ac:chgData name="ralph kemp" userId="b9b5e5f6d19aaab0" providerId="LiveId" clId="{A29C7B4F-934B-4D14-826A-A7708455A20A}" dt="2020-06-01T06:50:22.365" v="7019" actId="1076"/>
          <ac:picMkLst>
            <pc:docMk/>
            <pc:sldMk cId="3241968902" sldId="278"/>
            <ac:picMk id="8" creationId="{A5B2B31F-9D33-487A-85A2-8E397094A9B0}"/>
          </ac:picMkLst>
        </pc:picChg>
      </pc:sldChg>
      <pc:sldChg chg="delSp modSp del mod">
        <pc:chgData name="ralph kemp" userId="b9b5e5f6d19aaab0" providerId="LiveId" clId="{A29C7B4F-934B-4D14-826A-A7708455A20A}" dt="2020-06-01T06:50:37.075" v="7021" actId="2696"/>
        <pc:sldMkLst>
          <pc:docMk/>
          <pc:sldMk cId="1582153969" sldId="279"/>
        </pc:sldMkLst>
        <pc:spChg chg="mod">
          <ac:chgData name="ralph kemp" userId="b9b5e5f6d19aaab0" providerId="LiveId" clId="{A29C7B4F-934B-4D14-826A-A7708455A20A}" dt="2020-06-01T06:48:22.740" v="6995" actId="21"/>
          <ac:spMkLst>
            <pc:docMk/>
            <pc:sldMk cId="1582153969" sldId="279"/>
            <ac:spMk id="3" creationId="{00000000-0000-0000-0000-000000000000}"/>
          </ac:spMkLst>
        </pc:spChg>
        <pc:spChg chg="del mod">
          <ac:chgData name="ralph kemp" userId="b9b5e5f6d19aaab0" providerId="LiveId" clId="{A29C7B4F-934B-4D14-826A-A7708455A20A}" dt="2020-06-01T06:49:55.692" v="7014" actId="21"/>
          <ac:spMkLst>
            <pc:docMk/>
            <pc:sldMk cId="1582153969" sldId="279"/>
            <ac:spMk id="7" creationId="{00000000-0000-0000-0000-000000000000}"/>
          </ac:spMkLst>
        </pc:spChg>
        <pc:spChg chg="del mod">
          <ac:chgData name="ralph kemp" userId="b9b5e5f6d19aaab0" providerId="LiveId" clId="{A29C7B4F-934B-4D14-826A-A7708455A20A}" dt="2020-06-01T06:50:10.415" v="7017" actId="21"/>
          <ac:spMkLst>
            <pc:docMk/>
            <pc:sldMk cId="1582153969" sldId="279"/>
            <ac:spMk id="8" creationId="{00000000-0000-0000-0000-000000000000}"/>
          </ac:spMkLst>
        </pc:spChg>
        <pc:picChg chg="del mod">
          <ac:chgData name="ralph kemp" userId="b9b5e5f6d19aaab0" providerId="LiveId" clId="{A29C7B4F-934B-4D14-826A-A7708455A20A}" dt="2020-06-01T06:49:18.851" v="7006" actId="21"/>
          <ac:picMkLst>
            <pc:docMk/>
            <pc:sldMk cId="1582153969" sldId="279"/>
            <ac:picMk id="5" creationId="{00000000-0000-0000-0000-000000000000}"/>
          </ac:picMkLst>
        </pc:picChg>
        <pc:picChg chg="del mod">
          <ac:chgData name="ralph kemp" userId="b9b5e5f6d19aaab0" providerId="LiveId" clId="{A29C7B4F-934B-4D14-826A-A7708455A20A}" dt="2020-06-01T06:49:36.850" v="7011" actId="21"/>
          <ac:picMkLst>
            <pc:docMk/>
            <pc:sldMk cId="1582153969" sldId="279"/>
            <ac:picMk id="6" creationId="{00000000-0000-0000-0000-000000000000}"/>
          </ac:picMkLst>
        </pc:picChg>
      </pc:sldChg>
      <pc:sldChg chg="addSp modSp mod">
        <pc:chgData name="ralph kemp" userId="b9b5e5f6d19aaab0" providerId="LiveId" clId="{A29C7B4F-934B-4D14-826A-A7708455A20A}" dt="2020-06-01T06:57:49.292" v="7104" actId="1076"/>
        <pc:sldMkLst>
          <pc:docMk/>
          <pc:sldMk cId="3582666542" sldId="280"/>
        </pc:sldMkLst>
        <pc:spChg chg="mod">
          <ac:chgData name="ralph kemp" userId="b9b5e5f6d19aaab0" providerId="LiveId" clId="{A29C7B4F-934B-4D14-826A-A7708455A20A}" dt="2020-06-01T06:57:25.603" v="7101" actId="1076"/>
          <ac:spMkLst>
            <pc:docMk/>
            <pc:sldMk cId="3582666542" sldId="280"/>
            <ac:spMk id="3" creationId="{00000000-0000-0000-0000-000000000000}"/>
          </ac:spMkLst>
        </pc:spChg>
        <pc:picChg chg="add mod modCrop">
          <ac:chgData name="ralph kemp" userId="b9b5e5f6d19aaab0" providerId="LiveId" clId="{A29C7B4F-934B-4D14-826A-A7708455A20A}" dt="2020-06-01T06:57:44.942" v="7103" actId="1076"/>
          <ac:picMkLst>
            <pc:docMk/>
            <pc:sldMk cId="3582666542" sldId="280"/>
            <ac:picMk id="5" creationId="{23F688A6-2CE9-4BF1-8E8A-EFC23C196B34}"/>
          </ac:picMkLst>
        </pc:picChg>
        <pc:picChg chg="add mod">
          <ac:chgData name="ralph kemp" userId="b9b5e5f6d19aaab0" providerId="LiveId" clId="{A29C7B4F-934B-4D14-826A-A7708455A20A}" dt="2020-06-01T06:57:49.292" v="7104" actId="1076"/>
          <ac:picMkLst>
            <pc:docMk/>
            <pc:sldMk cId="3582666542" sldId="280"/>
            <ac:picMk id="6" creationId="{84E8A3BD-AB4A-413C-B11B-F240C551AC12}"/>
          </ac:picMkLst>
        </pc:picChg>
        <pc:picChg chg="add mod">
          <ac:chgData name="ralph kemp" userId="b9b5e5f6d19aaab0" providerId="LiveId" clId="{A29C7B4F-934B-4D14-826A-A7708455A20A}" dt="2020-06-01T06:57:32.126" v="7102" actId="1076"/>
          <ac:picMkLst>
            <pc:docMk/>
            <pc:sldMk cId="3582666542" sldId="280"/>
            <ac:picMk id="7" creationId="{46761C3A-1AA8-40B3-88C2-1AF99DA66ED1}"/>
          </ac:picMkLst>
        </pc:picChg>
      </pc:sldChg>
      <pc:sldChg chg="delSp modSp del mod">
        <pc:chgData name="ralph kemp" userId="b9b5e5f6d19aaab0" providerId="LiveId" clId="{A29C7B4F-934B-4D14-826A-A7708455A20A}" dt="2020-06-01T06:56:06.272" v="7094" actId="2696"/>
        <pc:sldMkLst>
          <pc:docMk/>
          <pc:sldMk cId="1557400213" sldId="282"/>
        </pc:sldMkLst>
        <pc:spChg chg="mod">
          <ac:chgData name="ralph kemp" userId="b9b5e5f6d19aaab0" providerId="LiveId" clId="{A29C7B4F-934B-4D14-826A-A7708455A20A}" dt="2020-06-01T06:52:21.394" v="7041" actId="21"/>
          <ac:spMkLst>
            <pc:docMk/>
            <pc:sldMk cId="1557400213" sldId="282"/>
            <ac:spMk id="3" creationId="{00000000-0000-0000-0000-000000000000}"/>
          </ac:spMkLst>
        </pc:spChg>
        <pc:spChg chg="del">
          <ac:chgData name="ralph kemp" userId="b9b5e5f6d19aaab0" providerId="LiveId" clId="{A29C7B4F-934B-4D14-826A-A7708455A20A}" dt="2020-06-01T06:55:28.740" v="7088" actId="21"/>
          <ac:spMkLst>
            <pc:docMk/>
            <pc:sldMk cId="1557400213" sldId="282"/>
            <ac:spMk id="7" creationId="{00000000-0000-0000-0000-000000000000}"/>
          </ac:spMkLst>
        </pc:spChg>
        <pc:picChg chg="del">
          <ac:chgData name="ralph kemp" userId="b9b5e5f6d19aaab0" providerId="LiveId" clId="{A29C7B4F-934B-4D14-826A-A7708455A20A}" dt="2020-06-01T06:54:33.686" v="7083" actId="21"/>
          <ac:picMkLst>
            <pc:docMk/>
            <pc:sldMk cId="1557400213" sldId="282"/>
            <ac:picMk id="5" creationId="{00000000-0000-0000-0000-000000000000}"/>
          </ac:picMkLst>
        </pc:picChg>
        <pc:picChg chg="del">
          <ac:chgData name="ralph kemp" userId="b9b5e5f6d19aaab0" providerId="LiveId" clId="{A29C7B4F-934B-4D14-826A-A7708455A20A}" dt="2020-06-01T06:55:46.860" v="7091" actId="21"/>
          <ac:picMkLst>
            <pc:docMk/>
            <pc:sldMk cId="1557400213" sldId="282"/>
            <ac:picMk id="6" creationId="{00000000-0000-0000-0000-000000000000}"/>
          </ac:picMkLst>
        </pc:picChg>
      </pc:sldChg>
      <pc:sldChg chg="modSp mod">
        <pc:chgData name="ralph kemp" userId="b9b5e5f6d19aaab0" providerId="LiveId" clId="{A29C7B4F-934B-4D14-826A-A7708455A20A}" dt="2020-06-01T06:33:32.044" v="6650" actId="1076"/>
        <pc:sldMkLst>
          <pc:docMk/>
          <pc:sldMk cId="2948794998" sldId="283"/>
        </pc:sldMkLst>
        <pc:spChg chg="mod">
          <ac:chgData name="ralph kemp" userId="b9b5e5f6d19aaab0" providerId="LiveId" clId="{A29C7B4F-934B-4D14-826A-A7708455A20A}" dt="2020-06-01T06:33:32.044" v="6650" actId="1076"/>
          <ac:spMkLst>
            <pc:docMk/>
            <pc:sldMk cId="2948794998" sldId="283"/>
            <ac:spMk id="2" creationId="{00000000-0000-0000-0000-000000000000}"/>
          </ac:spMkLst>
        </pc:spChg>
        <pc:spChg chg="mod">
          <ac:chgData name="ralph kemp" userId="b9b5e5f6d19aaab0" providerId="LiveId" clId="{A29C7B4F-934B-4D14-826A-A7708455A20A}" dt="2020-06-01T06:33:25.820" v="6648" actId="1076"/>
          <ac:spMkLst>
            <pc:docMk/>
            <pc:sldMk cId="2948794998" sldId="283"/>
            <ac:spMk id="3" creationId="{00000000-0000-0000-0000-000000000000}"/>
          </ac:spMkLst>
        </pc:spChg>
      </pc:sldChg>
      <pc:sldChg chg="modSp mod">
        <pc:chgData name="ralph kemp" userId="b9b5e5f6d19aaab0" providerId="LiveId" clId="{A29C7B4F-934B-4D14-826A-A7708455A20A}" dt="2020-06-01T06:34:12.778" v="6666" actId="1076"/>
        <pc:sldMkLst>
          <pc:docMk/>
          <pc:sldMk cId="1035910379" sldId="284"/>
        </pc:sldMkLst>
        <pc:spChg chg="mod">
          <ac:chgData name="ralph kemp" userId="b9b5e5f6d19aaab0" providerId="LiveId" clId="{A29C7B4F-934B-4D14-826A-A7708455A20A}" dt="2020-06-01T06:34:12.778" v="6666" actId="1076"/>
          <ac:spMkLst>
            <pc:docMk/>
            <pc:sldMk cId="1035910379" sldId="284"/>
            <ac:spMk id="2" creationId="{00000000-0000-0000-0000-000000000000}"/>
          </ac:spMkLst>
        </pc:spChg>
        <pc:picChg chg="mod">
          <ac:chgData name="ralph kemp" userId="b9b5e5f6d19aaab0" providerId="LiveId" clId="{A29C7B4F-934B-4D14-826A-A7708455A20A}" dt="2020-06-01T06:34:05.392" v="6665" actId="1076"/>
          <ac:picMkLst>
            <pc:docMk/>
            <pc:sldMk cId="1035910379" sldId="284"/>
            <ac:picMk id="5" creationId="{00000000-0000-0000-0000-000000000000}"/>
          </ac:picMkLst>
        </pc:picChg>
      </pc:sldChg>
      <pc:sldChg chg="del">
        <pc:chgData name="ralph kemp" userId="b9b5e5f6d19aaab0" providerId="LiveId" clId="{A29C7B4F-934B-4D14-826A-A7708455A20A}" dt="2020-06-01T06:18:58.945" v="6316" actId="2696"/>
        <pc:sldMkLst>
          <pc:docMk/>
          <pc:sldMk cId="3532394295" sldId="285"/>
        </pc:sldMkLst>
      </pc:sldChg>
      <pc:sldChg chg="del">
        <pc:chgData name="ralph kemp" userId="b9b5e5f6d19aaab0" providerId="LiveId" clId="{A29C7B4F-934B-4D14-826A-A7708455A20A}" dt="2020-06-01T06:18:58.945" v="6316" actId="2696"/>
        <pc:sldMkLst>
          <pc:docMk/>
          <pc:sldMk cId="572895228" sldId="286"/>
        </pc:sldMkLst>
      </pc:sldChg>
      <pc:sldChg chg="addSp modSp mod">
        <pc:chgData name="ralph kemp" userId="b9b5e5f6d19aaab0" providerId="LiveId" clId="{A29C7B4F-934B-4D14-826A-A7708455A20A}" dt="2020-05-31T09:06:45.806" v="1329" actId="1076"/>
        <pc:sldMkLst>
          <pc:docMk/>
          <pc:sldMk cId="1596027900" sldId="288"/>
        </pc:sldMkLst>
        <pc:spChg chg="add mod">
          <ac:chgData name="ralph kemp" userId="b9b5e5f6d19aaab0" providerId="LiveId" clId="{A29C7B4F-934B-4D14-826A-A7708455A20A}" dt="2020-05-31T09:06:45.806" v="1329" actId="1076"/>
          <ac:spMkLst>
            <pc:docMk/>
            <pc:sldMk cId="1596027900" sldId="288"/>
            <ac:spMk id="2" creationId="{7730438C-CAEF-408B-B75F-0E46E7E2CBD2}"/>
          </ac:spMkLst>
        </pc:spChg>
      </pc:sldChg>
      <pc:sldChg chg="addSp modSp mod">
        <pc:chgData name="ralph kemp" userId="b9b5e5f6d19aaab0" providerId="LiveId" clId="{A29C7B4F-934B-4D14-826A-A7708455A20A}" dt="2020-05-31T10:37:32.571" v="2766" actId="1076"/>
        <pc:sldMkLst>
          <pc:docMk/>
          <pc:sldMk cId="1944636126" sldId="289"/>
        </pc:sldMkLst>
        <pc:spChg chg="add mod">
          <ac:chgData name="ralph kemp" userId="b9b5e5f6d19aaab0" providerId="LiveId" clId="{A29C7B4F-934B-4D14-826A-A7708455A20A}" dt="2020-05-31T10:37:32.571" v="2766" actId="1076"/>
          <ac:spMkLst>
            <pc:docMk/>
            <pc:sldMk cId="1944636126" sldId="289"/>
            <ac:spMk id="2" creationId="{9D23EE6F-3010-4C13-ACE9-0862C19D2607}"/>
          </ac:spMkLst>
        </pc:spChg>
      </pc:sldChg>
      <pc:sldChg chg="modSp mod">
        <pc:chgData name="ralph kemp" userId="b9b5e5f6d19aaab0" providerId="LiveId" clId="{A29C7B4F-934B-4D14-826A-A7708455A20A}" dt="2020-05-31T10:52:09.677" v="3107" actId="1076"/>
        <pc:sldMkLst>
          <pc:docMk/>
          <pc:sldMk cId="578906670" sldId="292"/>
        </pc:sldMkLst>
        <pc:spChg chg="mod">
          <ac:chgData name="ralph kemp" userId="b9b5e5f6d19aaab0" providerId="LiveId" clId="{A29C7B4F-934B-4D14-826A-A7708455A20A}" dt="2020-05-31T10:52:09.677" v="3107" actId="1076"/>
          <ac:spMkLst>
            <pc:docMk/>
            <pc:sldMk cId="578906670" sldId="292"/>
            <ac:spMk id="2" creationId="{00000000-0000-0000-0000-000000000000}"/>
          </ac:spMkLst>
        </pc:spChg>
        <pc:spChg chg="mod">
          <ac:chgData name="ralph kemp" userId="b9b5e5f6d19aaab0" providerId="LiveId" clId="{A29C7B4F-934B-4D14-826A-A7708455A20A}" dt="2020-05-31T10:51:58.927" v="3105" actId="1076"/>
          <ac:spMkLst>
            <pc:docMk/>
            <pc:sldMk cId="578906670" sldId="292"/>
            <ac:spMk id="3" creationId="{00000000-0000-0000-0000-000000000000}"/>
          </ac:spMkLst>
        </pc:spChg>
      </pc:sldChg>
      <pc:sldChg chg="del">
        <pc:chgData name="ralph kemp" userId="b9b5e5f6d19aaab0" providerId="LiveId" clId="{A29C7B4F-934B-4D14-826A-A7708455A20A}" dt="2020-06-01T06:45:49.898" v="6889" actId="2696"/>
        <pc:sldMkLst>
          <pc:docMk/>
          <pc:sldMk cId="1340803127" sldId="296"/>
        </pc:sldMkLst>
      </pc:sldChg>
      <pc:sldChg chg="modSp mod">
        <pc:chgData name="ralph kemp" userId="b9b5e5f6d19aaab0" providerId="LiveId" clId="{A29C7B4F-934B-4D14-826A-A7708455A20A}" dt="2020-06-01T07:04:33.936" v="7272" actId="20577"/>
        <pc:sldMkLst>
          <pc:docMk/>
          <pc:sldMk cId="2018706929" sldId="298"/>
        </pc:sldMkLst>
        <pc:spChg chg="mod">
          <ac:chgData name="ralph kemp" userId="b9b5e5f6d19aaab0" providerId="LiveId" clId="{A29C7B4F-934B-4D14-826A-A7708455A20A}" dt="2020-06-01T07:04:33.936" v="7272" actId="20577"/>
          <ac:spMkLst>
            <pc:docMk/>
            <pc:sldMk cId="2018706929" sldId="298"/>
            <ac:spMk id="3" creationId="{00000000-0000-0000-0000-000000000000}"/>
          </ac:spMkLst>
        </pc:spChg>
      </pc:sldChg>
      <pc:sldChg chg="del">
        <pc:chgData name="ralph kemp" userId="b9b5e5f6d19aaab0" providerId="LiveId" clId="{A29C7B4F-934B-4D14-826A-A7708455A20A}" dt="2020-05-31T09:02:02.595" v="1124" actId="2696"/>
        <pc:sldMkLst>
          <pc:docMk/>
          <pc:sldMk cId="3627965087" sldId="299"/>
        </pc:sldMkLst>
      </pc:sldChg>
      <pc:sldChg chg="addSp delSp modSp mod">
        <pc:chgData name="ralph kemp" userId="b9b5e5f6d19aaab0" providerId="LiveId" clId="{A29C7B4F-934B-4D14-826A-A7708455A20A}" dt="2020-05-31T10:05:02.467" v="2161" actId="1076"/>
        <pc:sldMkLst>
          <pc:docMk/>
          <pc:sldMk cId="3412516943" sldId="301"/>
        </pc:sldMkLst>
        <pc:spChg chg="mod">
          <ac:chgData name="ralph kemp" userId="b9b5e5f6d19aaab0" providerId="LiveId" clId="{A29C7B4F-934B-4D14-826A-A7708455A20A}" dt="2020-05-31T10:04:57.964" v="2159" actId="14100"/>
          <ac:spMkLst>
            <pc:docMk/>
            <pc:sldMk cId="3412516943" sldId="301"/>
            <ac:spMk id="3" creationId="{00000000-0000-0000-0000-000000000000}"/>
          </ac:spMkLst>
        </pc:spChg>
        <pc:picChg chg="add del">
          <ac:chgData name="ralph kemp" userId="b9b5e5f6d19aaab0" providerId="LiveId" clId="{A29C7B4F-934B-4D14-826A-A7708455A20A}" dt="2020-05-30T09:00:05.797" v="941"/>
          <ac:picMkLst>
            <pc:docMk/>
            <pc:sldMk cId="3412516943" sldId="301"/>
            <ac:picMk id="5" creationId="{F785E756-E212-4CFC-A204-B12592E8D625}"/>
          </ac:picMkLst>
        </pc:picChg>
        <pc:picChg chg="add mod">
          <ac:chgData name="ralph kemp" userId="b9b5e5f6d19aaab0" providerId="LiveId" clId="{A29C7B4F-934B-4D14-826A-A7708455A20A}" dt="2020-05-31T10:05:02.467" v="2161" actId="1076"/>
          <ac:picMkLst>
            <pc:docMk/>
            <pc:sldMk cId="3412516943" sldId="301"/>
            <ac:picMk id="6" creationId="{C68F60A3-4725-4DF5-9FAF-BC57479734AC}"/>
          </ac:picMkLst>
        </pc:picChg>
      </pc:sldChg>
      <pc:sldChg chg="modSp mod">
        <pc:chgData name="ralph kemp" userId="b9b5e5f6d19aaab0" providerId="LiveId" clId="{A29C7B4F-934B-4D14-826A-A7708455A20A}" dt="2020-05-31T10:07:35.468" v="2183" actId="1076"/>
        <pc:sldMkLst>
          <pc:docMk/>
          <pc:sldMk cId="2398991298" sldId="302"/>
        </pc:sldMkLst>
        <pc:spChg chg="mod">
          <ac:chgData name="ralph kemp" userId="b9b5e5f6d19aaab0" providerId="LiveId" clId="{A29C7B4F-934B-4D14-826A-A7708455A20A}" dt="2020-05-31T10:05:11.100" v="2162" actId="14100"/>
          <ac:spMkLst>
            <pc:docMk/>
            <pc:sldMk cId="2398991298" sldId="302"/>
            <ac:spMk id="2" creationId="{00000000-0000-0000-0000-000000000000}"/>
          </ac:spMkLst>
        </pc:spChg>
        <pc:spChg chg="mod">
          <ac:chgData name="ralph kemp" userId="b9b5e5f6d19aaab0" providerId="LiveId" clId="{A29C7B4F-934B-4D14-826A-A7708455A20A}" dt="2020-05-31T10:07:35.468" v="2183" actId="1076"/>
          <ac:spMkLst>
            <pc:docMk/>
            <pc:sldMk cId="2398991298" sldId="302"/>
            <ac:spMk id="3" creationId="{00000000-0000-0000-0000-000000000000}"/>
          </ac:spMkLst>
        </pc:spChg>
      </pc:sldChg>
      <pc:sldChg chg="modSp mod">
        <pc:chgData name="ralph kemp" userId="b9b5e5f6d19aaab0" providerId="LiveId" clId="{A29C7B4F-934B-4D14-826A-A7708455A20A}" dt="2020-05-31T10:08:58.625" v="2194" actId="14100"/>
        <pc:sldMkLst>
          <pc:docMk/>
          <pc:sldMk cId="222315872" sldId="303"/>
        </pc:sldMkLst>
        <pc:spChg chg="mod">
          <ac:chgData name="ralph kemp" userId="b9b5e5f6d19aaab0" providerId="LiveId" clId="{A29C7B4F-934B-4D14-826A-A7708455A20A}" dt="2020-05-31T10:08:35.276" v="2189" actId="14100"/>
          <ac:spMkLst>
            <pc:docMk/>
            <pc:sldMk cId="222315872" sldId="303"/>
            <ac:spMk id="2" creationId="{00000000-0000-0000-0000-000000000000}"/>
          </ac:spMkLst>
        </pc:spChg>
        <pc:spChg chg="mod">
          <ac:chgData name="ralph kemp" userId="b9b5e5f6d19aaab0" providerId="LiveId" clId="{A29C7B4F-934B-4D14-826A-A7708455A20A}" dt="2020-05-31T10:08:58.625" v="2194" actId="14100"/>
          <ac:spMkLst>
            <pc:docMk/>
            <pc:sldMk cId="222315872" sldId="303"/>
            <ac:spMk id="3" creationId="{00000000-0000-0000-0000-000000000000}"/>
          </ac:spMkLst>
        </pc:spChg>
      </pc:sldChg>
      <pc:sldChg chg="delSp modSp mod">
        <pc:chgData name="ralph kemp" userId="b9b5e5f6d19aaab0" providerId="LiveId" clId="{A29C7B4F-934B-4D14-826A-A7708455A20A}" dt="2020-05-30T08:12:23.188" v="65" actId="1076"/>
        <pc:sldMkLst>
          <pc:docMk/>
          <pc:sldMk cId="694610766" sldId="304"/>
        </pc:sldMkLst>
        <pc:spChg chg="mod">
          <ac:chgData name="ralph kemp" userId="b9b5e5f6d19aaab0" providerId="LiveId" clId="{A29C7B4F-934B-4D14-826A-A7708455A20A}" dt="2020-05-30T08:10:30.608" v="33" actId="1076"/>
          <ac:spMkLst>
            <pc:docMk/>
            <pc:sldMk cId="694610766" sldId="304"/>
            <ac:spMk id="2" creationId="{00000000-0000-0000-0000-000000000000}"/>
          </ac:spMkLst>
        </pc:spChg>
        <pc:spChg chg="del">
          <ac:chgData name="ralph kemp" userId="b9b5e5f6d19aaab0" providerId="LiveId" clId="{A29C7B4F-934B-4D14-826A-A7708455A20A}" dt="2020-05-30T08:10:11.070" v="30" actId="478"/>
          <ac:spMkLst>
            <pc:docMk/>
            <pc:sldMk cId="694610766" sldId="304"/>
            <ac:spMk id="7" creationId="{0FE32E40-07A3-4DA3-89C4-1FFA7D9F02C0}"/>
          </ac:spMkLst>
        </pc:spChg>
        <pc:picChg chg="mod modCrop">
          <ac:chgData name="ralph kemp" userId="b9b5e5f6d19aaab0" providerId="LiveId" clId="{A29C7B4F-934B-4D14-826A-A7708455A20A}" dt="2020-05-30T08:12:23.188" v="65" actId="1076"/>
          <ac:picMkLst>
            <pc:docMk/>
            <pc:sldMk cId="694610766" sldId="304"/>
            <ac:picMk id="5" creationId="{00000000-0000-0000-0000-000000000000}"/>
          </ac:picMkLst>
        </pc:picChg>
      </pc:sldChg>
      <pc:sldChg chg="modSp mod">
        <pc:chgData name="ralph kemp" userId="b9b5e5f6d19aaab0" providerId="LiveId" clId="{A29C7B4F-934B-4D14-826A-A7708455A20A}" dt="2020-06-01T03:24:37.472" v="3437" actId="12"/>
        <pc:sldMkLst>
          <pc:docMk/>
          <pc:sldMk cId="4112560276" sldId="305"/>
        </pc:sldMkLst>
        <pc:spChg chg="mod">
          <ac:chgData name="ralph kemp" userId="b9b5e5f6d19aaab0" providerId="LiveId" clId="{A29C7B4F-934B-4D14-826A-A7708455A20A}" dt="2020-06-01T03:24:37.472" v="3437" actId="12"/>
          <ac:spMkLst>
            <pc:docMk/>
            <pc:sldMk cId="4112560276" sldId="305"/>
            <ac:spMk id="3" creationId="{00000000-0000-0000-0000-000000000000}"/>
          </ac:spMkLst>
        </pc:spChg>
      </pc:sldChg>
      <pc:sldChg chg="modSp mod">
        <pc:chgData name="ralph kemp" userId="b9b5e5f6d19aaab0" providerId="LiveId" clId="{A29C7B4F-934B-4D14-826A-A7708455A20A}" dt="2020-05-31T10:10:12.299" v="2218" actId="1076"/>
        <pc:sldMkLst>
          <pc:docMk/>
          <pc:sldMk cId="2742209578" sldId="306"/>
        </pc:sldMkLst>
        <pc:spChg chg="mod">
          <ac:chgData name="ralph kemp" userId="b9b5e5f6d19aaab0" providerId="LiveId" clId="{A29C7B4F-934B-4D14-826A-A7708455A20A}" dt="2020-05-31T10:09:54.908" v="2213" actId="14100"/>
          <ac:spMkLst>
            <pc:docMk/>
            <pc:sldMk cId="2742209578" sldId="306"/>
            <ac:spMk id="2" creationId="{00000000-0000-0000-0000-000000000000}"/>
          </ac:spMkLst>
        </pc:spChg>
        <pc:spChg chg="mod">
          <ac:chgData name="ralph kemp" userId="b9b5e5f6d19aaab0" providerId="LiveId" clId="{A29C7B4F-934B-4D14-826A-A7708455A20A}" dt="2020-05-31T10:10:12.299" v="2218" actId="1076"/>
          <ac:spMkLst>
            <pc:docMk/>
            <pc:sldMk cId="2742209578" sldId="306"/>
            <ac:spMk id="3" creationId="{00000000-0000-0000-0000-000000000000}"/>
          </ac:spMkLst>
        </pc:spChg>
      </pc:sldChg>
      <pc:sldChg chg="modSp mod">
        <pc:chgData name="ralph kemp" userId="b9b5e5f6d19aaab0" providerId="LiveId" clId="{A29C7B4F-934B-4D14-826A-A7708455A20A}" dt="2020-05-31T10:14:11.264" v="2293" actId="1076"/>
        <pc:sldMkLst>
          <pc:docMk/>
          <pc:sldMk cId="2434945104" sldId="308"/>
        </pc:sldMkLst>
        <pc:spChg chg="mod">
          <ac:chgData name="ralph kemp" userId="b9b5e5f6d19aaab0" providerId="LiveId" clId="{A29C7B4F-934B-4D14-826A-A7708455A20A}" dt="2020-05-31T10:14:11.264" v="2293" actId="1076"/>
          <ac:spMkLst>
            <pc:docMk/>
            <pc:sldMk cId="2434945104" sldId="308"/>
            <ac:spMk id="2" creationId="{00000000-0000-0000-0000-000000000000}"/>
          </ac:spMkLst>
        </pc:spChg>
        <pc:spChg chg="mod">
          <ac:chgData name="ralph kemp" userId="b9b5e5f6d19aaab0" providerId="LiveId" clId="{A29C7B4F-934B-4D14-826A-A7708455A20A}" dt="2020-05-31T10:14:07.436" v="2292" actId="1076"/>
          <ac:spMkLst>
            <pc:docMk/>
            <pc:sldMk cId="2434945104" sldId="308"/>
            <ac:spMk id="3" creationId="{00000000-0000-0000-0000-000000000000}"/>
          </ac:spMkLst>
        </pc:spChg>
      </pc:sldChg>
      <pc:sldChg chg="modSp mod">
        <pc:chgData name="ralph kemp" userId="b9b5e5f6d19aaab0" providerId="LiveId" clId="{A29C7B4F-934B-4D14-826A-A7708455A20A}" dt="2020-05-31T10:12:33.954" v="2247" actId="1076"/>
        <pc:sldMkLst>
          <pc:docMk/>
          <pc:sldMk cId="1674193263" sldId="309"/>
        </pc:sldMkLst>
        <pc:spChg chg="mod">
          <ac:chgData name="ralph kemp" userId="b9b5e5f6d19aaab0" providerId="LiveId" clId="{A29C7B4F-934B-4D14-826A-A7708455A20A}" dt="2020-05-31T10:12:33.954" v="2247" actId="1076"/>
          <ac:spMkLst>
            <pc:docMk/>
            <pc:sldMk cId="1674193263" sldId="309"/>
            <ac:spMk id="2" creationId="{00000000-0000-0000-0000-000000000000}"/>
          </ac:spMkLst>
        </pc:spChg>
        <pc:spChg chg="mod">
          <ac:chgData name="ralph kemp" userId="b9b5e5f6d19aaab0" providerId="LiveId" clId="{A29C7B4F-934B-4D14-826A-A7708455A20A}" dt="2020-05-31T10:12:30.443" v="2246" actId="1076"/>
          <ac:spMkLst>
            <pc:docMk/>
            <pc:sldMk cId="1674193263" sldId="309"/>
            <ac:spMk id="3" creationId="{00000000-0000-0000-0000-000000000000}"/>
          </ac:spMkLst>
        </pc:spChg>
      </pc:sldChg>
      <pc:sldChg chg="modSp mod">
        <pc:chgData name="ralph kemp" userId="b9b5e5f6d19aaab0" providerId="LiveId" clId="{A29C7B4F-934B-4D14-826A-A7708455A20A}" dt="2020-05-31T10:14:41.042" v="2303" actId="1076"/>
        <pc:sldMkLst>
          <pc:docMk/>
          <pc:sldMk cId="1290577488" sldId="310"/>
        </pc:sldMkLst>
        <pc:spChg chg="mod">
          <ac:chgData name="ralph kemp" userId="b9b5e5f6d19aaab0" providerId="LiveId" clId="{A29C7B4F-934B-4D14-826A-A7708455A20A}" dt="2020-05-31T10:14:23.912" v="2298" actId="14100"/>
          <ac:spMkLst>
            <pc:docMk/>
            <pc:sldMk cId="1290577488" sldId="310"/>
            <ac:spMk id="2" creationId="{00000000-0000-0000-0000-000000000000}"/>
          </ac:spMkLst>
        </pc:spChg>
        <pc:spChg chg="mod">
          <ac:chgData name="ralph kemp" userId="b9b5e5f6d19aaab0" providerId="LiveId" clId="{A29C7B4F-934B-4D14-826A-A7708455A20A}" dt="2020-05-31T10:14:41.042" v="2303" actId="1076"/>
          <ac:spMkLst>
            <pc:docMk/>
            <pc:sldMk cId="1290577488" sldId="310"/>
            <ac:spMk id="3" creationId="{00000000-0000-0000-0000-000000000000}"/>
          </ac:spMkLst>
        </pc:spChg>
      </pc:sldChg>
      <pc:sldChg chg="modSp mod">
        <pc:chgData name="ralph kemp" userId="b9b5e5f6d19aaab0" providerId="LiveId" clId="{A29C7B4F-934B-4D14-826A-A7708455A20A}" dt="2020-05-31T10:26:41.311" v="2532" actId="20577"/>
        <pc:sldMkLst>
          <pc:docMk/>
          <pc:sldMk cId="3001452231" sldId="311"/>
        </pc:sldMkLst>
        <pc:spChg chg="mod">
          <ac:chgData name="ralph kemp" userId="b9b5e5f6d19aaab0" providerId="LiveId" clId="{A29C7B4F-934B-4D14-826A-A7708455A20A}" dt="2020-05-31T10:15:27.006" v="2318" actId="1076"/>
          <ac:spMkLst>
            <pc:docMk/>
            <pc:sldMk cId="3001452231" sldId="311"/>
            <ac:spMk id="2" creationId="{00000000-0000-0000-0000-000000000000}"/>
          </ac:spMkLst>
        </pc:spChg>
        <pc:spChg chg="mod">
          <ac:chgData name="ralph kemp" userId="b9b5e5f6d19aaab0" providerId="LiveId" clId="{A29C7B4F-934B-4D14-826A-A7708455A20A}" dt="2020-05-31T10:26:41.311" v="2532" actId="20577"/>
          <ac:spMkLst>
            <pc:docMk/>
            <pc:sldMk cId="3001452231" sldId="311"/>
            <ac:spMk id="3" creationId="{00000000-0000-0000-0000-000000000000}"/>
          </ac:spMkLst>
        </pc:spChg>
      </pc:sldChg>
      <pc:sldChg chg="modSp mod">
        <pc:chgData name="ralph kemp" userId="b9b5e5f6d19aaab0" providerId="LiveId" clId="{A29C7B4F-934B-4D14-826A-A7708455A20A}" dt="2020-05-31T10:24:05.351" v="2495" actId="5793"/>
        <pc:sldMkLst>
          <pc:docMk/>
          <pc:sldMk cId="2176367710" sldId="312"/>
        </pc:sldMkLst>
        <pc:spChg chg="mod">
          <ac:chgData name="ralph kemp" userId="b9b5e5f6d19aaab0" providerId="LiveId" clId="{A29C7B4F-934B-4D14-826A-A7708455A20A}" dt="2020-05-31T10:24:05.351" v="2495" actId="5793"/>
          <ac:spMkLst>
            <pc:docMk/>
            <pc:sldMk cId="2176367710" sldId="312"/>
            <ac:spMk id="3" creationId="{00000000-0000-0000-0000-000000000000}"/>
          </ac:spMkLst>
        </pc:spChg>
      </pc:sldChg>
      <pc:sldChg chg="modSp mod">
        <pc:chgData name="ralph kemp" userId="b9b5e5f6d19aaab0" providerId="LiveId" clId="{A29C7B4F-934B-4D14-826A-A7708455A20A}" dt="2020-05-31T10:22:11.357" v="2465" actId="27636"/>
        <pc:sldMkLst>
          <pc:docMk/>
          <pc:sldMk cId="3918392554" sldId="313"/>
        </pc:sldMkLst>
        <pc:spChg chg="mod">
          <ac:chgData name="ralph kemp" userId="b9b5e5f6d19aaab0" providerId="LiveId" clId="{A29C7B4F-934B-4D14-826A-A7708455A20A}" dt="2020-05-31T10:22:07.440" v="2463" actId="1076"/>
          <ac:spMkLst>
            <pc:docMk/>
            <pc:sldMk cId="3918392554" sldId="313"/>
            <ac:spMk id="2" creationId="{00000000-0000-0000-0000-000000000000}"/>
          </ac:spMkLst>
        </pc:spChg>
        <pc:spChg chg="mod">
          <ac:chgData name="ralph kemp" userId="b9b5e5f6d19aaab0" providerId="LiveId" clId="{A29C7B4F-934B-4D14-826A-A7708455A20A}" dt="2020-05-31T10:22:11.357" v="2465" actId="27636"/>
          <ac:spMkLst>
            <pc:docMk/>
            <pc:sldMk cId="3918392554" sldId="313"/>
            <ac:spMk id="3" creationId="{00000000-0000-0000-0000-000000000000}"/>
          </ac:spMkLst>
        </pc:spChg>
      </pc:sldChg>
      <pc:sldChg chg="modSp mod">
        <pc:chgData name="ralph kemp" userId="b9b5e5f6d19aaab0" providerId="LiveId" clId="{A29C7B4F-934B-4D14-826A-A7708455A20A}" dt="2020-05-31T10:24:38.258" v="2506" actId="20577"/>
        <pc:sldMkLst>
          <pc:docMk/>
          <pc:sldMk cId="2550916923" sldId="315"/>
        </pc:sldMkLst>
        <pc:spChg chg="mod">
          <ac:chgData name="ralph kemp" userId="b9b5e5f6d19aaab0" providerId="LiveId" clId="{A29C7B4F-934B-4D14-826A-A7708455A20A}" dt="2020-05-31T10:24:38.258" v="2506" actId="20577"/>
          <ac:spMkLst>
            <pc:docMk/>
            <pc:sldMk cId="2550916923" sldId="315"/>
            <ac:spMk id="3" creationId="{00000000-0000-0000-0000-000000000000}"/>
          </ac:spMkLst>
        </pc:spChg>
      </pc:sldChg>
      <pc:sldChg chg="modSp mod">
        <pc:chgData name="ralph kemp" userId="b9b5e5f6d19aaab0" providerId="LiveId" clId="{A29C7B4F-934B-4D14-826A-A7708455A20A}" dt="2020-05-31T10:18:35.284" v="2367" actId="1076"/>
        <pc:sldMkLst>
          <pc:docMk/>
          <pc:sldMk cId="1425193999" sldId="317"/>
        </pc:sldMkLst>
        <pc:spChg chg="mod">
          <ac:chgData name="ralph kemp" userId="b9b5e5f6d19aaab0" providerId="LiveId" clId="{A29C7B4F-934B-4D14-826A-A7708455A20A}" dt="2020-05-31T10:17:59.633" v="2360" actId="14100"/>
          <ac:spMkLst>
            <pc:docMk/>
            <pc:sldMk cId="1425193999" sldId="317"/>
            <ac:spMk id="2" creationId="{00000000-0000-0000-0000-000000000000}"/>
          </ac:spMkLst>
        </pc:spChg>
        <pc:spChg chg="mod">
          <ac:chgData name="ralph kemp" userId="b9b5e5f6d19aaab0" providerId="LiveId" clId="{A29C7B4F-934B-4D14-826A-A7708455A20A}" dt="2020-05-31T10:18:35.284" v="2367" actId="1076"/>
          <ac:spMkLst>
            <pc:docMk/>
            <pc:sldMk cId="1425193999" sldId="317"/>
            <ac:spMk id="3" creationId="{00000000-0000-0000-0000-000000000000}"/>
          </ac:spMkLst>
        </pc:spChg>
      </pc:sldChg>
      <pc:sldChg chg="modSp mod">
        <pc:chgData name="ralph kemp" userId="b9b5e5f6d19aaab0" providerId="LiveId" clId="{A29C7B4F-934B-4D14-826A-A7708455A20A}" dt="2020-06-01T03:44:32.931" v="3751" actId="1076"/>
        <pc:sldMkLst>
          <pc:docMk/>
          <pc:sldMk cId="264504982" sldId="318"/>
        </pc:sldMkLst>
        <pc:spChg chg="mod">
          <ac:chgData name="ralph kemp" userId="b9b5e5f6d19aaab0" providerId="LiveId" clId="{A29C7B4F-934B-4D14-826A-A7708455A20A}" dt="2020-06-01T03:44:32.931" v="3751" actId="1076"/>
          <ac:spMkLst>
            <pc:docMk/>
            <pc:sldMk cId="264504982" sldId="318"/>
            <ac:spMk id="2" creationId="{00000000-0000-0000-0000-000000000000}"/>
          </ac:spMkLst>
        </pc:spChg>
        <pc:spChg chg="mod">
          <ac:chgData name="ralph kemp" userId="b9b5e5f6d19aaab0" providerId="LiveId" clId="{A29C7B4F-934B-4D14-826A-A7708455A20A}" dt="2020-06-01T03:44:25.321" v="3749" actId="1076"/>
          <ac:spMkLst>
            <pc:docMk/>
            <pc:sldMk cId="264504982" sldId="318"/>
            <ac:spMk id="3" creationId="{00000000-0000-0000-0000-000000000000}"/>
          </ac:spMkLst>
        </pc:spChg>
      </pc:sldChg>
      <pc:sldChg chg="modSp mod">
        <pc:chgData name="ralph kemp" userId="b9b5e5f6d19aaab0" providerId="LiveId" clId="{A29C7B4F-934B-4D14-826A-A7708455A20A}" dt="2020-05-31T10:20:12.907" v="2402" actId="14100"/>
        <pc:sldMkLst>
          <pc:docMk/>
          <pc:sldMk cId="2287186540" sldId="319"/>
        </pc:sldMkLst>
        <pc:spChg chg="mod">
          <ac:chgData name="ralph kemp" userId="b9b5e5f6d19aaab0" providerId="LiveId" clId="{A29C7B4F-934B-4D14-826A-A7708455A20A}" dt="2020-05-31T10:20:12.907" v="2402" actId="14100"/>
          <ac:spMkLst>
            <pc:docMk/>
            <pc:sldMk cId="2287186540" sldId="319"/>
            <ac:spMk id="2" creationId="{00000000-0000-0000-0000-000000000000}"/>
          </ac:spMkLst>
        </pc:spChg>
        <pc:spChg chg="mod">
          <ac:chgData name="ralph kemp" userId="b9b5e5f6d19aaab0" providerId="LiveId" clId="{A29C7B4F-934B-4D14-826A-A7708455A20A}" dt="2020-05-31T10:20:09.765" v="2401" actId="1076"/>
          <ac:spMkLst>
            <pc:docMk/>
            <pc:sldMk cId="2287186540" sldId="319"/>
            <ac:spMk id="3" creationId="{00000000-0000-0000-0000-000000000000}"/>
          </ac:spMkLst>
        </pc:spChg>
      </pc:sldChg>
      <pc:sldChg chg="modSp mod">
        <pc:chgData name="ralph kemp" userId="b9b5e5f6d19aaab0" providerId="LiveId" clId="{A29C7B4F-934B-4D14-826A-A7708455A20A}" dt="2020-05-31T10:22:49.445" v="2475" actId="14100"/>
        <pc:sldMkLst>
          <pc:docMk/>
          <pc:sldMk cId="2398188027" sldId="320"/>
        </pc:sldMkLst>
        <pc:spChg chg="mod">
          <ac:chgData name="ralph kemp" userId="b9b5e5f6d19aaab0" providerId="LiveId" clId="{A29C7B4F-934B-4D14-826A-A7708455A20A}" dt="2020-05-31T10:22:25.294" v="2470" actId="14100"/>
          <ac:spMkLst>
            <pc:docMk/>
            <pc:sldMk cId="2398188027" sldId="320"/>
            <ac:spMk id="2" creationId="{00000000-0000-0000-0000-000000000000}"/>
          </ac:spMkLst>
        </pc:spChg>
        <pc:spChg chg="mod">
          <ac:chgData name="ralph kemp" userId="b9b5e5f6d19aaab0" providerId="LiveId" clId="{A29C7B4F-934B-4D14-826A-A7708455A20A}" dt="2020-05-31T10:22:49.445" v="2475" actId="14100"/>
          <ac:spMkLst>
            <pc:docMk/>
            <pc:sldMk cId="2398188027" sldId="320"/>
            <ac:spMk id="3" creationId="{00000000-0000-0000-0000-000000000000}"/>
          </ac:spMkLst>
        </pc:spChg>
      </pc:sldChg>
      <pc:sldChg chg="modSp mod">
        <pc:chgData name="ralph kemp" userId="b9b5e5f6d19aaab0" providerId="LiveId" clId="{A29C7B4F-934B-4D14-826A-A7708455A20A}" dt="2020-05-31T10:15:51.165" v="2327" actId="1076"/>
        <pc:sldMkLst>
          <pc:docMk/>
          <pc:sldMk cId="1232176280" sldId="321"/>
        </pc:sldMkLst>
        <pc:spChg chg="mod">
          <ac:chgData name="ralph kemp" userId="b9b5e5f6d19aaab0" providerId="LiveId" clId="{A29C7B4F-934B-4D14-826A-A7708455A20A}" dt="2020-05-31T10:15:37.319" v="2322" actId="14100"/>
          <ac:spMkLst>
            <pc:docMk/>
            <pc:sldMk cId="1232176280" sldId="321"/>
            <ac:spMk id="2" creationId="{00000000-0000-0000-0000-000000000000}"/>
          </ac:spMkLst>
        </pc:spChg>
        <pc:spChg chg="mod">
          <ac:chgData name="ralph kemp" userId="b9b5e5f6d19aaab0" providerId="LiveId" clId="{A29C7B4F-934B-4D14-826A-A7708455A20A}" dt="2020-05-31T10:15:51.165" v="2327" actId="1076"/>
          <ac:spMkLst>
            <pc:docMk/>
            <pc:sldMk cId="1232176280" sldId="321"/>
            <ac:spMk id="3" creationId="{00000000-0000-0000-0000-000000000000}"/>
          </ac:spMkLst>
        </pc:spChg>
      </pc:sldChg>
      <pc:sldChg chg="modSp mod">
        <pc:chgData name="ralph kemp" userId="b9b5e5f6d19aaab0" providerId="LiveId" clId="{A29C7B4F-934B-4D14-826A-A7708455A20A}" dt="2020-05-31T10:16:58.325" v="2344" actId="14100"/>
        <pc:sldMkLst>
          <pc:docMk/>
          <pc:sldMk cId="3929557409" sldId="322"/>
        </pc:sldMkLst>
        <pc:spChg chg="mod">
          <ac:chgData name="ralph kemp" userId="b9b5e5f6d19aaab0" providerId="LiveId" clId="{A29C7B4F-934B-4D14-826A-A7708455A20A}" dt="2020-05-31T10:16:58.325" v="2344" actId="14100"/>
          <ac:spMkLst>
            <pc:docMk/>
            <pc:sldMk cId="3929557409" sldId="322"/>
            <ac:spMk id="3" creationId="{00000000-0000-0000-0000-000000000000}"/>
          </ac:spMkLst>
        </pc:spChg>
      </pc:sldChg>
      <pc:sldChg chg="modSp mod">
        <pc:chgData name="ralph kemp" userId="b9b5e5f6d19aaab0" providerId="LiveId" clId="{A29C7B4F-934B-4D14-826A-A7708455A20A}" dt="2020-05-31T10:16:28.725" v="2341" actId="20577"/>
        <pc:sldMkLst>
          <pc:docMk/>
          <pc:sldMk cId="4134885952" sldId="323"/>
        </pc:sldMkLst>
        <pc:spChg chg="mod">
          <ac:chgData name="ralph kemp" userId="b9b5e5f6d19aaab0" providerId="LiveId" clId="{A29C7B4F-934B-4D14-826A-A7708455A20A}" dt="2020-05-31T10:16:13.334" v="2336" actId="20577"/>
          <ac:spMkLst>
            <pc:docMk/>
            <pc:sldMk cId="4134885952" sldId="323"/>
            <ac:spMk id="2" creationId="{00000000-0000-0000-0000-000000000000}"/>
          </ac:spMkLst>
        </pc:spChg>
        <pc:spChg chg="mod">
          <ac:chgData name="ralph kemp" userId="b9b5e5f6d19aaab0" providerId="LiveId" clId="{A29C7B4F-934B-4D14-826A-A7708455A20A}" dt="2020-05-31T10:16:28.725" v="2341" actId="20577"/>
          <ac:spMkLst>
            <pc:docMk/>
            <pc:sldMk cId="4134885952" sldId="323"/>
            <ac:spMk id="3" creationId="{00000000-0000-0000-0000-000000000000}"/>
          </ac:spMkLst>
        </pc:spChg>
      </pc:sldChg>
      <pc:sldChg chg="modSp mod">
        <pc:chgData name="ralph kemp" userId="b9b5e5f6d19aaab0" providerId="LiveId" clId="{A29C7B4F-934B-4D14-826A-A7708455A20A}" dt="2020-05-31T10:18:42.583" v="2368" actId="122"/>
        <pc:sldMkLst>
          <pc:docMk/>
          <pc:sldMk cId="4136516791" sldId="324"/>
        </pc:sldMkLst>
        <pc:spChg chg="mod">
          <ac:chgData name="ralph kemp" userId="b9b5e5f6d19aaab0" providerId="LiveId" clId="{A29C7B4F-934B-4D14-826A-A7708455A20A}" dt="2020-05-31T10:17:29.873" v="2349" actId="14100"/>
          <ac:spMkLst>
            <pc:docMk/>
            <pc:sldMk cId="4136516791" sldId="324"/>
            <ac:spMk id="2" creationId="{00000000-0000-0000-0000-000000000000}"/>
          </ac:spMkLst>
        </pc:spChg>
        <pc:spChg chg="mod">
          <ac:chgData name="ralph kemp" userId="b9b5e5f6d19aaab0" providerId="LiveId" clId="{A29C7B4F-934B-4D14-826A-A7708455A20A}" dt="2020-05-31T10:18:42.583" v="2368" actId="122"/>
          <ac:spMkLst>
            <pc:docMk/>
            <pc:sldMk cId="4136516791" sldId="324"/>
            <ac:spMk id="3" creationId="{00000000-0000-0000-0000-000000000000}"/>
          </ac:spMkLst>
        </pc:spChg>
      </pc:sldChg>
      <pc:sldChg chg="del">
        <pc:chgData name="ralph kemp" userId="b9b5e5f6d19aaab0" providerId="LiveId" clId="{A29C7B4F-934B-4D14-826A-A7708455A20A}" dt="2020-05-31T09:13:00.575" v="1354" actId="2696"/>
        <pc:sldMkLst>
          <pc:docMk/>
          <pc:sldMk cId="2325091601" sldId="325"/>
        </pc:sldMkLst>
      </pc:sldChg>
      <pc:sldChg chg="modSp mod">
        <pc:chgData name="ralph kemp" userId="b9b5e5f6d19aaab0" providerId="LiveId" clId="{A29C7B4F-934B-4D14-826A-A7708455A20A}" dt="2020-05-31T10:34:28.500" v="2654" actId="20577"/>
        <pc:sldMkLst>
          <pc:docMk/>
          <pc:sldMk cId="1160497468" sldId="326"/>
        </pc:sldMkLst>
        <pc:spChg chg="mod">
          <ac:chgData name="ralph kemp" userId="b9b5e5f6d19aaab0" providerId="LiveId" clId="{A29C7B4F-934B-4D14-826A-A7708455A20A}" dt="2020-05-31T10:34:28.500" v="2654" actId="20577"/>
          <ac:spMkLst>
            <pc:docMk/>
            <pc:sldMk cId="1160497468" sldId="326"/>
            <ac:spMk id="2" creationId="{00000000-0000-0000-0000-000000000000}"/>
          </ac:spMkLst>
        </pc:spChg>
        <pc:spChg chg="mod">
          <ac:chgData name="ralph kemp" userId="b9b5e5f6d19aaab0" providerId="LiveId" clId="{A29C7B4F-934B-4D14-826A-A7708455A20A}" dt="2020-05-31T10:33:39.394" v="2646" actId="1076"/>
          <ac:spMkLst>
            <pc:docMk/>
            <pc:sldMk cId="1160497468" sldId="326"/>
            <ac:spMk id="3" creationId="{00000000-0000-0000-0000-000000000000}"/>
          </ac:spMkLst>
        </pc:spChg>
      </pc:sldChg>
      <pc:sldChg chg="modSp mod">
        <pc:chgData name="ralph kemp" userId="b9b5e5f6d19aaab0" providerId="LiveId" clId="{A29C7B4F-934B-4D14-826A-A7708455A20A}" dt="2020-06-01T04:08:25.638" v="4317" actId="1076"/>
        <pc:sldMkLst>
          <pc:docMk/>
          <pc:sldMk cId="3151281634" sldId="327"/>
        </pc:sldMkLst>
        <pc:spChg chg="mod">
          <ac:chgData name="ralph kemp" userId="b9b5e5f6d19aaab0" providerId="LiveId" clId="{A29C7B4F-934B-4D14-826A-A7708455A20A}" dt="2020-06-01T04:08:25.638" v="4317" actId="1076"/>
          <ac:spMkLst>
            <pc:docMk/>
            <pc:sldMk cId="3151281634" sldId="327"/>
            <ac:spMk id="2" creationId="{00000000-0000-0000-0000-000000000000}"/>
          </ac:spMkLst>
        </pc:spChg>
        <pc:spChg chg="mod">
          <ac:chgData name="ralph kemp" userId="b9b5e5f6d19aaab0" providerId="LiveId" clId="{A29C7B4F-934B-4D14-826A-A7708455A20A}" dt="2020-06-01T04:08:19.049" v="4315" actId="1076"/>
          <ac:spMkLst>
            <pc:docMk/>
            <pc:sldMk cId="3151281634" sldId="327"/>
            <ac:spMk id="3" creationId="{00000000-0000-0000-0000-000000000000}"/>
          </ac:spMkLst>
        </pc:spChg>
      </pc:sldChg>
      <pc:sldChg chg="modSp mod">
        <pc:chgData name="ralph kemp" userId="b9b5e5f6d19aaab0" providerId="LiveId" clId="{A29C7B4F-934B-4D14-826A-A7708455A20A}" dt="2020-06-01T07:11:13.518" v="7318" actId="20577"/>
        <pc:sldMkLst>
          <pc:docMk/>
          <pc:sldMk cId="971539953" sldId="328"/>
        </pc:sldMkLst>
        <pc:spChg chg="mod">
          <ac:chgData name="ralph kemp" userId="b9b5e5f6d19aaab0" providerId="LiveId" clId="{A29C7B4F-934B-4D14-826A-A7708455A20A}" dt="2020-06-01T07:11:13.518" v="7318" actId="20577"/>
          <ac:spMkLst>
            <pc:docMk/>
            <pc:sldMk cId="971539953" sldId="328"/>
            <ac:spMk id="3" creationId="{00000000-0000-0000-0000-000000000000}"/>
          </ac:spMkLst>
        </pc:spChg>
      </pc:sldChg>
      <pc:sldChg chg="modSp mod">
        <pc:chgData name="ralph kemp" userId="b9b5e5f6d19aaab0" providerId="LiveId" clId="{A29C7B4F-934B-4D14-826A-A7708455A20A}" dt="2020-05-31T10:34:14.811" v="2651" actId="120"/>
        <pc:sldMkLst>
          <pc:docMk/>
          <pc:sldMk cId="2557532438" sldId="329"/>
        </pc:sldMkLst>
        <pc:spChg chg="mod">
          <ac:chgData name="ralph kemp" userId="b9b5e5f6d19aaab0" providerId="LiveId" clId="{A29C7B4F-934B-4D14-826A-A7708455A20A}" dt="2020-05-31T10:34:14.811" v="2651" actId="120"/>
          <ac:spMkLst>
            <pc:docMk/>
            <pc:sldMk cId="2557532438" sldId="329"/>
            <ac:spMk id="2" creationId="{00000000-0000-0000-0000-000000000000}"/>
          </ac:spMkLst>
        </pc:spChg>
        <pc:spChg chg="mod">
          <ac:chgData name="ralph kemp" userId="b9b5e5f6d19aaab0" providerId="LiveId" clId="{A29C7B4F-934B-4D14-826A-A7708455A20A}" dt="2020-05-31T10:33:50.858" v="2647" actId="1076"/>
          <ac:spMkLst>
            <pc:docMk/>
            <pc:sldMk cId="2557532438" sldId="329"/>
            <ac:spMk id="3" creationId="{00000000-0000-0000-0000-000000000000}"/>
          </ac:spMkLst>
        </pc:spChg>
      </pc:sldChg>
      <pc:sldChg chg="modSp del mod">
        <pc:chgData name="ralph kemp" userId="b9b5e5f6d19aaab0" providerId="LiveId" clId="{A29C7B4F-934B-4D14-826A-A7708455A20A}" dt="2020-05-31T09:41:04.330" v="1767" actId="2696"/>
        <pc:sldMkLst>
          <pc:docMk/>
          <pc:sldMk cId="1210383156" sldId="330"/>
        </pc:sldMkLst>
        <pc:spChg chg="mod">
          <ac:chgData name="ralph kemp" userId="b9b5e5f6d19aaab0" providerId="LiveId" clId="{A29C7B4F-934B-4D14-826A-A7708455A20A}" dt="2020-05-31T09:19:08.861" v="1357" actId="20577"/>
          <ac:spMkLst>
            <pc:docMk/>
            <pc:sldMk cId="1210383156" sldId="330"/>
            <ac:spMk id="3" creationId="{00000000-0000-0000-0000-000000000000}"/>
          </ac:spMkLst>
        </pc:spChg>
      </pc:sldChg>
      <pc:sldChg chg="modSp mod">
        <pc:chgData name="ralph kemp" userId="b9b5e5f6d19aaab0" providerId="LiveId" clId="{A29C7B4F-934B-4D14-826A-A7708455A20A}" dt="2020-06-01T04:08:03.430" v="4314" actId="1076"/>
        <pc:sldMkLst>
          <pc:docMk/>
          <pc:sldMk cId="1863611705" sldId="331"/>
        </pc:sldMkLst>
        <pc:spChg chg="mod">
          <ac:chgData name="ralph kemp" userId="b9b5e5f6d19aaab0" providerId="LiveId" clId="{A29C7B4F-934B-4D14-826A-A7708455A20A}" dt="2020-06-01T04:08:03.430" v="4314" actId="1076"/>
          <ac:spMkLst>
            <pc:docMk/>
            <pc:sldMk cId="1863611705" sldId="331"/>
            <ac:spMk id="2" creationId="{00000000-0000-0000-0000-000000000000}"/>
          </ac:spMkLst>
        </pc:spChg>
        <pc:spChg chg="mod">
          <ac:chgData name="ralph kemp" userId="b9b5e5f6d19aaab0" providerId="LiveId" clId="{A29C7B4F-934B-4D14-826A-A7708455A20A}" dt="2020-06-01T04:07:59.577" v="4313" actId="1076"/>
          <ac:spMkLst>
            <pc:docMk/>
            <pc:sldMk cId="1863611705" sldId="331"/>
            <ac:spMk id="3" creationId="{00000000-0000-0000-0000-000000000000}"/>
          </ac:spMkLst>
        </pc:spChg>
      </pc:sldChg>
      <pc:sldChg chg="modSp mod">
        <pc:chgData name="ralph kemp" userId="b9b5e5f6d19aaab0" providerId="LiveId" clId="{A29C7B4F-934B-4D14-826A-A7708455A20A}" dt="2020-05-31T10:54:12.967" v="3141" actId="1076"/>
        <pc:sldMkLst>
          <pc:docMk/>
          <pc:sldMk cId="4227298669" sldId="332"/>
        </pc:sldMkLst>
        <pc:spChg chg="mod">
          <ac:chgData name="ralph kemp" userId="b9b5e5f6d19aaab0" providerId="LiveId" clId="{A29C7B4F-934B-4D14-826A-A7708455A20A}" dt="2020-05-31T10:54:06.400" v="3139" actId="14100"/>
          <ac:spMkLst>
            <pc:docMk/>
            <pc:sldMk cId="4227298669" sldId="332"/>
            <ac:spMk id="2" creationId="{00000000-0000-0000-0000-000000000000}"/>
          </ac:spMkLst>
        </pc:spChg>
        <pc:spChg chg="mod">
          <ac:chgData name="ralph kemp" userId="b9b5e5f6d19aaab0" providerId="LiveId" clId="{A29C7B4F-934B-4D14-826A-A7708455A20A}" dt="2020-05-31T10:54:12.967" v="3141" actId="1076"/>
          <ac:spMkLst>
            <pc:docMk/>
            <pc:sldMk cId="4227298669" sldId="332"/>
            <ac:spMk id="3" creationId="{00000000-0000-0000-0000-000000000000}"/>
          </ac:spMkLst>
        </pc:spChg>
      </pc:sldChg>
      <pc:sldChg chg="modSp mod">
        <pc:chgData name="ralph kemp" userId="b9b5e5f6d19aaab0" providerId="LiveId" clId="{A29C7B4F-934B-4D14-826A-A7708455A20A}" dt="2020-05-31T10:32:54.179" v="2639" actId="27636"/>
        <pc:sldMkLst>
          <pc:docMk/>
          <pc:sldMk cId="2475952560" sldId="333"/>
        </pc:sldMkLst>
        <pc:spChg chg="mod">
          <ac:chgData name="ralph kemp" userId="b9b5e5f6d19aaab0" providerId="LiveId" clId="{A29C7B4F-934B-4D14-826A-A7708455A20A}" dt="2020-05-31T10:32:04.245" v="2610" actId="21"/>
          <ac:spMkLst>
            <pc:docMk/>
            <pc:sldMk cId="2475952560" sldId="333"/>
            <ac:spMk id="2" creationId="{00000000-0000-0000-0000-000000000000}"/>
          </ac:spMkLst>
        </pc:spChg>
        <pc:spChg chg="mod">
          <ac:chgData name="ralph kemp" userId="b9b5e5f6d19aaab0" providerId="LiveId" clId="{A29C7B4F-934B-4D14-826A-A7708455A20A}" dt="2020-05-31T10:32:54.179" v="2639" actId="27636"/>
          <ac:spMkLst>
            <pc:docMk/>
            <pc:sldMk cId="2475952560" sldId="333"/>
            <ac:spMk id="3" creationId="{00000000-0000-0000-0000-000000000000}"/>
          </ac:spMkLst>
        </pc:spChg>
      </pc:sldChg>
      <pc:sldChg chg="modSp del mod">
        <pc:chgData name="ralph kemp" userId="b9b5e5f6d19aaab0" providerId="LiveId" clId="{A29C7B4F-934B-4D14-826A-A7708455A20A}" dt="2020-05-31T09:57:57.507" v="2057" actId="2696"/>
        <pc:sldMkLst>
          <pc:docMk/>
          <pc:sldMk cId="1656615626" sldId="334"/>
        </pc:sldMkLst>
        <pc:spChg chg="mod">
          <ac:chgData name="ralph kemp" userId="b9b5e5f6d19aaab0" providerId="LiveId" clId="{A29C7B4F-934B-4D14-826A-A7708455A20A}" dt="2020-05-31T09:55:50.852" v="1958" actId="21"/>
          <ac:spMkLst>
            <pc:docMk/>
            <pc:sldMk cId="1656615626" sldId="334"/>
            <ac:spMk id="2" creationId="{00000000-0000-0000-0000-000000000000}"/>
          </ac:spMkLst>
        </pc:spChg>
        <pc:spChg chg="mod">
          <ac:chgData name="ralph kemp" userId="b9b5e5f6d19aaab0" providerId="LiveId" clId="{A29C7B4F-934B-4D14-826A-A7708455A20A}" dt="2020-05-31T09:56:54.073" v="1980" actId="21"/>
          <ac:spMkLst>
            <pc:docMk/>
            <pc:sldMk cId="1656615626" sldId="334"/>
            <ac:spMk id="3" creationId="{00000000-0000-0000-0000-000000000000}"/>
          </ac:spMkLst>
        </pc:spChg>
      </pc:sldChg>
      <pc:sldChg chg="modSp">
        <pc:chgData name="ralph kemp" userId="b9b5e5f6d19aaab0" providerId="LiveId" clId="{A29C7B4F-934B-4D14-826A-A7708455A20A}" dt="2020-05-31T10:23:00.689" v="2476" actId="1076"/>
        <pc:sldMkLst>
          <pc:docMk/>
          <pc:sldMk cId="264528751" sldId="335"/>
        </pc:sldMkLst>
        <pc:picChg chg="mod">
          <ac:chgData name="ralph kemp" userId="b9b5e5f6d19aaab0" providerId="LiveId" clId="{A29C7B4F-934B-4D14-826A-A7708455A20A}" dt="2020-05-31T10:23:00.689" v="2476" actId="1076"/>
          <ac:picMkLst>
            <pc:docMk/>
            <pc:sldMk cId="264528751" sldId="335"/>
            <ac:picMk id="1026" creationId="{00000000-0000-0000-0000-000000000000}"/>
          </ac:picMkLst>
        </pc:picChg>
      </pc:sldChg>
      <pc:sldChg chg="del">
        <pc:chgData name="ralph kemp" userId="b9b5e5f6d19aaab0" providerId="LiveId" clId="{A29C7B4F-934B-4D14-826A-A7708455A20A}" dt="2020-05-31T09:38:11.723" v="1734" actId="2696"/>
        <pc:sldMkLst>
          <pc:docMk/>
          <pc:sldMk cId="2074730323" sldId="336"/>
        </pc:sldMkLst>
      </pc:sldChg>
      <pc:sldChg chg="modSp mod">
        <pc:chgData name="ralph kemp" userId="b9b5e5f6d19aaab0" providerId="LiveId" clId="{A29C7B4F-934B-4D14-826A-A7708455A20A}" dt="2020-05-31T10:36:56.524" v="2735" actId="1076"/>
        <pc:sldMkLst>
          <pc:docMk/>
          <pc:sldMk cId="3839753162" sldId="337"/>
        </pc:sldMkLst>
        <pc:spChg chg="mod">
          <ac:chgData name="ralph kemp" userId="b9b5e5f6d19aaab0" providerId="LiveId" clId="{A29C7B4F-934B-4D14-826A-A7708455A20A}" dt="2020-05-31T10:36:18.259" v="2713" actId="14100"/>
          <ac:spMkLst>
            <pc:docMk/>
            <pc:sldMk cId="3839753162" sldId="337"/>
            <ac:spMk id="2" creationId="{00000000-0000-0000-0000-000000000000}"/>
          </ac:spMkLst>
        </pc:spChg>
        <pc:spChg chg="mod">
          <ac:chgData name="ralph kemp" userId="b9b5e5f6d19aaab0" providerId="LiveId" clId="{A29C7B4F-934B-4D14-826A-A7708455A20A}" dt="2020-05-31T10:36:56.524" v="2735" actId="1076"/>
          <ac:spMkLst>
            <pc:docMk/>
            <pc:sldMk cId="3839753162" sldId="337"/>
            <ac:spMk id="3" creationId="{00000000-0000-0000-0000-000000000000}"/>
          </ac:spMkLst>
        </pc:spChg>
      </pc:sldChg>
      <pc:sldChg chg="modSp mod">
        <pc:chgData name="ralph kemp" userId="b9b5e5f6d19aaab0" providerId="LiveId" clId="{A29C7B4F-934B-4D14-826A-A7708455A20A}" dt="2020-05-31T10:42:19.966" v="2849" actId="1076"/>
        <pc:sldMkLst>
          <pc:docMk/>
          <pc:sldMk cId="2972049134" sldId="338"/>
        </pc:sldMkLst>
        <pc:spChg chg="mod">
          <ac:chgData name="ralph kemp" userId="b9b5e5f6d19aaab0" providerId="LiveId" clId="{A29C7B4F-934B-4D14-826A-A7708455A20A}" dt="2020-05-31T10:42:19.966" v="2849" actId="1076"/>
          <ac:spMkLst>
            <pc:docMk/>
            <pc:sldMk cId="2972049134" sldId="338"/>
            <ac:spMk id="2" creationId="{00000000-0000-0000-0000-000000000000}"/>
          </ac:spMkLst>
        </pc:spChg>
        <pc:spChg chg="mod">
          <ac:chgData name="ralph kemp" userId="b9b5e5f6d19aaab0" providerId="LiveId" clId="{A29C7B4F-934B-4D14-826A-A7708455A20A}" dt="2020-05-31T10:42:01.141" v="2838" actId="1076"/>
          <ac:spMkLst>
            <pc:docMk/>
            <pc:sldMk cId="2972049134" sldId="338"/>
            <ac:spMk id="3" creationId="{00000000-0000-0000-0000-000000000000}"/>
          </ac:spMkLst>
        </pc:spChg>
      </pc:sldChg>
      <pc:sldChg chg="modSp del mod">
        <pc:chgData name="ralph kemp" userId="b9b5e5f6d19aaab0" providerId="LiveId" clId="{A29C7B4F-934B-4D14-826A-A7708455A20A}" dt="2020-05-31T10:40:42.661" v="2824" actId="2696"/>
        <pc:sldMkLst>
          <pc:docMk/>
          <pc:sldMk cId="1344579051" sldId="339"/>
        </pc:sldMkLst>
        <pc:spChg chg="mod">
          <ac:chgData name="ralph kemp" userId="b9b5e5f6d19aaab0" providerId="LiveId" clId="{A29C7B4F-934B-4D14-826A-A7708455A20A}" dt="2020-05-31T10:40:26.028" v="2819" actId="21"/>
          <ac:spMkLst>
            <pc:docMk/>
            <pc:sldMk cId="1344579051" sldId="339"/>
            <ac:spMk id="3" creationId="{00000000-0000-0000-0000-000000000000}"/>
          </ac:spMkLst>
        </pc:spChg>
      </pc:sldChg>
      <pc:sldChg chg="modSp del mod">
        <pc:chgData name="ralph kemp" userId="b9b5e5f6d19aaab0" providerId="LiveId" clId="{A29C7B4F-934B-4D14-826A-A7708455A20A}" dt="2020-05-31T10:42:26.771" v="2850" actId="2696"/>
        <pc:sldMkLst>
          <pc:docMk/>
          <pc:sldMk cId="1153448985" sldId="340"/>
        </pc:sldMkLst>
        <pc:spChg chg="mod">
          <ac:chgData name="ralph kemp" userId="b9b5e5f6d19aaab0" providerId="LiveId" clId="{A29C7B4F-934B-4D14-826A-A7708455A20A}" dt="2020-05-31T10:41:15.412" v="2830" actId="21"/>
          <ac:spMkLst>
            <pc:docMk/>
            <pc:sldMk cId="1153448985" sldId="340"/>
            <ac:spMk id="3" creationId="{00000000-0000-0000-0000-000000000000}"/>
          </ac:spMkLst>
        </pc:spChg>
      </pc:sldChg>
      <pc:sldChg chg="modSp mod">
        <pc:chgData name="ralph kemp" userId="b9b5e5f6d19aaab0" providerId="LiveId" clId="{A29C7B4F-934B-4D14-826A-A7708455A20A}" dt="2020-05-31T10:43:59.286" v="2892" actId="1076"/>
        <pc:sldMkLst>
          <pc:docMk/>
          <pc:sldMk cId="3284780536" sldId="341"/>
        </pc:sldMkLst>
        <pc:spChg chg="mod">
          <ac:chgData name="ralph kemp" userId="b9b5e5f6d19aaab0" providerId="LiveId" clId="{A29C7B4F-934B-4D14-826A-A7708455A20A}" dt="2020-05-31T10:43:59.286" v="2892" actId="1076"/>
          <ac:spMkLst>
            <pc:docMk/>
            <pc:sldMk cId="3284780536" sldId="341"/>
            <ac:spMk id="2" creationId="{00000000-0000-0000-0000-000000000000}"/>
          </ac:spMkLst>
        </pc:spChg>
        <pc:spChg chg="mod">
          <ac:chgData name="ralph kemp" userId="b9b5e5f6d19aaab0" providerId="LiveId" clId="{A29C7B4F-934B-4D14-826A-A7708455A20A}" dt="2020-05-31T10:43:52.122" v="2890" actId="1076"/>
          <ac:spMkLst>
            <pc:docMk/>
            <pc:sldMk cId="3284780536" sldId="341"/>
            <ac:spMk id="3" creationId="{00000000-0000-0000-0000-000000000000}"/>
          </ac:spMkLst>
        </pc:spChg>
      </pc:sldChg>
      <pc:sldChg chg="modSp mod">
        <pc:chgData name="ralph kemp" userId="b9b5e5f6d19aaab0" providerId="LiveId" clId="{A29C7B4F-934B-4D14-826A-A7708455A20A}" dt="2020-05-31T10:45:03.802" v="2916" actId="1076"/>
        <pc:sldMkLst>
          <pc:docMk/>
          <pc:sldMk cId="328619256" sldId="342"/>
        </pc:sldMkLst>
        <pc:spChg chg="mod">
          <ac:chgData name="ralph kemp" userId="b9b5e5f6d19aaab0" providerId="LiveId" clId="{A29C7B4F-934B-4D14-826A-A7708455A20A}" dt="2020-05-31T10:45:03.802" v="2916" actId="1076"/>
          <ac:spMkLst>
            <pc:docMk/>
            <pc:sldMk cId="328619256" sldId="342"/>
            <ac:spMk id="2" creationId="{00000000-0000-0000-0000-000000000000}"/>
          </ac:spMkLst>
        </pc:spChg>
        <pc:spChg chg="mod">
          <ac:chgData name="ralph kemp" userId="b9b5e5f6d19aaab0" providerId="LiveId" clId="{A29C7B4F-934B-4D14-826A-A7708455A20A}" dt="2020-05-31T10:44:58.281" v="2914" actId="1076"/>
          <ac:spMkLst>
            <pc:docMk/>
            <pc:sldMk cId="328619256" sldId="342"/>
            <ac:spMk id="3" creationId="{00000000-0000-0000-0000-000000000000}"/>
          </ac:spMkLst>
        </pc:spChg>
      </pc:sldChg>
      <pc:sldChg chg="modSp mod">
        <pc:chgData name="ralph kemp" userId="b9b5e5f6d19aaab0" providerId="LiveId" clId="{A29C7B4F-934B-4D14-826A-A7708455A20A}" dt="2020-05-31T10:46:29.290" v="2944" actId="1076"/>
        <pc:sldMkLst>
          <pc:docMk/>
          <pc:sldMk cId="1643734443" sldId="343"/>
        </pc:sldMkLst>
        <pc:spChg chg="mod">
          <ac:chgData name="ralph kemp" userId="b9b5e5f6d19aaab0" providerId="LiveId" clId="{A29C7B4F-934B-4D14-826A-A7708455A20A}" dt="2020-05-31T10:46:29.290" v="2944" actId="1076"/>
          <ac:spMkLst>
            <pc:docMk/>
            <pc:sldMk cId="1643734443" sldId="343"/>
            <ac:spMk id="2" creationId="{00000000-0000-0000-0000-000000000000}"/>
          </ac:spMkLst>
        </pc:spChg>
        <pc:spChg chg="mod">
          <ac:chgData name="ralph kemp" userId="b9b5e5f6d19aaab0" providerId="LiveId" clId="{A29C7B4F-934B-4D14-826A-A7708455A20A}" dt="2020-05-31T10:46:24.279" v="2942" actId="1076"/>
          <ac:spMkLst>
            <pc:docMk/>
            <pc:sldMk cId="1643734443" sldId="343"/>
            <ac:spMk id="3" creationId="{00000000-0000-0000-0000-000000000000}"/>
          </ac:spMkLst>
        </pc:spChg>
      </pc:sldChg>
      <pc:sldChg chg="modSp mod">
        <pc:chgData name="ralph kemp" userId="b9b5e5f6d19aaab0" providerId="LiveId" clId="{A29C7B4F-934B-4D14-826A-A7708455A20A}" dt="2020-05-31T10:47:36.400" v="2962" actId="20577"/>
        <pc:sldMkLst>
          <pc:docMk/>
          <pc:sldMk cId="1599361600" sldId="344"/>
        </pc:sldMkLst>
        <pc:spChg chg="mod">
          <ac:chgData name="ralph kemp" userId="b9b5e5f6d19aaab0" providerId="LiveId" clId="{A29C7B4F-934B-4D14-826A-A7708455A20A}" dt="2020-05-31T10:47:11.116" v="2959" actId="1076"/>
          <ac:spMkLst>
            <pc:docMk/>
            <pc:sldMk cId="1599361600" sldId="344"/>
            <ac:spMk id="2" creationId="{00000000-0000-0000-0000-000000000000}"/>
          </ac:spMkLst>
        </pc:spChg>
        <pc:spChg chg="mod">
          <ac:chgData name="ralph kemp" userId="b9b5e5f6d19aaab0" providerId="LiveId" clId="{A29C7B4F-934B-4D14-826A-A7708455A20A}" dt="2020-05-31T10:47:36.400" v="2962" actId="20577"/>
          <ac:spMkLst>
            <pc:docMk/>
            <pc:sldMk cId="1599361600" sldId="344"/>
            <ac:spMk id="3" creationId="{00000000-0000-0000-0000-000000000000}"/>
          </ac:spMkLst>
        </pc:spChg>
      </pc:sldChg>
      <pc:sldChg chg="modSp mod">
        <pc:chgData name="ralph kemp" userId="b9b5e5f6d19aaab0" providerId="LiveId" clId="{A29C7B4F-934B-4D14-826A-A7708455A20A}" dt="2020-05-31T10:48:05.834" v="2968" actId="1076"/>
        <pc:sldMkLst>
          <pc:docMk/>
          <pc:sldMk cId="645575516" sldId="345"/>
        </pc:sldMkLst>
        <pc:spChg chg="mod">
          <ac:chgData name="ralph kemp" userId="b9b5e5f6d19aaab0" providerId="LiveId" clId="{A29C7B4F-934B-4D14-826A-A7708455A20A}" dt="2020-05-31T10:47:48.282" v="2963" actId="14100"/>
          <ac:spMkLst>
            <pc:docMk/>
            <pc:sldMk cId="645575516" sldId="345"/>
            <ac:spMk id="2" creationId="{00000000-0000-0000-0000-000000000000}"/>
          </ac:spMkLst>
        </pc:spChg>
        <pc:spChg chg="mod">
          <ac:chgData name="ralph kemp" userId="b9b5e5f6d19aaab0" providerId="LiveId" clId="{A29C7B4F-934B-4D14-826A-A7708455A20A}" dt="2020-05-31T10:48:05.834" v="2968" actId="1076"/>
          <ac:spMkLst>
            <pc:docMk/>
            <pc:sldMk cId="645575516" sldId="345"/>
            <ac:spMk id="3" creationId="{00000000-0000-0000-0000-000000000000}"/>
          </ac:spMkLst>
        </pc:spChg>
      </pc:sldChg>
      <pc:sldChg chg="modSp mod">
        <pc:chgData name="ralph kemp" userId="b9b5e5f6d19aaab0" providerId="LiveId" clId="{A29C7B4F-934B-4D14-826A-A7708455A20A}" dt="2020-06-01T04:20:56.192" v="4419" actId="20577"/>
        <pc:sldMkLst>
          <pc:docMk/>
          <pc:sldMk cId="1331112328" sldId="346"/>
        </pc:sldMkLst>
        <pc:spChg chg="mod">
          <ac:chgData name="ralph kemp" userId="b9b5e5f6d19aaab0" providerId="LiveId" clId="{A29C7B4F-934B-4D14-826A-A7708455A20A}" dt="2020-06-01T04:20:56.192" v="4419" actId="20577"/>
          <ac:spMkLst>
            <pc:docMk/>
            <pc:sldMk cId="1331112328" sldId="346"/>
            <ac:spMk id="2" creationId="{00000000-0000-0000-0000-000000000000}"/>
          </ac:spMkLst>
        </pc:spChg>
        <pc:spChg chg="mod">
          <ac:chgData name="ralph kemp" userId="b9b5e5f6d19aaab0" providerId="LiveId" clId="{A29C7B4F-934B-4D14-826A-A7708455A20A}" dt="2020-05-31T10:49:24.247" v="3003" actId="1076"/>
          <ac:spMkLst>
            <pc:docMk/>
            <pc:sldMk cId="1331112328" sldId="346"/>
            <ac:spMk id="3" creationId="{00000000-0000-0000-0000-000000000000}"/>
          </ac:spMkLst>
        </pc:spChg>
      </pc:sldChg>
      <pc:sldChg chg="modSp mod">
        <pc:chgData name="ralph kemp" userId="b9b5e5f6d19aaab0" providerId="LiveId" clId="{A29C7B4F-934B-4D14-826A-A7708455A20A}" dt="2020-06-01T03:57:04.123" v="4187" actId="20577"/>
        <pc:sldMkLst>
          <pc:docMk/>
          <pc:sldMk cId="1507173055" sldId="347"/>
        </pc:sldMkLst>
        <pc:spChg chg="mod">
          <ac:chgData name="ralph kemp" userId="b9b5e5f6d19aaab0" providerId="LiveId" clId="{A29C7B4F-934B-4D14-826A-A7708455A20A}" dt="2020-06-01T03:57:04.123" v="4187" actId="20577"/>
          <ac:spMkLst>
            <pc:docMk/>
            <pc:sldMk cId="1507173055" sldId="347"/>
            <ac:spMk id="2" creationId="{00000000-0000-0000-0000-000000000000}"/>
          </ac:spMkLst>
        </pc:spChg>
        <pc:spChg chg="mod">
          <ac:chgData name="ralph kemp" userId="b9b5e5f6d19aaab0" providerId="LiveId" clId="{A29C7B4F-934B-4D14-826A-A7708455A20A}" dt="2020-05-31T10:51:41.015" v="3103" actId="1076"/>
          <ac:spMkLst>
            <pc:docMk/>
            <pc:sldMk cId="1507173055" sldId="347"/>
            <ac:spMk id="3" creationId="{00000000-0000-0000-0000-000000000000}"/>
          </ac:spMkLst>
        </pc:spChg>
      </pc:sldChg>
      <pc:sldChg chg="modSp mod">
        <pc:chgData name="ralph kemp" userId="b9b5e5f6d19aaab0" providerId="LiveId" clId="{A29C7B4F-934B-4D14-826A-A7708455A20A}" dt="2020-05-31T10:55:12.758" v="3155" actId="115"/>
        <pc:sldMkLst>
          <pc:docMk/>
          <pc:sldMk cId="2304467881" sldId="348"/>
        </pc:sldMkLst>
        <pc:spChg chg="mod">
          <ac:chgData name="ralph kemp" userId="b9b5e5f6d19aaab0" providerId="LiveId" clId="{A29C7B4F-934B-4D14-826A-A7708455A20A}" dt="2020-05-31T10:53:41.803" v="3134" actId="1076"/>
          <ac:spMkLst>
            <pc:docMk/>
            <pc:sldMk cId="2304467881" sldId="348"/>
            <ac:spMk id="2" creationId="{00000000-0000-0000-0000-000000000000}"/>
          </ac:spMkLst>
        </pc:spChg>
        <pc:spChg chg="mod">
          <ac:chgData name="ralph kemp" userId="b9b5e5f6d19aaab0" providerId="LiveId" clId="{A29C7B4F-934B-4D14-826A-A7708455A20A}" dt="2020-05-31T10:55:12.758" v="3155" actId="115"/>
          <ac:spMkLst>
            <pc:docMk/>
            <pc:sldMk cId="2304467881" sldId="348"/>
            <ac:spMk id="3" creationId="{00000000-0000-0000-0000-000000000000}"/>
          </ac:spMkLst>
        </pc:spChg>
      </pc:sldChg>
      <pc:sldChg chg="modSp del mod">
        <pc:chgData name="ralph kemp" userId="b9b5e5f6d19aaab0" providerId="LiveId" clId="{A29C7B4F-934B-4D14-826A-A7708455A20A}" dt="2020-05-31T10:55:17.183" v="3156" actId="2696"/>
        <pc:sldMkLst>
          <pc:docMk/>
          <pc:sldMk cId="2296841697" sldId="349"/>
        </pc:sldMkLst>
        <pc:spChg chg="mod">
          <ac:chgData name="ralph kemp" userId="b9b5e5f6d19aaab0" providerId="LiveId" clId="{A29C7B4F-934B-4D14-826A-A7708455A20A}" dt="2020-05-31T10:54:29.540" v="3142" actId="21"/>
          <ac:spMkLst>
            <pc:docMk/>
            <pc:sldMk cId="2296841697" sldId="349"/>
            <ac:spMk id="3" creationId="{00000000-0000-0000-0000-000000000000}"/>
          </ac:spMkLst>
        </pc:spChg>
      </pc:sldChg>
      <pc:sldChg chg="modSp mod">
        <pc:chgData name="ralph kemp" userId="b9b5e5f6d19aaab0" providerId="LiveId" clId="{A29C7B4F-934B-4D14-826A-A7708455A20A}" dt="2020-05-31T10:56:41.878" v="3173" actId="1076"/>
        <pc:sldMkLst>
          <pc:docMk/>
          <pc:sldMk cId="3850330184" sldId="350"/>
        </pc:sldMkLst>
        <pc:spChg chg="mod">
          <ac:chgData name="ralph kemp" userId="b9b5e5f6d19aaab0" providerId="LiveId" clId="{A29C7B4F-934B-4D14-826A-A7708455A20A}" dt="2020-05-31T10:56:41.878" v="3173" actId="1076"/>
          <ac:spMkLst>
            <pc:docMk/>
            <pc:sldMk cId="3850330184" sldId="350"/>
            <ac:spMk id="2" creationId="{00000000-0000-0000-0000-000000000000}"/>
          </ac:spMkLst>
        </pc:spChg>
        <pc:spChg chg="mod">
          <ac:chgData name="ralph kemp" userId="b9b5e5f6d19aaab0" providerId="LiveId" clId="{A29C7B4F-934B-4D14-826A-A7708455A20A}" dt="2020-05-31T10:56:35.905" v="3171" actId="1076"/>
          <ac:spMkLst>
            <pc:docMk/>
            <pc:sldMk cId="3850330184" sldId="350"/>
            <ac:spMk id="3" creationId="{00000000-0000-0000-0000-000000000000}"/>
          </ac:spMkLst>
        </pc:spChg>
      </pc:sldChg>
      <pc:sldChg chg="modSp mod">
        <pc:chgData name="ralph kemp" userId="b9b5e5f6d19aaab0" providerId="LiveId" clId="{A29C7B4F-934B-4D14-826A-A7708455A20A}" dt="2020-06-01T05:55:01.624" v="5857" actId="20577"/>
        <pc:sldMkLst>
          <pc:docMk/>
          <pc:sldMk cId="1934171882" sldId="351"/>
        </pc:sldMkLst>
        <pc:spChg chg="mod">
          <ac:chgData name="ralph kemp" userId="b9b5e5f6d19aaab0" providerId="LiveId" clId="{A29C7B4F-934B-4D14-826A-A7708455A20A}" dt="2020-05-31T10:58:50.749" v="3247" actId="1076"/>
          <ac:spMkLst>
            <pc:docMk/>
            <pc:sldMk cId="1934171882" sldId="351"/>
            <ac:spMk id="2" creationId="{00000000-0000-0000-0000-000000000000}"/>
          </ac:spMkLst>
        </pc:spChg>
        <pc:spChg chg="mod">
          <ac:chgData name="ralph kemp" userId="b9b5e5f6d19aaab0" providerId="LiveId" clId="{A29C7B4F-934B-4D14-826A-A7708455A20A}" dt="2020-06-01T05:55:01.624" v="5857" actId="20577"/>
          <ac:spMkLst>
            <pc:docMk/>
            <pc:sldMk cId="1934171882" sldId="351"/>
            <ac:spMk id="3" creationId="{00000000-0000-0000-0000-000000000000}"/>
          </ac:spMkLst>
        </pc:spChg>
      </pc:sldChg>
      <pc:sldChg chg="modSp mod">
        <pc:chgData name="ralph kemp" userId="b9b5e5f6d19aaab0" providerId="LiveId" clId="{A29C7B4F-934B-4D14-826A-A7708455A20A}" dt="2020-05-31T10:58:09.006" v="3232" actId="1076"/>
        <pc:sldMkLst>
          <pc:docMk/>
          <pc:sldMk cId="4205939445" sldId="352"/>
        </pc:sldMkLst>
        <pc:spChg chg="mod">
          <ac:chgData name="ralph kemp" userId="b9b5e5f6d19aaab0" providerId="LiveId" clId="{A29C7B4F-934B-4D14-826A-A7708455A20A}" dt="2020-05-31T10:57:51.878" v="3229" actId="20577"/>
          <ac:spMkLst>
            <pc:docMk/>
            <pc:sldMk cId="4205939445" sldId="352"/>
            <ac:spMk id="2" creationId="{00000000-0000-0000-0000-000000000000}"/>
          </ac:spMkLst>
        </pc:spChg>
        <pc:spChg chg="mod">
          <ac:chgData name="ralph kemp" userId="b9b5e5f6d19aaab0" providerId="LiveId" clId="{A29C7B4F-934B-4D14-826A-A7708455A20A}" dt="2020-05-31T10:58:09.006" v="3232" actId="1076"/>
          <ac:spMkLst>
            <pc:docMk/>
            <pc:sldMk cId="4205939445" sldId="352"/>
            <ac:spMk id="3" creationId="{00000000-0000-0000-0000-000000000000}"/>
          </ac:spMkLst>
        </pc:spChg>
      </pc:sldChg>
      <pc:sldChg chg="modSp mod">
        <pc:chgData name="ralph kemp" userId="b9b5e5f6d19aaab0" providerId="LiveId" clId="{A29C7B4F-934B-4D14-826A-A7708455A20A}" dt="2020-06-01T04:20:33.408" v="4398" actId="115"/>
        <pc:sldMkLst>
          <pc:docMk/>
          <pc:sldMk cId="2567278368" sldId="353"/>
        </pc:sldMkLst>
        <pc:spChg chg="mod">
          <ac:chgData name="ralph kemp" userId="b9b5e5f6d19aaab0" providerId="LiveId" clId="{A29C7B4F-934B-4D14-826A-A7708455A20A}" dt="2020-05-31T10:59:50.389" v="3273" actId="1076"/>
          <ac:spMkLst>
            <pc:docMk/>
            <pc:sldMk cId="2567278368" sldId="353"/>
            <ac:spMk id="2" creationId="{00000000-0000-0000-0000-000000000000}"/>
          </ac:spMkLst>
        </pc:spChg>
        <pc:spChg chg="mod">
          <ac:chgData name="ralph kemp" userId="b9b5e5f6d19aaab0" providerId="LiveId" clId="{A29C7B4F-934B-4D14-826A-A7708455A20A}" dt="2020-06-01T04:20:33.408" v="4398" actId="115"/>
          <ac:spMkLst>
            <pc:docMk/>
            <pc:sldMk cId="2567278368" sldId="353"/>
            <ac:spMk id="3" creationId="{00000000-0000-0000-0000-000000000000}"/>
          </ac:spMkLst>
        </pc:spChg>
      </pc:sldChg>
      <pc:sldChg chg="modSp mod">
        <pc:chgData name="ralph kemp" userId="b9b5e5f6d19aaab0" providerId="LiveId" clId="{A29C7B4F-934B-4D14-826A-A7708455A20A}" dt="2020-05-31T11:01:56.395" v="3286" actId="1076"/>
        <pc:sldMkLst>
          <pc:docMk/>
          <pc:sldMk cId="766531159" sldId="354"/>
        </pc:sldMkLst>
        <pc:spChg chg="mod">
          <ac:chgData name="ralph kemp" userId="b9b5e5f6d19aaab0" providerId="LiveId" clId="{A29C7B4F-934B-4D14-826A-A7708455A20A}" dt="2020-05-31T11:01:51.988" v="3285" actId="1076"/>
          <ac:spMkLst>
            <pc:docMk/>
            <pc:sldMk cId="766531159" sldId="354"/>
            <ac:spMk id="2" creationId="{00000000-0000-0000-0000-000000000000}"/>
          </ac:spMkLst>
        </pc:spChg>
        <pc:spChg chg="mod">
          <ac:chgData name="ralph kemp" userId="b9b5e5f6d19aaab0" providerId="LiveId" clId="{A29C7B4F-934B-4D14-826A-A7708455A20A}" dt="2020-05-31T11:01:56.395" v="3286" actId="1076"/>
          <ac:spMkLst>
            <pc:docMk/>
            <pc:sldMk cId="766531159" sldId="354"/>
            <ac:spMk id="3" creationId="{00000000-0000-0000-0000-000000000000}"/>
          </ac:spMkLst>
        </pc:spChg>
      </pc:sldChg>
      <pc:sldChg chg="modSp mod">
        <pc:chgData name="ralph kemp" userId="b9b5e5f6d19aaab0" providerId="LiveId" clId="{A29C7B4F-934B-4D14-826A-A7708455A20A}" dt="2020-06-01T04:18:11.365" v="4369" actId="20577"/>
        <pc:sldMkLst>
          <pc:docMk/>
          <pc:sldMk cId="1936610978" sldId="355"/>
        </pc:sldMkLst>
        <pc:spChg chg="mod">
          <ac:chgData name="ralph kemp" userId="b9b5e5f6d19aaab0" providerId="LiveId" clId="{A29C7B4F-934B-4D14-826A-A7708455A20A}" dt="2020-06-01T04:02:42.827" v="4272" actId="20577"/>
          <ac:spMkLst>
            <pc:docMk/>
            <pc:sldMk cId="1936610978" sldId="355"/>
            <ac:spMk id="2" creationId="{00000000-0000-0000-0000-000000000000}"/>
          </ac:spMkLst>
        </pc:spChg>
        <pc:spChg chg="mod">
          <ac:chgData name="ralph kemp" userId="b9b5e5f6d19aaab0" providerId="LiveId" clId="{A29C7B4F-934B-4D14-826A-A7708455A20A}" dt="2020-06-01T04:18:11.365" v="4369" actId="20577"/>
          <ac:spMkLst>
            <pc:docMk/>
            <pc:sldMk cId="1936610978" sldId="355"/>
            <ac:spMk id="3" creationId="{00000000-0000-0000-0000-000000000000}"/>
          </ac:spMkLst>
        </pc:spChg>
      </pc:sldChg>
      <pc:sldChg chg="modSp del mod">
        <pc:chgData name="ralph kemp" userId="b9b5e5f6d19aaab0" providerId="LiveId" clId="{A29C7B4F-934B-4D14-826A-A7708455A20A}" dt="2020-06-01T04:18:18.751" v="4370" actId="2696"/>
        <pc:sldMkLst>
          <pc:docMk/>
          <pc:sldMk cId="3362567549" sldId="356"/>
        </pc:sldMkLst>
        <pc:spChg chg="mod">
          <ac:chgData name="ralph kemp" userId="b9b5e5f6d19aaab0" providerId="LiveId" clId="{A29C7B4F-934B-4D14-826A-A7708455A20A}" dt="2020-05-31T11:06:21.876" v="3397" actId="1076"/>
          <ac:spMkLst>
            <pc:docMk/>
            <pc:sldMk cId="3362567549" sldId="356"/>
            <ac:spMk id="2" creationId="{00000000-0000-0000-0000-000000000000}"/>
          </ac:spMkLst>
        </pc:spChg>
        <pc:spChg chg="mod">
          <ac:chgData name="ralph kemp" userId="b9b5e5f6d19aaab0" providerId="LiveId" clId="{A29C7B4F-934B-4D14-826A-A7708455A20A}" dt="2020-05-31T11:06:12.440" v="3396" actId="20577"/>
          <ac:spMkLst>
            <pc:docMk/>
            <pc:sldMk cId="3362567549" sldId="356"/>
            <ac:spMk id="3" creationId="{00000000-0000-0000-0000-000000000000}"/>
          </ac:spMkLst>
        </pc:spChg>
      </pc:sldChg>
      <pc:sldChg chg="delSp mod">
        <pc:chgData name="ralph kemp" userId="b9b5e5f6d19aaab0" providerId="LiveId" clId="{A29C7B4F-934B-4D14-826A-A7708455A20A}" dt="2020-05-31T11:02:30.311" v="3288" actId="478"/>
        <pc:sldMkLst>
          <pc:docMk/>
          <pc:sldMk cId="2483444541" sldId="357"/>
        </pc:sldMkLst>
        <pc:picChg chg="del">
          <ac:chgData name="ralph kemp" userId="b9b5e5f6d19aaab0" providerId="LiveId" clId="{A29C7B4F-934B-4D14-826A-A7708455A20A}" dt="2020-05-31T11:02:30.311" v="3288" actId="478"/>
          <ac:picMkLst>
            <pc:docMk/>
            <pc:sldMk cId="2483444541" sldId="357"/>
            <ac:picMk id="21" creationId="{00000000-0000-0000-0000-000000000000}"/>
          </ac:picMkLst>
        </pc:picChg>
      </pc:sldChg>
      <pc:sldChg chg="del">
        <pc:chgData name="ralph kemp" userId="b9b5e5f6d19aaab0" providerId="LiveId" clId="{A29C7B4F-934B-4D14-826A-A7708455A20A}" dt="2020-05-31T11:02:39.536" v="3289" actId="2696"/>
        <pc:sldMkLst>
          <pc:docMk/>
          <pc:sldMk cId="971748857" sldId="359"/>
        </pc:sldMkLst>
      </pc:sldChg>
      <pc:sldChg chg="del">
        <pc:chgData name="ralph kemp" userId="b9b5e5f6d19aaab0" providerId="LiveId" clId="{A29C7B4F-934B-4D14-826A-A7708455A20A}" dt="2020-05-31T11:02:15.117" v="3287" actId="2696"/>
        <pc:sldMkLst>
          <pc:docMk/>
          <pc:sldMk cId="2282852315" sldId="360"/>
        </pc:sldMkLst>
      </pc:sldChg>
      <pc:sldChg chg="modSp new mod ord">
        <pc:chgData name="ralph kemp" userId="b9b5e5f6d19aaab0" providerId="LiveId" clId="{A29C7B4F-934B-4D14-826A-A7708455A20A}" dt="2020-05-31T10:07:10.494" v="2180" actId="6559"/>
        <pc:sldMkLst>
          <pc:docMk/>
          <pc:sldMk cId="3567683259" sldId="361"/>
        </pc:sldMkLst>
        <pc:spChg chg="mod">
          <ac:chgData name="ralph kemp" userId="b9b5e5f6d19aaab0" providerId="LiveId" clId="{A29C7B4F-934B-4D14-826A-A7708455A20A}" dt="2020-05-31T10:02:08.113" v="2132" actId="14100"/>
          <ac:spMkLst>
            <pc:docMk/>
            <pc:sldMk cId="3567683259" sldId="361"/>
            <ac:spMk id="2" creationId="{68CDBF0D-96A8-41AB-A5B9-5E09640AB07B}"/>
          </ac:spMkLst>
        </pc:spChg>
        <pc:spChg chg="mod">
          <ac:chgData name="ralph kemp" userId="b9b5e5f6d19aaab0" providerId="LiveId" clId="{A29C7B4F-934B-4D14-826A-A7708455A20A}" dt="2020-05-31T10:07:10.494" v="2180" actId="6559"/>
          <ac:spMkLst>
            <pc:docMk/>
            <pc:sldMk cId="3567683259" sldId="361"/>
            <ac:spMk id="3" creationId="{D1B07D69-A409-49B8-91B9-8AE6AA720E1D}"/>
          </ac:spMkLst>
        </pc:spChg>
      </pc:sldChg>
      <pc:sldChg chg="modSp new mod ord">
        <pc:chgData name="ralph kemp" userId="b9b5e5f6d19aaab0" providerId="LiveId" clId="{A29C7B4F-934B-4D14-826A-A7708455A20A}" dt="2020-06-01T03:23:00.377" v="3409" actId="1076"/>
        <pc:sldMkLst>
          <pc:docMk/>
          <pc:sldMk cId="1703884431" sldId="362"/>
        </pc:sldMkLst>
        <pc:spChg chg="mod">
          <ac:chgData name="ralph kemp" userId="b9b5e5f6d19aaab0" providerId="LiveId" clId="{A29C7B4F-934B-4D14-826A-A7708455A20A}" dt="2020-06-01T03:23:00.377" v="3409" actId="1076"/>
          <ac:spMkLst>
            <pc:docMk/>
            <pc:sldMk cId="1703884431" sldId="362"/>
            <ac:spMk id="2" creationId="{0A9F76D6-60EE-4638-BAB4-7B8B1853584E}"/>
          </ac:spMkLst>
        </pc:spChg>
        <pc:spChg chg="mod">
          <ac:chgData name="ralph kemp" userId="b9b5e5f6d19aaab0" providerId="LiveId" clId="{A29C7B4F-934B-4D14-826A-A7708455A20A}" dt="2020-06-01T03:22:54.141" v="3407" actId="1076"/>
          <ac:spMkLst>
            <pc:docMk/>
            <pc:sldMk cId="1703884431" sldId="362"/>
            <ac:spMk id="3" creationId="{FA81C75E-AC89-4A80-98BA-ADC39E8FE47B}"/>
          </ac:spMkLst>
        </pc:spChg>
      </pc:sldChg>
      <pc:sldChg chg="addSp delSp modSp new mod setBg setClrOvrMap">
        <pc:chgData name="ralph kemp" userId="b9b5e5f6d19aaab0" providerId="LiveId" clId="{A29C7B4F-934B-4D14-826A-A7708455A20A}" dt="2020-06-01T03:22:40.674" v="3405" actId="1076"/>
        <pc:sldMkLst>
          <pc:docMk/>
          <pc:sldMk cId="4222241252" sldId="363"/>
        </pc:sldMkLst>
        <pc:spChg chg="mod">
          <ac:chgData name="ralph kemp" userId="b9b5e5f6d19aaab0" providerId="LiveId" clId="{A29C7B4F-934B-4D14-826A-A7708455A20A}" dt="2020-06-01T03:22:40.674" v="3405" actId="1076"/>
          <ac:spMkLst>
            <pc:docMk/>
            <pc:sldMk cId="4222241252" sldId="363"/>
            <ac:spMk id="2" creationId="{3C6C510E-FCA2-4165-A775-33A42995D7E0}"/>
          </ac:spMkLst>
        </pc:spChg>
        <pc:spChg chg="mod">
          <ac:chgData name="ralph kemp" userId="b9b5e5f6d19aaab0" providerId="LiveId" clId="{A29C7B4F-934B-4D14-826A-A7708455A20A}" dt="2020-06-01T03:22:34.888" v="3403" actId="1076"/>
          <ac:spMkLst>
            <pc:docMk/>
            <pc:sldMk cId="4222241252" sldId="363"/>
            <ac:spMk id="3" creationId="{67DB686A-AA89-408C-8278-EE80B61D75B7}"/>
          </ac:spMkLst>
        </pc:spChg>
        <pc:spChg chg="mod">
          <ac:chgData name="ralph kemp" userId="b9b5e5f6d19aaab0" providerId="LiveId" clId="{A29C7B4F-934B-4D14-826A-A7708455A20A}" dt="2020-05-30T09:01:13.005" v="945" actId="26606"/>
          <ac:spMkLst>
            <pc:docMk/>
            <pc:sldMk cId="4222241252" sldId="363"/>
            <ac:spMk id="4" creationId="{FD986513-CD2A-44C0-8496-37A7BA889E54}"/>
          </ac:spMkLst>
        </pc:spChg>
        <pc:spChg chg="add del">
          <ac:chgData name="ralph kemp" userId="b9b5e5f6d19aaab0" providerId="LiveId" clId="{A29C7B4F-934B-4D14-826A-A7708455A20A}" dt="2020-05-30T09:01:13.005" v="945" actId="26606"/>
          <ac:spMkLst>
            <pc:docMk/>
            <pc:sldMk cId="4222241252" sldId="363"/>
            <ac:spMk id="9" creationId="{2CB6C291-6CAF-46DF-ACFF-AADF0FD03F58}"/>
          </ac:spMkLst>
        </pc:spChg>
        <pc:spChg chg="add del">
          <ac:chgData name="ralph kemp" userId="b9b5e5f6d19aaab0" providerId="LiveId" clId="{A29C7B4F-934B-4D14-826A-A7708455A20A}" dt="2020-05-30T09:01:13.005" v="945" actId="26606"/>
          <ac:spMkLst>
            <pc:docMk/>
            <pc:sldMk cId="4222241252" sldId="363"/>
            <ac:spMk id="13" creationId="{4735DC46-5663-471D-AADB-81E00E65BCC6}"/>
          </ac:spMkLst>
        </pc:spChg>
        <pc:picChg chg="add del">
          <ac:chgData name="ralph kemp" userId="b9b5e5f6d19aaab0" providerId="LiveId" clId="{A29C7B4F-934B-4D14-826A-A7708455A20A}" dt="2020-05-30T09:01:13.005" v="945" actId="26606"/>
          <ac:picMkLst>
            <pc:docMk/>
            <pc:sldMk cId="4222241252" sldId="363"/>
            <ac:picMk id="11" creationId="{1EBADBCA-DA20-4279-93C6-011DEF18AA71}"/>
          </ac:picMkLst>
        </pc:picChg>
      </pc:sldChg>
      <pc:sldChg chg="modSp new mod">
        <pc:chgData name="ralph kemp" userId="b9b5e5f6d19aaab0" providerId="LiveId" clId="{A29C7B4F-934B-4D14-826A-A7708455A20A}" dt="2020-06-01T03:23:12.507" v="3411" actId="1076"/>
        <pc:sldMkLst>
          <pc:docMk/>
          <pc:sldMk cId="1001696727" sldId="364"/>
        </pc:sldMkLst>
        <pc:spChg chg="mod">
          <ac:chgData name="ralph kemp" userId="b9b5e5f6d19aaab0" providerId="LiveId" clId="{A29C7B4F-934B-4D14-826A-A7708455A20A}" dt="2020-06-01T03:23:12.507" v="3411" actId="1076"/>
          <ac:spMkLst>
            <pc:docMk/>
            <pc:sldMk cId="1001696727" sldId="364"/>
            <ac:spMk id="2" creationId="{16D47C65-2DFA-4DF6-8B83-300198BAA77B}"/>
          </ac:spMkLst>
        </pc:spChg>
        <pc:spChg chg="mod">
          <ac:chgData name="ralph kemp" userId="b9b5e5f6d19aaab0" providerId="LiveId" clId="{A29C7B4F-934B-4D14-826A-A7708455A20A}" dt="2020-06-01T03:23:08.566" v="3410" actId="1076"/>
          <ac:spMkLst>
            <pc:docMk/>
            <pc:sldMk cId="1001696727" sldId="364"/>
            <ac:spMk id="3" creationId="{C28C97F8-E42F-49B3-9162-89DA0FF31FDD}"/>
          </ac:spMkLst>
        </pc:spChg>
      </pc:sldChg>
      <pc:sldChg chg="addSp delSp modSp new mod setBg">
        <pc:chgData name="ralph kemp" userId="b9b5e5f6d19aaab0" providerId="LiveId" clId="{A29C7B4F-934B-4D14-826A-A7708455A20A}" dt="2020-05-31T10:08:26.319" v="2188" actId="1076"/>
        <pc:sldMkLst>
          <pc:docMk/>
          <pc:sldMk cId="1545210314" sldId="365"/>
        </pc:sldMkLst>
        <pc:spChg chg="mod">
          <ac:chgData name="ralph kemp" userId="b9b5e5f6d19aaab0" providerId="LiveId" clId="{A29C7B4F-934B-4D14-826A-A7708455A20A}" dt="2020-05-31T10:05:21.075" v="2164" actId="14100"/>
          <ac:spMkLst>
            <pc:docMk/>
            <pc:sldMk cId="1545210314" sldId="365"/>
            <ac:spMk id="2" creationId="{32B3D774-C43D-446E-9800-DF7EB43F5E3F}"/>
          </ac:spMkLst>
        </pc:spChg>
        <pc:spChg chg="mod">
          <ac:chgData name="ralph kemp" userId="b9b5e5f6d19aaab0" providerId="LiveId" clId="{A29C7B4F-934B-4D14-826A-A7708455A20A}" dt="2020-05-31T10:08:26.319" v="2188" actId="1076"/>
          <ac:spMkLst>
            <pc:docMk/>
            <pc:sldMk cId="1545210314" sldId="365"/>
            <ac:spMk id="3" creationId="{B18BE60D-E78B-4C56-8EF0-A98DC3C2372C}"/>
          </ac:spMkLst>
        </pc:spChg>
        <pc:spChg chg="mod">
          <ac:chgData name="ralph kemp" userId="b9b5e5f6d19aaab0" providerId="LiveId" clId="{A29C7B4F-934B-4D14-826A-A7708455A20A}" dt="2020-05-30T08:58:46.054" v="934" actId="26606"/>
          <ac:spMkLst>
            <pc:docMk/>
            <pc:sldMk cId="1545210314" sldId="365"/>
            <ac:spMk id="4" creationId="{ACE052EC-3BA6-4D22-9B78-4A87FC0738EE}"/>
          </ac:spMkLst>
        </pc:spChg>
        <pc:spChg chg="add del">
          <ac:chgData name="ralph kemp" userId="b9b5e5f6d19aaab0" providerId="LiveId" clId="{A29C7B4F-934B-4D14-826A-A7708455A20A}" dt="2020-05-30T08:58:21.036" v="932" actId="26606"/>
          <ac:spMkLst>
            <pc:docMk/>
            <pc:sldMk cId="1545210314" sldId="365"/>
            <ac:spMk id="9" creationId="{23962611-DFD5-4092-AAFD-559E3DFCE2C9}"/>
          </ac:spMkLst>
        </pc:spChg>
        <pc:spChg chg="add del">
          <ac:chgData name="ralph kemp" userId="b9b5e5f6d19aaab0" providerId="LiveId" clId="{A29C7B4F-934B-4D14-826A-A7708455A20A}" dt="2020-05-30T08:58:46.054" v="934" actId="26606"/>
          <ac:spMkLst>
            <pc:docMk/>
            <pc:sldMk cId="1545210314" sldId="365"/>
            <ac:spMk id="13" creationId="{92CA431A-BC84-45C3-8430-0459E54A220F}"/>
          </ac:spMkLst>
        </pc:spChg>
        <pc:spChg chg="add del">
          <ac:chgData name="ralph kemp" userId="b9b5e5f6d19aaab0" providerId="LiveId" clId="{A29C7B4F-934B-4D14-826A-A7708455A20A}" dt="2020-05-30T08:58:46.054" v="934" actId="26606"/>
          <ac:spMkLst>
            <pc:docMk/>
            <pc:sldMk cId="1545210314" sldId="365"/>
            <ac:spMk id="14" creationId="{86197D16-FE75-4A0E-A0C9-28C0F04A43DF}"/>
          </ac:spMkLst>
        </pc:spChg>
        <pc:picChg chg="add del">
          <ac:chgData name="ralph kemp" userId="b9b5e5f6d19aaab0" providerId="LiveId" clId="{A29C7B4F-934B-4D14-826A-A7708455A20A}" dt="2020-05-30T08:58:21.036" v="932" actId="26606"/>
          <ac:picMkLst>
            <pc:docMk/>
            <pc:sldMk cId="1545210314" sldId="365"/>
            <ac:picMk id="11" creationId="{2270F1FA-0425-408F-9861-80BF5AFB276D}"/>
          </ac:picMkLst>
        </pc:picChg>
        <pc:picChg chg="add del">
          <ac:chgData name="ralph kemp" userId="b9b5e5f6d19aaab0" providerId="LiveId" clId="{A29C7B4F-934B-4D14-826A-A7708455A20A}" dt="2020-05-30T08:58:46.054" v="934" actId="26606"/>
          <ac:picMkLst>
            <pc:docMk/>
            <pc:sldMk cId="1545210314" sldId="365"/>
            <ac:picMk id="15" creationId="{FA8FCEC6-4B30-4FF2-8B32-504BEAEA3A16}"/>
          </ac:picMkLst>
        </pc:picChg>
      </pc:sldChg>
      <pc:sldChg chg="addSp delSp modSp new mod setBg">
        <pc:chgData name="ralph kemp" userId="b9b5e5f6d19aaab0" providerId="LiveId" clId="{A29C7B4F-934B-4D14-826A-A7708455A20A}" dt="2020-05-31T10:05:50.323" v="2170" actId="14100"/>
        <pc:sldMkLst>
          <pc:docMk/>
          <pc:sldMk cId="207066477" sldId="366"/>
        </pc:sldMkLst>
        <pc:spChg chg="del mod">
          <ac:chgData name="ralph kemp" userId="b9b5e5f6d19aaab0" providerId="LiveId" clId="{A29C7B4F-934B-4D14-826A-A7708455A20A}" dt="2020-05-31T10:05:33.592" v="2166" actId="478"/>
          <ac:spMkLst>
            <pc:docMk/>
            <pc:sldMk cId="207066477" sldId="366"/>
            <ac:spMk id="2" creationId="{1065A531-8045-458C-993C-554EF85F52C4}"/>
          </ac:spMkLst>
        </pc:spChg>
        <pc:spChg chg="mod">
          <ac:chgData name="ralph kemp" userId="b9b5e5f6d19aaab0" providerId="LiveId" clId="{A29C7B4F-934B-4D14-826A-A7708455A20A}" dt="2020-05-31T10:05:50.323" v="2170" actId="14100"/>
          <ac:spMkLst>
            <pc:docMk/>
            <pc:sldMk cId="207066477" sldId="366"/>
            <ac:spMk id="3" creationId="{DD952AB3-76DF-460E-A143-10E0543EF4B7}"/>
          </ac:spMkLst>
        </pc:spChg>
        <pc:spChg chg="mod">
          <ac:chgData name="ralph kemp" userId="b9b5e5f6d19aaab0" providerId="LiveId" clId="{A29C7B4F-934B-4D14-826A-A7708455A20A}" dt="2020-05-30T08:58:49.721" v="935" actId="26606"/>
          <ac:spMkLst>
            <pc:docMk/>
            <pc:sldMk cId="207066477" sldId="366"/>
            <ac:spMk id="4" creationId="{7F402C34-A815-49CB-AD69-DA3B55325A68}"/>
          </ac:spMkLst>
        </pc:spChg>
        <pc:spChg chg="add del">
          <ac:chgData name="ralph kemp" userId="b9b5e5f6d19aaab0" providerId="LiveId" clId="{A29C7B4F-934B-4D14-826A-A7708455A20A}" dt="2020-05-30T08:58:49.721" v="935" actId="26606"/>
          <ac:spMkLst>
            <pc:docMk/>
            <pc:sldMk cId="207066477" sldId="366"/>
            <ac:spMk id="11" creationId="{7D8E67F2-F753-4E06-8229-4970A6725835}"/>
          </ac:spMkLst>
        </pc:spChg>
        <pc:spChg chg="add del">
          <ac:chgData name="ralph kemp" userId="b9b5e5f6d19aaab0" providerId="LiveId" clId="{A29C7B4F-934B-4D14-826A-A7708455A20A}" dt="2020-05-30T08:58:49.721" v="935" actId="26606"/>
          <ac:spMkLst>
            <pc:docMk/>
            <pc:sldMk cId="207066477" sldId="366"/>
            <ac:spMk id="15" creationId="{007B8288-68CC-4847-8419-CF535B6B7EEA}"/>
          </ac:spMkLst>
        </pc:spChg>
        <pc:spChg chg="add del">
          <ac:chgData name="ralph kemp" userId="b9b5e5f6d19aaab0" providerId="LiveId" clId="{A29C7B4F-934B-4D14-826A-A7708455A20A}" dt="2020-05-30T08:58:49.721" v="935" actId="26606"/>
          <ac:spMkLst>
            <pc:docMk/>
            <pc:sldMk cId="207066477" sldId="366"/>
            <ac:spMk id="17" creationId="{32BA8EA8-C1B6-4309-B674-F9F399B96288}"/>
          </ac:spMkLst>
        </pc:spChg>
        <pc:picChg chg="add mod ord">
          <ac:chgData name="ralph kemp" userId="b9b5e5f6d19aaab0" providerId="LiveId" clId="{A29C7B4F-934B-4D14-826A-A7708455A20A}" dt="2020-05-30T08:58:49.721" v="935" actId="26606"/>
          <ac:picMkLst>
            <pc:docMk/>
            <pc:sldMk cId="207066477" sldId="366"/>
            <ac:picMk id="5" creationId="{21EEE5EA-F5C4-443C-9487-7F7321ADDFD1}"/>
          </ac:picMkLst>
        </pc:picChg>
        <pc:picChg chg="add mod ord">
          <ac:chgData name="ralph kemp" userId="b9b5e5f6d19aaab0" providerId="LiveId" clId="{A29C7B4F-934B-4D14-826A-A7708455A20A}" dt="2020-05-30T08:59:10.826" v="938" actId="1076"/>
          <ac:picMkLst>
            <pc:docMk/>
            <pc:sldMk cId="207066477" sldId="366"/>
            <ac:picMk id="6" creationId="{A4D02CDA-4875-4CE8-835A-0265E45A0F6F}"/>
          </ac:picMkLst>
        </pc:picChg>
        <pc:picChg chg="add del">
          <ac:chgData name="ralph kemp" userId="b9b5e5f6d19aaab0" providerId="LiveId" clId="{A29C7B4F-934B-4D14-826A-A7708455A20A}" dt="2020-05-30T08:58:49.721" v="935" actId="26606"/>
          <ac:picMkLst>
            <pc:docMk/>
            <pc:sldMk cId="207066477" sldId="366"/>
            <ac:picMk id="13" creationId="{2EE1BDFD-564B-44A4-841A-50D6A8E75CB4}"/>
          </ac:picMkLst>
        </pc:picChg>
      </pc:sldChg>
      <pc:sldChg chg="modSp add mod">
        <pc:chgData name="ralph kemp" userId="b9b5e5f6d19aaab0" providerId="LiveId" clId="{A29C7B4F-934B-4D14-826A-A7708455A20A}" dt="2020-06-01T03:46:41.340" v="3816" actId="1076"/>
        <pc:sldMkLst>
          <pc:docMk/>
          <pc:sldMk cId="1416648217" sldId="367"/>
        </pc:sldMkLst>
        <pc:spChg chg="mod">
          <ac:chgData name="ralph kemp" userId="b9b5e5f6d19aaab0" providerId="LiveId" clId="{A29C7B4F-934B-4D14-826A-A7708455A20A}" dt="2020-06-01T03:44:15.877" v="3747" actId="1076"/>
          <ac:spMkLst>
            <pc:docMk/>
            <pc:sldMk cId="1416648217" sldId="367"/>
            <ac:spMk id="2" creationId="{00000000-0000-0000-0000-000000000000}"/>
          </ac:spMkLst>
        </pc:spChg>
        <pc:spChg chg="mod">
          <ac:chgData name="ralph kemp" userId="b9b5e5f6d19aaab0" providerId="LiveId" clId="{A29C7B4F-934B-4D14-826A-A7708455A20A}" dt="2020-06-01T03:46:41.340" v="3816" actId="1076"/>
          <ac:spMkLst>
            <pc:docMk/>
            <pc:sldMk cId="1416648217" sldId="367"/>
            <ac:spMk id="3" creationId="{00000000-0000-0000-0000-000000000000}"/>
          </ac:spMkLst>
        </pc:spChg>
      </pc:sldChg>
      <pc:sldChg chg="modSp new mod ord">
        <pc:chgData name="ralph kemp" userId="b9b5e5f6d19aaab0" providerId="LiveId" clId="{A29C7B4F-934B-4D14-826A-A7708455A20A}" dt="2020-06-01T03:37:32.418" v="3612" actId="20577"/>
        <pc:sldMkLst>
          <pc:docMk/>
          <pc:sldMk cId="601660888" sldId="368"/>
        </pc:sldMkLst>
        <pc:spChg chg="mod">
          <ac:chgData name="ralph kemp" userId="b9b5e5f6d19aaab0" providerId="LiveId" clId="{A29C7B4F-934B-4D14-826A-A7708455A20A}" dt="2020-06-01T03:28:20.891" v="3482" actId="14100"/>
          <ac:spMkLst>
            <pc:docMk/>
            <pc:sldMk cId="601660888" sldId="368"/>
            <ac:spMk id="2" creationId="{07908575-1C45-4BFB-B116-0EDC023034AB}"/>
          </ac:spMkLst>
        </pc:spChg>
        <pc:spChg chg="mod">
          <ac:chgData name="ralph kemp" userId="b9b5e5f6d19aaab0" providerId="LiveId" clId="{A29C7B4F-934B-4D14-826A-A7708455A20A}" dt="2020-06-01T03:37:32.418" v="3612" actId="20577"/>
          <ac:spMkLst>
            <pc:docMk/>
            <pc:sldMk cId="601660888" sldId="368"/>
            <ac:spMk id="3" creationId="{4A2BC565-F9F0-41CE-A4F0-7355B520FAA5}"/>
          </ac:spMkLst>
        </pc:spChg>
      </pc:sldChg>
      <pc:sldChg chg="modSp new mod">
        <pc:chgData name="ralph kemp" userId="b9b5e5f6d19aaab0" providerId="LiveId" clId="{A29C7B4F-934B-4D14-826A-A7708455A20A}" dt="2020-06-01T05:09:36.299" v="5281" actId="20577"/>
        <pc:sldMkLst>
          <pc:docMk/>
          <pc:sldMk cId="3361327146" sldId="369"/>
        </pc:sldMkLst>
        <pc:spChg chg="mod">
          <ac:chgData name="ralph kemp" userId="b9b5e5f6d19aaab0" providerId="LiveId" clId="{A29C7B4F-934B-4D14-826A-A7708455A20A}" dt="2020-06-01T05:08:49.596" v="5228" actId="20577"/>
          <ac:spMkLst>
            <pc:docMk/>
            <pc:sldMk cId="3361327146" sldId="369"/>
            <ac:spMk id="2" creationId="{EE7BAE19-4CE6-44A7-8705-011C91E90A2F}"/>
          </ac:spMkLst>
        </pc:spChg>
        <pc:spChg chg="mod">
          <ac:chgData name="ralph kemp" userId="b9b5e5f6d19aaab0" providerId="LiveId" clId="{A29C7B4F-934B-4D14-826A-A7708455A20A}" dt="2020-06-01T05:09:36.299" v="5281" actId="20577"/>
          <ac:spMkLst>
            <pc:docMk/>
            <pc:sldMk cId="3361327146" sldId="369"/>
            <ac:spMk id="3" creationId="{B7A97206-E581-4085-AC1F-3EA999283367}"/>
          </ac:spMkLst>
        </pc:spChg>
      </pc:sldChg>
      <pc:sldChg chg="modSp new mod">
        <pc:chgData name="ralph kemp" userId="b9b5e5f6d19aaab0" providerId="LiveId" clId="{A29C7B4F-934B-4D14-826A-A7708455A20A}" dt="2020-06-01T04:05:36.530" v="4302" actId="20577"/>
        <pc:sldMkLst>
          <pc:docMk/>
          <pc:sldMk cId="1757389547" sldId="370"/>
        </pc:sldMkLst>
        <pc:spChg chg="mod">
          <ac:chgData name="ralph kemp" userId="b9b5e5f6d19aaab0" providerId="LiveId" clId="{A29C7B4F-934B-4D14-826A-A7708455A20A}" dt="2020-06-01T04:05:03.597" v="4292" actId="1076"/>
          <ac:spMkLst>
            <pc:docMk/>
            <pc:sldMk cId="1757389547" sldId="370"/>
            <ac:spMk id="2" creationId="{17EFC0B3-C85E-4B13-8391-BE937DA46827}"/>
          </ac:spMkLst>
        </pc:spChg>
        <pc:spChg chg="mod">
          <ac:chgData name="ralph kemp" userId="b9b5e5f6d19aaab0" providerId="LiveId" clId="{A29C7B4F-934B-4D14-826A-A7708455A20A}" dt="2020-06-01T04:05:36.530" v="4302" actId="20577"/>
          <ac:spMkLst>
            <pc:docMk/>
            <pc:sldMk cId="1757389547" sldId="370"/>
            <ac:spMk id="3" creationId="{90B9F332-F6E6-4173-8F1B-E86EA7B0089E}"/>
          </ac:spMkLst>
        </pc:spChg>
      </pc:sldChg>
      <pc:sldChg chg="modSp new mod">
        <pc:chgData name="ralph kemp" userId="b9b5e5f6d19aaab0" providerId="LiveId" clId="{A29C7B4F-934B-4D14-826A-A7708455A20A}" dt="2020-06-01T04:11:05.860" v="4358" actId="1076"/>
        <pc:sldMkLst>
          <pc:docMk/>
          <pc:sldMk cId="3587715963" sldId="371"/>
        </pc:sldMkLst>
        <pc:spChg chg="mod">
          <ac:chgData name="ralph kemp" userId="b9b5e5f6d19aaab0" providerId="LiveId" clId="{A29C7B4F-934B-4D14-826A-A7708455A20A}" dt="2020-06-01T04:10:37.599" v="4351" actId="242"/>
          <ac:spMkLst>
            <pc:docMk/>
            <pc:sldMk cId="3587715963" sldId="371"/>
            <ac:spMk id="2" creationId="{9B8402EB-46F7-43DF-B19F-535E1A578482}"/>
          </ac:spMkLst>
        </pc:spChg>
        <pc:spChg chg="mod">
          <ac:chgData name="ralph kemp" userId="b9b5e5f6d19aaab0" providerId="LiveId" clId="{A29C7B4F-934B-4D14-826A-A7708455A20A}" dt="2020-06-01T04:11:05.860" v="4358" actId="1076"/>
          <ac:spMkLst>
            <pc:docMk/>
            <pc:sldMk cId="3587715963" sldId="371"/>
            <ac:spMk id="3" creationId="{3375DA01-26A3-4286-B00E-6677D7B9A8D4}"/>
          </ac:spMkLst>
        </pc:spChg>
      </pc:sldChg>
      <pc:sldChg chg="modSp new mod">
        <pc:chgData name="ralph kemp" userId="b9b5e5f6d19aaab0" providerId="LiveId" clId="{A29C7B4F-934B-4D14-826A-A7708455A20A}" dt="2020-06-01T04:24:12.816" v="4469" actId="1076"/>
        <pc:sldMkLst>
          <pc:docMk/>
          <pc:sldMk cId="3274128297" sldId="372"/>
        </pc:sldMkLst>
        <pc:spChg chg="mod">
          <ac:chgData name="ralph kemp" userId="b9b5e5f6d19aaab0" providerId="LiveId" clId="{A29C7B4F-934B-4D14-826A-A7708455A20A}" dt="2020-06-01T04:24:12.816" v="4469" actId="1076"/>
          <ac:spMkLst>
            <pc:docMk/>
            <pc:sldMk cId="3274128297" sldId="372"/>
            <ac:spMk id="2" creationId="{2922A12A-DD96-4167-9DF6-340B49A3F59F}"/>
          </ac:spMkLst>
        </pc:spChg>
        <pc:spChg chg="mod">
          <ac:chgData name="ralph kemp" userId="b9b5e5f6d19aaab0" providerId="LiveId" clId="{A29C7B4F-934B-4D14-826A-A7708455A20A}" dt="2020-06-01T04:24:07.724" v="4468" actId="1076"/>
          <ac:spMkLst>
            <pc:docMk/>
            <pc:sldMk cId="3274128297" sldId="372"/>
            <ac:spMk id="3" creationId="{2F71A59D-9ACE-4937-8835-CB55D70A2FC7}"/>
          </ac:spMkLst>
        </pc:spChg>
      </pc:sldChg>
      <pc:sldChg chg="modSp new mod">
        <pc:chgData name="ralph kemp" userId="b9b5e5f6d19aaab0" providerId="LiveId" clId="{A29C7B4F-934B-4D14-826A-A7708455A20A}" dt="2020-06-01T04:35:09.668" v="4556" actId="1076"/>
        <pc:sldMkLst>
          <pc:docMk/>
          <pc:sldMk cId="496615968" sldId="373"/>
        </pc:sldMkLst>
        <pc:spChg chg="mod">
          <ac:chgData name="ralph kemp" userId="b9b5e5f6d19aaab0" providerId="LiveId" clId="{A29C7B4F-934B-4D14-826A-A7708455A20A}" dt="2020-06-01T04:35:09.668" v="4556" actId="1076"/>
          <ac:spMkLst>
            <pc:docMk/>
            <pc:sldMk cId="496615968" sldId="373"/>
            <ac:spMk id="2" creationId="{7BE82CEB-7BFC-4BA5-A222-7AFE87257DB3}"/>
          </ac:spMkLst>
        </pc:spChg>
        <pc:spChg chg="mod">
          <ac:chgData name="ralph kemp" userId="b9b5e5f6d19aaab0" providerId="LiveId" clId="{A29C7B4F-934B-4D14-826A-A7708455A20A}" dt="2020-06-01T04:31:12.680" v="4538" actId="20577"/>
          <ac:spMkLst>
            <pc:docMk/>
            <pc:sldMk cId="496615968" sldId="373"/>
            <ac:spMk id="3" creationId="{8F70A449-5265-4453-838D-72D90D5514BA}"/>
          </ac:spMkLst>
        </pc:spChg>
      </pc:sldChg>
      <pc:sldChg chg="modSp add mod">
        <pc:chgData name="ralph kemp" userId="b9b5e5f6d19aaab0" providerId="LiveId" clId="{A29C7B4F-934B-4D14-826A-A7708455A20A}" dt="2020-06-01T04:52:14.326" v="5102" actId="123"/>
        <pc:sldMkLst>
          <pc:docMk/>
          <pc:sldMk cId="71382832" sldId="374"/>
        </pc:sldMkLst>
        <pc:spChg chg="mod">
          <ac:chgData name="ralph kemp" userId="b9b5e5f6d19aaab0" providerId="LiveId" clId="{A29C7B4F-934B-4D14-826A-A7708455A20A}" dt="2020-06-01T04:35:15.019" v="4557" actId="1076"/>
          <ac:spMkLst>
            <pc:docMk/>
            <pc:sldMk cId="71382832" sldId="374"/>
            <ac:spMk id="2" creationId="{7BE82CEB-7BFC-4BA5-A222-7AFE87257DB3}"/>
          </ac:spMkLst>
        </pc:spChg>
        <pc:spChg chg="mod">
          <ac:chgData name="ralph kemp" userId="b9b5e5f6d19aaab0" providerId="LiveId" clId="{A29C7B4F-934B-4D14-826A-A7708455A20A}" dt="2020-06-01T04:52:14.326" v="5102" actId="123"/>
          <ac:spMkLst>
            <pc:docMk/>
            <pc:sldMk cId="71382832" sldId="374"/>
            <ac:spMk id="3" creationId="{8F70A449-5265-4453-838D-72D90D5514BA}"/>
          </ac:spMkLst>
        </pc:spChg>
      </pc:sldChg>
      <pc:sldChg chg="modSp new mod">
        <pc:chgData name="ralph kemp" userId="b9b5e5f6d19aaab0" providerId="LiveId" clId="{A29C7B4F-934B-4D14-826A-A7708455A20A}" dt="2020-06-01T05:05:47.291" v="5143" actId="115"/>
        <pc:sldMkLst>
          <pc:docMk/>
          <pc:sldMk cId="1692836413" sldId="375"/>
        </pc:sldMkLst>
        <pc:spChg chg="mod">
          <ac:chgData name="ralph kemp" userId="b9b5e5f6d19aaab0" providerId="LiveId" clId="{A29C7B4F-934B-4D14-826A-A7708455A20A}" dt="2020-06-01T04:48:56.617" v="5007" actId="1076"/>
          <ac:spMkLst>
            <pc:docMk/>
            <pc:sldMk cId="1692836413" sldId="375"/>
            <ac:spMk id="2" creationId="{6CE0038B-4DD7-4B9E-ABB0-4C653B1DDE02}"/>
          </ac:spMkLst>
        </pc:spChg>
        <pc:spChg chg="mod">
          <ac:chgData name="ralph kemp" userId="b9b5e5f6d19aaab0" providerId="LiveId" clId="{A29C7B4F-934B-4D14-826A-A7708455A20A}" dt="2020-06-01T05:05:47.291" v="5143" actId="115"/>
          <ac:spMkLst>
            <pc:docMk/>
            <pc:sldMk cId="1692836413" sldId="375"/>
            <ac:spMk id="3" creationId="{7495A271-2B79-42CD-A9B3-0FDBC0387218}"/>
          </ac:spMkLst>
        </pc:spChg>
      </pc:sldChg>
      <pc:sldChg chg="modSp add mod ord">
        <pc:chgData name="ralph kemp" userId="b9b5e5f6d19aaab0" providerId="LiveId" clId="{A29C7B4F-934B-4D14-826A-A7708455A20A}" dt="2020-06-01T04:43:45.804" v="4904" actId="20577"/>
        <pc:sldMkLst>
          <pc:docMk/>
          <pc:sldMk cId="2064718107" sldId="376"/>
        </pc:sldMkLst>
        <pc:spChg chg="mod">
          <ac:chgData name="ralph kemp" userId="b9b5e5f6d19aaab0" providerId="LiveId" clId="{A29C7B4F-934B-4D14-826A-A7708455A20A}" dt="2020-06-01T04:43:20.916" v="4831" actId="20577"/>
          <ac:spMkLst>
            <pc:docMk/>
            <pc:sldMk cId="2064718107" sldId="376"/>
            <ac:spMk id="2" creationId="{9B8402EB-46F7-43DF-B19F-535E1A578482}"/>
          </ac:spMkLst>
        </pc:spChg>
        <pc:spChg chg="mod">
          <ac:chgData name="ralph kemp" userId="b9b5e5f6d19aaab0" providerId="LiveId" clId="{A29C7B4F-934B-4D14-826A-A7708455A20A}" dt="2020-06-01T04:43:45.804" v="4904" actId="20577"/>
          <ac:spMkLst>
            <pc:docMk/>
            <pc:sldMk cId="2064718107" sldId="376"/>
            <ac:spMk id="3" creationId="{3375DA01-26A3-4286-B00E-6677D7B9A8D4}"/>
          </ac:spMkLst>
        </pc:spChg>
      </pc:sldChg>
      <pc:sldChg chg="modSp add mod">
        <pc:chgData name="ralph kemp" userId="b9b5e5f6d19aaab0" providerId="LiveId" clId="{A29C7B4F-934B-4D14-826A-A7708455A20A}" dt="2020-06-01T04:53:43.791" v="5122" actId="1076"/>
        <pc:sldMkLst>
          <pc:docMk/>
          <pc:sldMk cId="942535379" sldId="377"/>
        </pc:sldMkLst>
        <pc:spChg chg="mod">
          <ac:chgData name="ralph kemp" userId="b9b5e5f6d19aaab0" providerId="LiveId" clId="{A29C7B4F-934B-4D14-826A-A7708455A20A}" dt="2020-06-01T04:53:43.791" v="5122" actId="1076"/>
          <ac:spMkLst>
            <pc:docMk/>
            <pc:sldMk cId="942535379" sldId="377"/>
            <ac:spMk id="2" creationId="{6CE0038B-4DD7-4B9E-ABB0-4C653B1DDE02}"/>
          </ac:spMkLst>
        </pc:spChg>
        <pc:spChg chg="mod">
          <ac:chgData name="ralph kemp" userId="b9b5e5f6d19aaab0" providerId="LiveId" clId="{A29C7B4F-934B-4D14-826A-A7708455A20A}" dt="2020-06-01T04:53:37.561" v="5121" actId="5793"/>
          <ac:spMkLst>
            <pc:docMk/>
            <pc:sldMk cId="942535379" sldId="377"/>
            <ac:spMk id="3" creationId="{7495A271-2B79-42CD-A9B3-0FDBC0387218}"/>
          </ac:spMkLst>
        </pc:spChg>
      </pc:sldChg>
      <pc:sldChg chg="modSp add mod">
        <pc:chgData name="ralph kemp" userId="b9b5e5f6d19aaab0" providerId="LiveId" clId="{A29C7B4F-934B-4D14-826A-A7708455A20A}" dt="2020-06-01T05:16:09.801" v="5420" actId="114"/>
        <pc:sldMkLst>
          <pc:docMk/>
          <pc:sldMk cId="344518562" sldId="378"/>
        </pc:sldMkLst>
        <pc:spChg chg="mod">
          <ac:chgData name="ralph kemp" userId="b9b5e5f6d19aaab0" providerId="LiveId" clId="{A29C7B4F-934B-4D14-826A-A7708455A20A}" dt="2020-06-01T05:12:16.016" v="5385" actId="1076"/>
          <ac:spMkLst>
            <pc:docMk/>
            <pc:sldMk cId="344518562" sldId="378"/>
            <ac:spMk id="2" creationId="{6CE0038B-4DD7-4B9E-ABB0-4C653B1DDE02}"/>
          </ac:spMkLst>
        </pc:spChg>
        <pc:spChg chg="mod">
          <ac:chgData name="ralph kemp" userId="b9b5e5f6d19aaab0" providerId="LiveId" clId="{A29C7B4F-934B-4D14-826A-A7708455A20A}" dt="2020-06-01T05:16:09.801" v="5420" actId="114"/>
          <ac:spMkLst>
            <pc:docMk/>
            <pc:sldMk cId="344518562" sldId="378"/>
            <ac:spMk id="3" creationId="{7495A271-2B79-42CD-A9B3-0FDBC0387218}"/>
          </ac:spMkLst>
        </pc:spChg>
      </pc:sldChg>
      <pc:sldChg chg="modSp add mod">
        <pc:chgData name="ralph kemp" userId="b9b5e5f6d19aaab0" providerId="LiveId" clId="{A29C7B4F-934B-4D14-826A-A7708455A20A}" dt="2020-06-01T05:19:00.438" v="5468" actId="115"/>
        <pc:sldMkLst>
          <pc:docMk/>
          <pc:sldMk cId="4288113910" sldId="379"/>
        </pc:sldMkLst>
        <pc:spChg chg="mod">
          <ac:chgData name="ralph kemp" userId="b9b5e5f6d19aaab0" providerId="LiveId" clId="{A29C7B4F-934B-4D14-826A-A7708455A20A}" dt="2020-06-01T05:15:12.008" v="5414" actId="20577"/>
          <ac:spMkLst>
            <pc:docMk/>
            <pc:sldMk cId="4288113910" sldId="379"/>
            <ac:spMk id="2" creationId="{6CE0038B-4DD7-4B9E-ABB0-4C653B1DDE02}"/>
          </ac:spMkLst>
        </pc:spChg>
        <pc:spChg chg="mod">
          <ac:chgData name="ralph kemp" userId="b9b5e5f6d19aaab0" providerId="LiveId" clId="{A29C7B4F-934B-4D14-826A-A7708455A20A}" dt="2020-06-01T05:19:00.438" v="5468" actId="115"/>
          <ac:spMkLst>
            <pc:docMk/>
            <pc:sldMk cId="4288113910" sldId="379"/>
            <ac:spMk id="3" creationId="{7495A271-2B79-42CD-A9B3-0FDBC0387218}"/>
          </ac:spMkLst>
        </pc:spChg>
      </pc:sldChg>
      <pc:sldChg chg="modSp add mod ord">
        <pc:chgData name="ralph kemp" userId="b9b5e5f6d19aaab0" providerId="LiveId" clId="{A29C7B4F-934B-4D14-826A-A7708455A20A}" dt="2020-06-01T05:30:22.971" v="5831" actId="255"/>
        <pc:sldMkLst>
          <pc:docMk/>
          <pc:sldMk cId="2973172349" sldId="380"/>
        </pc:sldMkLst>
        <pc:spChg chg="mod">
          <ac:chgData name="ralph kemp" userId="b9b5e5f6d19aaab0" providerId="LiveId" clId="{A29C7B4F-934B-4D14-826A-A7708455A20A}" dt="2020-06-01T05:20:19.390" v="5507" actId="20577"/>
          <ac:spMkLst>
            <pc:docMk/>
            <pc:sldMk cId="2973172349" sldId="380"/>
            <ac:spMk id="2" creationId="{9B8402EB-46F7-43DF-B19F-535E1A578482}"/>
          </ac:spMkLst>
        </pc:spChg>
        <pc:spChg chg="mod">
          <ac:chgData name="ralph kemp" userId="b9b5e5f6d19aaab0" providerId="LiveId" clId="{A29C7B4F-934B-4D14-826A-A7708455A20A}" dt="2020-06-01T05:30:22.971" v="5831" actId="255"/>
          <ac:spMkLst>
            <pc:docMk/>
            <pc:sldMk cId="2973172349" sldId="380"/>
            <ac:spMk id="3" creationId="{3375DA01-26A3-4286-B00E-6677D7B9A8D4}"/>
          </ac:spMkLst>
        </pc:spChg>
      </pc:sldChg>
      <pc:sldChg chg="modSp add mod ord">
        <pc:chgData name="ralph kemp" userId="b9b5e5f6d19aaab0" providerId="LiveId" clId="{A29C7B4F-934B-4D14-826A-A7708455A20A}" dt="2020-06-01T05:32:59.598" v="5850" actId="20577"/>
        <pc:sldMkLst>
          <pc:docMk/>
          <pc:sldMk cId="2443015215" sldId="381"/>
        </pc:sldMkLst>
        <pc:spChg chg="mod">
          <ac:chgData name="ralph kemp" userId="b9b5e5f6d19aaab0" providerId="LiveId" clId="{A29C7B4F-934B-4D14-826A-A7708455A20A}" dt="2020-06-01T05:22:31.416" v="5647" actId="20577"/>
          <ac:spMkLst>
            <pc:docMk/>
            <pc:sldMk cId="2443015215" sldId="381"/>
            <ac:spMk id="2" creationId="{6CE0038B-4DD7-4B9E-ABB0-4C653B1DDE02}"/>
          </ac:spMkLst>
        </pc:spChg>
        <pc:spChg chg="mod">
          <ac:chgData name="ralph kemp" userId="b9b5e5f6d19aaab0" providerId="LiveId" clId="{A29C7B4F-934B-4D14-826A-A7708455A20A}" dt="2020-06-01T05:32:59.598" v="5850" actId="20577"/>
          <ac:spMkLst>
            <pc:docMk/>
            <pc:sldMk cId="2443015215" sldId="381"/>
            <ac:spMk id="3" creationId="{7495A271-2B79-42CD-A9B3-0FDBC0387218}"/>
          </ac:spMkLst>
        </pc:spChg>
      </pc:sldChg>
      <pc:sldChg chg="modSp new mod">
        <pc:chgData name="ralph kemp" userId="b9b5e5f6d19aaab0" providerId="LiveId" clId="{A29C7B4F-934B-4D14-826A-A7708455A20A}" dt="2020-06-01T06:00:16.191" v="5950" actId="14100"/>
        <pc:sldMkLst>
          <pc:docMk/>
          <pc:sldMk cId="826154884" sldId="382"/>
        </pc:sldMkLst>
        <pc:spChg chg="mod">
          <ac:chgData name="ralph kemp" userId="b9b5e5f6d19aaab0" providerId="LiveId" clId="{A29C7B4F-934B-4D14-826A-A7708455A20A}" dt="2020-06-01T06:00:16.191" v="5950" actId="14100"/>
          <ac:spMkLst>
            <pc:docMk/>
            <pc:sldMk cId="826154884" sldId="382"/>
            <ac:spMk id="2" creationId="{DC75DCB0-0E87-4C8D-814B-7C79AFC7C4F3}"/>
          </ac:spMkLst>
        </pc:spChg>
        <pc:spChg chg="mod">
          <ac:chgData name="ralph kemp" userId="b9b5e5f6d19aaab0" providerId="LiveId" clId="{A29C7B4F-934B-4D14-826A-A7708455A20A}" dt="2020-06-01T05:58:04.017" v="5912" actId="20577"/>
          <ac:spMkLst>
            <pc:docMk/>
            <pc:sldMk cId="826154884" sldId="382"/>
            <ac:spMk id="3" creationId="{64ED7A10-D128-47DF-BCD4-618A41DE3F8D}"/>
          </ac:spMkLst>
        </pc:spChg>
      </pc:sldChg>
      <pc:sldChg chg="modSp add del mod ord">
        <pc:chgData name="ralph kemp" userId="b9b5e5f6d19aaab0" providerId="LiveId" clId="{A29C7B4F-934B-4D14-826A-A7708455A20A}" dt="2020-06-01T05:55:57.148" v="5858" actId="2696"/>
        <pc:sldMkLst>
          <pc:docMk/>
          <pc:sldMk cId="1561934001" sldId="382"/>
        </pc:sldMkLst>
        <pc:spChg chg="mod">
          <ac:chgData name="ralph kemp" userId="b9b5e5f6d19aaab0" providerId="LiveId" clId="{A29C7B4F-934B-4D14-826A-A7708455A20A}" dt="2020-06-01T05:32:26.805" v="5837" actId="21"/>
          <ac:spMkLst>
            <pc:docMk/>
            <pc:sldMk cId="1561934001" sldId="382"/>
            <ac:spMk id="3" creationId="{7495A271-2B79-42CD-A9B3-0FDBC0387218}"/>
          </ac:spMkLst>
        </pc:spChg>
      </pc:sldChg>
    </pc:docChg>
  </pc:docChgLst>
  <pc:docChgLst>
    <pc:chgData name="ralph kemp" userId="b9b5e5f6d19aaab0" providerId="LiveId" clId="{E76598A3-A913-4822-A8F1-CB075C0F86B7}"/>
    <pc:docChg chg="undo custSel modSld">
      <pc:chgData name="ralph kemp" userId="b9b5e5f6d19aaab0" providerId="LiveId" clId="{E76598A3-A913-4822-A8F1-CB075C0F86B7}" dt="2020-06-01T12:48:45.842" v="293" actId="14100"/>
      <pc:docMkLst>
        <pc:docMk/>
      </pc:docMkLst>
      <pc:sldChg chg="modTransition">
        <pc:chgData name="ralph kemp" userId="b9b5e5f6d19aaab0" providerId="LiveId" clId="{E76598A3-A913-4822-A8F1-CB075C0F86B7}" dt="2020-06-01T12:13:28.752" v="0"/>
        <pc:sldMkLst>
          <pc:docMk/>
          <pc:sldMk cId="2363639681" sldId="259"/>
        </pc:sldMkLst>
      </pc:sldChg>
      <pc:sldChg chg="modTransition">
        <pc:chgData name="ralph kemp" userId="b9b5e5f6d19aaab0" providerId="LiveId" clId="{E76598A3-A913-4822-A8F1-CB075C0F86B7}" dt="2020-06-01T12:13:28.752" v="0"/>
        <pc:sldMkLst>
          <pc:docMk/>
          <pc:sldMk cId="2701221404" sldId="261"/>
        </pc:sldMkLst>
      </pc:sldChg>
      <pc:sldChg chg="modTransition">
        <pc:chgData name="ralph kemp" userId="b9b5e5f6d19aaab0" providerId="LiveId" clId="{E76598A3-A913-4822-A8F1-CB075C0F86B7}" dt="2020-06-01T12:13:28.752" v="0"/>
        <pc:sldMkLst>
          <pc:docMk/>
          <pc:sldMk cId="2547356398" sldId="263"/>
        </pc:sldMkLst>
      </pc:sldChg>
      <pc:sldChg chg="modTransition">
        <pc:chgData name="ralph kemp" userId="b9b5e5f6d19aaab0" providerId="LiveId" clId="{E76598A3-A913-4822-A8F1-CB075C0F86B7}" dt="2020-06-01T12:13:28.752" v="0"/>
        <pc:sldMkLst>
          <pc:docMk/>
          <pc:sldMk cId="862864849" sldId="264"/>
        </pc:sldMkLst>
      </pc:sldChg>
      <pc:sldChg chg="modTransition">
        <pc:chgData name="ralph kemp" userId="b9b5e5f6d19aaab0" providerId="LiveId" clId="{E76598A3-A913-4822-A8F1-CB075C0F86B7}" dt="2020-06-01T12:13:28.752" v="0"/>
        <pc:sldMkLst>
          <pc:docMk/>
          <pc:sldMk cId="1073301653" sldId="265"/>
        </pc:sldMkLst>
      </pc:sldChg>
      <pc:sldChg chg="modTransition">
        <pc:chgData name="ralph kemp" userId="b9b5e5f6d19aaab0" providerId="LiveId" clId="{E76598A3-A913-4822-A8F1-CB075C0F86B7}" dt="2020-06-01T12:13:28.752" v="0"/>
        <pc:sldMkLst>
          <pc:docMk/>
          <pc:sldMk cId="4241626609" sldId="266"/>
        </pc:sldMkLst>
      </pc:sldChg>
      <pc:sldChg chg="modTransition">
        <pc:chgData name="ralph kemp" userId="b9b5e5f6d19aaab0" providerId="LiveId" clId="{E76598A3-A913-4822-A8F1-CB075C0F86B7}" dt="2020-06-01T12:13:28.752" v="0"/>
        <pc:sldMkLst>
          <pc:docMk/>
          <pc:sldMk cId="408362590" sldId="267"/>
        </pc:sldMkLst>
      </pc:sldChg>
      <pc:sldChg chg="modTransition">
        <pc:chgData name="ralph kemp" userId="b9b5e5f6d19aaab0" providerId="LiveId" clId="{E76598A3-A913-4822-A8F1-CB075C0F86B7}" dt="2020-06-01T12:13:28.752" v="0"/>
        <pc:sldMkLst>
          <pc:docMk/>
          <pc:sldMk cId="346588168" sldId="271"/>
        </pc:sldMkLst>
      </pc:sldChg>
      <pc:sldChg chg="modTransition">
        <pc:chgData name="ralph kemp" userId="b9b5e5f6d19aaab0" providerId="LiveId" clId="{E76598A3-A913-4822-A8F1-CB075C0F86B7}" dt="2020-06-01T12:13:28.752" v="0"/>
        <pc:sldMkLst>
          <pc:docMk/>
          <pc:sldMk cId="1755588568" sldId="272"/>
        </pc:sldMkLst>
      </pc:sldChg>
      <pc:sldChg chg="modTransition">
        <pc:chgData name="ralph kemp" userId="b9b5e5f6d19aaab0" providerId="LiveId" clId="{E76598A3-A913-4822-A8F1-CB075C0F86B7}" dt="2020-06-01T12:13:28.752" v="0"/>
        <pc:sldMkLst>
          <pc:docMk/>
          <pc:sldMk cId="3918976556" sldId="273"/>
        </pc:sldMkLst>
      </pc:sldChg>
      <pc:sldChg chg="modTransition">
        <pc:chgData name="ralph kemp" userId="b9b5e5f6d19aaab0" providerId="LiveId" clId="{E76598A3-A913-4822-A8F1-CB075C0F86B7}" dt="2020-06-01T12:13:28.752" v="0"/>
        <pc:sldMkLst>
          <pc:docMk/>
          <pc:sldMk cId="1875805434" sldId="274"/>
        </pc:sldMkLst>
      </pc:sldChg>
      <pc:sldChg chg="modTransition">
        <pc:chgData name="ralph kemp" userId="b9b5e5f6d19aaab0" providerId="LiveId" clId="{E76598A3-A913-4822-A8F1-CB075C0F86B7}" dt="2020-06-01T12:13:28.752" v="0"/>
        <pc:sldMkLst>
          <pc:docMk/>
          <pc:sldMk cId="515912946" sldId="276"/>
        </pc:sldMkLst>
      </pc:sldChg>
      <pc:sldChg chg="modTransition">
        <pc:chgData name="ralph kemp" userId="b9b5e5f6d19aaab0" providerId="LiveId" clId="{E76598A3-A913-4822-A8F1-CB075C0F86B7}" dt="2020-06-01T12:13:28.752" v="0"/>
        <pc:sldMkLst>
          <pc:docMk/>
          <pc:sldMk cId="1072159602" sldId="277"/>
        </pc:sldMkLst>
      </pc:sldChg>
      <pc:sldChg chg="modTransition">
        <pc:chgData name="ralph kemp" userId="b9b5e5f6d19aaab0" providerId="LiveId" clId="{E76598A3-A913-4822-A8F1-CB075C0F86B7}" dt="2020-06-01T12:13:28.752" v="0"/>
        <pc:sldMkLst>
          <pc:docMk/>
          <pc:sldMk cId="3241968902" sldId="278"/>
        </pc:sldMkLst>
      </pc:sldChg>
      <pc:sldChg chg="modTransition">
        <pc:chgData name="ralph kemp" userId="b9b5e5f6d19aaab0" providerId="LiveId" clId="{E76598A3-A913-4822-A8F1-CB075C0F86B7}" dt="2020-06-01T12:13:28.752" v="0"/>
        <pc:sldMkLst>
          <pc:docMk/>
          <pc:sldMk cId="3582666542" sldId="280"/>
        </pc:sldMkLst>
      </pc:sldChg>
      <pc:sldChg chg="modTransition">
        <pc:chgData name="ralph kemp" userId="b9b5e5f6d19aaab0" providerId="LiveId" clId="{E76598A3-A913-4822-A8F1-CB075C0F86B7}" dt="2020-06-01T12:13:28.752" v="0"/>
        <pc:sldMkLst>
          <pc:docMk/>
          <pc:sldMk cId="2948794998" sldId="283"/>
        </pc:sldMkLst>
      </pc:sldChg>
      <pc:sldChg chg="modTransition">
        <pc:chgData name="ralph kemp" userId="b9b5e5f6d19aaab0" providerId="LiveId" clId="{E76598A3-A913-4822-A8F1-CB075C0F86B7}" dt="2020-06-01T12:13:28.752" v="0"/>
        <pc:sldMkLst>
          <pc:docMk/>
          <pc:sldMk cId="1035910379" sldId="284"/>
        </pc:sldMkLst>
      </pc:sldChg>
      <pc:sldChg chg="modTransition">
        <pc:chgData name="ralph kemp" userId="b9b5e5f6d19aaab0" providerId="LiveId" clId="{E76598A3-A913-4822-A8F1-CB075C0F86B7}" dt="2020-06-01T12:13:28.752" v="0"/>
        <pc:sldMkLst>
          <pc:docMk/>
          <pc:sldMk cId="1596027900" sldId="288"/>
        </pc:sldMkLst>
      </pc:sldChg>
      <pc:sldChg chg="modTransition">
        <pc:chgData name="ralph kemp" userId="b9b5e5f6d19aaab0" providerId="LiveId" clId="{E76598A3-A913-4822-A8F1-CB075C0F86B7}" dt="2020-06-01T12:13:28.752" v="0"/>
        <pc:sldMkLst>
          <pc:docMk/>
          <pc:sldMk cId="1944636126" sldId="289"/>
        </pc:sldMkLst>
      </pc:sldChg>
      <pc:sldChg chg="modTransition">
        <pc:chgData name="ralph kemp" userId="b9b5e5f6d19aaab0" providerId="LiveId" clId="{E76598A3-A913-4822-A8F1-CB075C0F86B7}" dt="2020-06-01T12:13:28.752" v="0"/>
        <pc:sldMkLst>
          <pc:docMk/>
          <pc:sldMk cId="578906670" sldId="292"/>
        </pc:sldMkLst>
      </pc:sldChg>
      <pc:sldChg chg="modTransition">
        <pc:chgData name="ralph kemp" userId="b9b5e5f6d19aaab0" providerId="LiveId" clId="{E76598A3-A913-4822-A8F1-CB075C0F86B7}" dt="2020-06-01T12:13:28.752" v="0"/>
        <pc:sldMkLst>
          <pc:docMk/>
          <pc:sldMk cId="2018706929" sldId="298"/>
        </pc:sldMkLst>
      </pc:sldChg>
      <pc:sldChg chg="modTransition">
        <pc:chgData name="ralph kemp" userId="b9b5e5f6d19aaab0" providerId="LiveId" clId="{E76598A3-A913-4822-A8F1-CB075C0F86B7}" dt="2020-06-01T12:13:28.752" v="0"/>
        <pc:sldMkLst>
          <pc:docMk/>
          <pc:sldMk cId="3412516943" sldId="301"/>
        </pc:sldMkLst>
      </pc:sldChg>
      <pc:sldChg chg="modSp mod modTransition">
        <pc:chgData name="ralph kemp" userId="b9b5e5f6d19aaab0" providerId="LiveId" clId="{E76598A3-A913-4822-A8F1-CB075C0F86B7}" dt="2020-06-01T12:39:43.215" v="186" actId="14100"/>
        <pc:sldMkLst>
          <pc:docMk/>
          <pc:sldMk cId="2398991298" sldId="302"/>
        </pc:sldMkLst>
        <pc:spChg chg="mod">
          <ac:chgData name="ralph kemp" userId="b9b5e5f6d19aaab0" providerId="LiveId" clId="{E76598A3-A913-4822-A8F1-CB075C0F86B7}" dt="2020-06-01T12:37:29.902" v="163" actId="1076"/>
          <ac:spMkLst>
            <pc:docMk/>
            <pc:sldMk cId="2398991298" sldId="302"/>
            <ac:spMk id="2" creationId="{00000000-0000-0000-0000-000000000000}"/>
          </ac:spMkLst>
        </pc:spChg>
        <pc:spChg chg="mod">
          <ac:chgData name="ralph kemp" userId="b9b5e5f6d19aaab0" providerId="LiveId" clId="{E76598A3-A913-4822-A8F1-CB075C0F86B7}" dt="2020-06-01T12:39:43.215" v="186" actId="14100"/>
          <ac:spMkLst>
            <pc:docMk/>
            <pc:sldMk cId="2398991298" sldId="302"/>
            <ac:spMk id="3" creationId="{00000000-0000-0000-0000-000000000000}"/>
          </ac:spMkLst>
        </pc:spChg>
      </pc:sldChg>
      <pc:sldChg chg="modSp mod modTransition">
        <pc:chgData name="ralph kemp" userId="b9b5e5f6d19aaab0" providerId="LiveId" clId="{E76598A3-A913-4822-A8F1-CB075C0F86B7}" dt="2020-06-01T12:38:54.565" v="178" actId="1076"/>
        <pc:sldMkLst>
          <pc:docMk/>
          <pc:sldMk cId="222315872" sldId="303"/>
        </pc:sldMkLst>
        <pc:spChg chg="mod">
          <ac:chgData name="ralph kemp" userId="b9b5e5f6d19aaab0" providerId="LiveId" clId="{E76598A3-A913-4822-A8F1-CB075C0F86B7}" dt="2020-06-01T12:38:49.814" v="177" actId="1076"/>
          <ac:spMkLst>
            <pc:docMk/>
            <pc:sldMk cId="222315872" sldId="303"/>
            <ac:spMk id="2" creationId="{00000000-0000-0000-0000-000000000000}"/>
          </ac:spMkLst>
        </pc:spChg>
        <pc:spChg chg="mod">
          <ac:chgData name="ralph kemp" userId="b9b5e5f6d19aaab0" providerId="LiveId" clId="{E76598A3-A913-4822-A8F1-CB075C0F86B7}" dt="2020-06-01T12:38:54.565" v="178" actId="1076"/>
          <ac:spMkLst>
            <pc:docMk/>
            <pc:sldMk cId="222315872" sldId="303"/>
            <ac:spMk id="3" creationId="{00000000-0000-0000-0000-000000000000}"/>
          </ac:spMkLst>
        </pc:spChg>
      </pc:sldChg>
      <pc:sldChg chg="modSp mod modTransition">
        <pc:chgData name="ralph kemp" userId="b9b5e5f6d19aaab0" providerId="LiveId" clId="{E76598A3-A913-4822-A8F1-CB075C0F86B7}" dt="2020-06-01T12:34:11.423" v="146" actId="1076"/>
        <pc:sldMkLst>
          <pc:docMk/>
          <pc:sldMk cId="694610766" sldId="304"/>
        </pc:sldMkLst>
        <pc:spChg chg="mod">
          <ac:chgData name="ralph kemp" userId="b9b5e5f6d19aaab0" providerId="LiveId" clId="{E76598A3-A913-4822-A8F1-CB075C0F86B7}" dt="2020-06-01T12:34:08.069" v="145" actId="1076"/>
          <ac:spMkLst>
            <pc:docMk/>
            <pc:sldMk cId="694610766" sldId="304"/>
            <ac:spMk id="2" creationId="{00000000-0000-0000-0000-000000000000}"/>
          </ac:spMkLst>
        </pc:spChg>
        <pc:picChg chg="mod modCrop">
          <ac:chgData name="ralph kemp" userId="b9b5e5f6d19aaab0" providerId="LiveId" clId="{E76598A3-A913-4822-A8F1-CB075C0F86B7}" dt="2020-06-01T12:34:11.423" v="146" actId="1076"/>
          <ac:picMkLst>
            <pc:docMk/>
            <pc:sldMk cId="694610766" sldId="304"/>
            <ac:picMk id="5" creationId="{00000000-0000-0000-0000-000000000000}"/>
          </ac:picMkLst>
        </pc:picChg>
      </pc:sldChg>
      <pc:sldChg chg="modTransition">
        <pc:chgData name="ralph kemp" userId="b9b5e5f6d19aaab0" providerId="LiveId" clId="{E76598A3-A913-4822-A8F1-CB075C0F86B7}" dt="2020-06-01T12:13:28.752" v="0"/>
        <pc:sldMkLst>
          <pc:docMk/>
          <pc:sldMk cId="4112560276" sldId="305"/>
        </pc:sldMkLst>
      </pc:sldChg>
      <pc:sldChg chg="modSp mod modTransition">
        <pc:chgData name="ralph kemp" userId="b9b5e5f6d19aaab0" providerId="LiveId" clId="{E76598A3-A913-4822-A8F1-CB075C0F86B7}" dt="2020-06-01T12:40:34.110" v="194" actId="1076"/>
        <pc:sldMkLst>
          <pc:docMk/>
          <pc:sldMk cId="2742209578" sldId="306"/>
        </pc:sldMkLst>
        <pc:spChg chg="mod">
          <ac:chgData name="ralph kemp" userId="b9b5e5f6d19aaab0" providerId="LiveId" clId="{E76598A3-A913-4822-A8F1-CB075C0F86B7}" dt="2020-06-01T12:40:18.769" v="191" actId="1076"/>
          <ac:spMkLst>
            <pc:docMk/>
            <pc:sldMk cId="2742209578" sldId="306"/>
            <ac:spMk id="2" creationId="{00000000-0000-0000-0000-000000000000}"/>
          </ac:spMkLst>
        </pc:spChg>
        <pc:spChg chg="mod">
          <ac:chgData name="ralph kemp" userId="b9b5e5f6d19aaab0" providerId="LiveId" clId="{E76598A3-A913-4822-A8F1-CB075C0F86B7}" dt="2020-06-01T12:40:34.110" v="194" actId="1076"/>
          <ac:spMkLst>
            <pc:docMk/>
            <pc:sldMk cId="2742209578" sldId="306"/>
            <ac:spMk id="3" creationId="{00000000-0000-0000-0000-000000000000}"/>
          </ac:spMkLst>
        </pc:spChg>
      </pc:sldChg>
      <pc:sldChg chg="modTransition">
        <pc:chgData name="ralph kemp" userId="b9b5e5f6d19aaab0" providerId="LiveId" clId="{E76598A3-A913-4822-A8F1-CB075C0F86B7}" dt="2020-06-01T12:13:28.752" v="0"/>
        <pc:sldMkLst>
          <pc:docMk/>
          <pc:sldMk cId="2434945104" sldId="308"/>
        </pc:sldMkLst>
      </pc:sldChg>
      <pc:sldChg chg="modTransition">
        <pc:chgData name="ralph kemp" userId="b9b5e5f6d19aaab0" providerId="LiveId" clId="{E76598A3-A913-4822-A8F1-CB075C0F86B7}" dt="2020-06-01T12:13:28.752" v="0"/>
        <pc:sldMkLst>
          <pc:docMk/>
          <pc:sldMk cId="1674193263" sldId="309"/>
        </pc:sldMkLst>
      </pc:sldChg>
      <pc:sldChg chg="modSp mod modTransition">
        <pc:chgData name="ralph kemp" userId="b9b5e5f6d19aaab0" providerId="LiveId" clId="{E76598A3-A913-4822-A8F1-CB075C0F86B7}" dt="2020-06-01T12:41:03.151" v="200" actId="14100"/>
        <pc:sldMkLst>
          <pc:docMk/>
          <pc:sldMk cId="1290577488" sldId="310"/>
        </pc:sldMkLst>
        <pc:spChg chg="mod">
          <ac:chgData name="ralph kemp" userId="b9b5e5f6d19aaab0" providerId="LiveId" clId="{E76598A3-A913-4822-A8F1-CB075C0F86B7}" dt="2020-06-01T12:40:55.917" v="198" actId="1076"/>
          <ac:spMkLst>
            <pc:docMk/>
            <pc:sldMk cId="1290577488" sldId="310"/>
            <ac:spMk id="2" creationId="{00000000-0000-0000-0000-000000000000}"/>
          </ac:spMkLst>
        </pc:spChg>
        <pc:spChg chg="mod">
          <ac:chgData name="ralph kemp" userId="b9b5e5f6d19aaab0" providerId="LiveId" clId="{E76598A3-A913-4822-A8F1-CB075C0F86B7}" dt="2020-06-01T12:41:03.151" v="200" actId="14100"/>
          <ac:spMkLst>
            <pc:docMk/>
            <pc:sldMk cId="1290577488" sldId="310"/>
            <ac:spMk id="3" creationId="{00000000-0000-0000-0000-000000000000}"/>
          </ac:spMkLst>
        </pc:spChg>
      </pc:sldChg>
      <pc:sldChg chg="modTransition">
        <pc:chgData name="ralph kemp" userId="b9b5e5f6d19aaab0" providerId="LiveId" clId="{E76598A3-A913-4822-A8F1-CB075C0F86B7}" dt="2020-06-01T12:13:28.752" v="0"/>
        <pc:sldMkLst>
          <pc:docMk/>
          <pc:sldMk cId="3001452231" sldId="311"/>
        </pc:sldMkLst>
      </pc:sldChg>
      <pc:sldChg chg="modSp mod modTransition">
        <pc:chgData name="ralph kemp" userId="b9b5e5f6d19aaab0" providerId="LiveId" clId="{E76598A3-A913-4822-A8F1-CB075C0F86B7}" dt="2020-06-01T12:22:19.595" v="50" actId="1076"/>
        <pc:sldMkLst>
          <pc:docMk/>
          <pc:sldMk cId="2176367710" sldId="312"/>
        </pc:sldMkLst>
        <pc:spChg chg="mod">
          <ac:chgData name="ralph kemp" userId="b9b5e5f6d19aaab0" providerId="LiveId" clId="{E76598A3-A913-4822-A8F1-CB075C0F86B7}" dt="2020-06-01T12:22:19.595" v="50" actId="1076"/>
          <ac:spMkLst>
            <pc:docMk/>
            <pc:sldMk cId="2176367710" sldId="312"/>
            <ac:spMk id="2" creationId="{00000000-0000-0000-0000-000000000000}"/>
          </ac:spMkLst>
        </pc:spChg>
        <pc:spChg chg="mod">
          <ac:chgData name="ralph kemp" userId="b9b5e5f6d19aaab0" providerId="LiveId" clId="{E76598A3-A913-4822-A8F1-CB075C0F86B7}" dt="2020-06-01T12:22:14.133" v="48" actId="1076"/>
          <ac:spMkLst>
            <pc:docMk/>
            <pc:sldMk cId="2176367710" sldId="312"/>
            <ac:spMk id="3" creationId="{00000000-0000-0000-0000-000000000000}"/>
          </ac:spMkLst>
        </pc:spChg>
      </pc:sldChg>
      <pc:sldChg chg="modTransition">
        <pc:chgData name="ralph kemp" userId="b9b5e5f6d19aaab0" providerId="LiveId" clId="{E76598A3-A913-4822-A8F1-CB075C0F86B7}" dt="2020-06-01T12:13:28.752" v="0"/>
        <pc:sldMkLst>
          <pc:docMk/>
          <pc:sldMk cId="3918392554" sldId="313"/>
        </pc:sldMkLst>
      </pc:sldChg>
      <pc:sldChg chg="modTransition">
        <pc:chgData name="ralph kemp" userId="b9b5e5f6d19aaab0" providerId="LiveId" clId="{E76598A3-A913-4822-A8F1-CB075C0F86B7}" dt="2020-06-01T12:13:28.752" v="0"/>
        <pc:sldMkLst>
          <pc:docMk/>
          <pc:sldMk cId="2550916923" sldId="315"/>
        </pc:sldMkLst>
      </pc:sldChg>
      <pc:sldChg chg="modSp mod modTransition">
        <pc:chgData name="ralph kemp" userId="b9b5e5f6d19aaab0" providerId="LiveId" clId="{E76598A3-A913-4822-A8F1-CB075C0F86B7}" dt="2020-06-01T12:42:46.365" v="223" actId="1076"/>
        <pc:sldMkLst>
          <pc:docMk/>
          <pc:sldMk cId="1425193999" sldId="317"/>
        </pc:sldMkLst>
        <pc:spChg chg="mod">
          <ac:chgData name="ralph kemp" userId="b9b5e5f6d19aaab0" providerId="LiveId" clId="{E76598A3-A913-4822-A8F1-CB075C0F86B7}" dt="2020-06-01T12:42:38.008" v="220" actId="1076"/>
          <ac:spMkLst>
            <pc:docMk/>
            <pc:sldMk cId="1425193999" sldId="317"/>
            <ac:spMk id="2" creationId="{00000000-0000-0000-0000-000000000000}"/>
          </ac:spMkLst>
        </pc:spChg>
        <pc:spChg chg="mod">
          <ac:chgData name="ralph kemp" userId="b9b5e5f6d19aaab0" providerId="LiveId" clId="{E76598A3-A913-4822-A8F1-CB075C0F86B7}" dt="2020-06-01T12:42:46.365" v="223" actId="1076"/>
          <ac:spMkLst>
            <pc:docMk/>
            <pc:sldMk cId="1425193999" sldId="317"/>
            <ac:spMk id="3" creationId="{00000000-0000-0000-0000-000000000000}"/>
          </ac:spMkLst>
        </pc:spChg>
      </pc:sldChg>
      <pc:sldChg chg="modTransition">
        <pc:chgData name="ralph kemp" userId="b9b5e5f6d19aaab0" providerId="LiveId" clId="{E76598A3-A913-4822-A8F1-CB075C0F86B7}" dt="2020-06-01T12:13:28.752" v="0"/>
        <pc:sldMkLst>
          <pc:docMk/>
          <pc:sldMk cId="264504982" sldId="318"/>
        </pc:sldMkLst>
      </pc:sldChg>
      <pc:sldChg chg="modSp mod modTransition">
        <pc:chgData name="ralph kemp" userId="b9b5e5f6d19aaab0" providerId="LiveId" clId="{E76598A3-A913-4822-A8F1-CB075C0F86B7}" dt="2020-06-01T12:43:21.503" v="230" actId="14100"/>
        <pc:sldMkLst>
          <pc:docMk/>
          <pc:sldMk cId="2287186540" sldId="319"/>
        </pc:sldMkLst>
        <pc:spChg chg="mod">
          <ac:chgData name="ralph kemp" userId="b9b5e5f6d19aaab0" providerId="LiveId" clId="{E76598A3-A913-4822-A8F1-CB075C0F86B7}" dt="2020-06-01T12:43:14.236" v="228" actId="1076"/>
          <ac:spMkLst>
            <pc:docMk/>
            <pc:sldMk cId="2287186540" sldId="319"/>
            <ac:spMk id="2" creationId="{00000000-0000-0000-0000-000000000000}"/>
          </ac:spMkLst>
        </pc:spChg>
        <pc:spChg chg="mod">
          <ac:chgData name="ralph kemp" userId="b9b5e5f6d19aaab0" providerId="LiveId" clId="{E76598A3-A913-4822-A8F1-CB075C0F86B7}" dt="2020-06-01T12:43:21.503" v="230" actId="14100"/>
          <ac:spMkLst>
            <pc:docMk/>
            <pc:sldMk cId="2287186540" sldId="319"/>
            <ac:spMk id="3" creationId="{00000000-0000-0000-0000-000000000000}"/>
          </ac:spMkLst>
        </pc:spChg>
      </pc:sldChg>
      <pc:sldChg chg="modSp mod modTransition">
        <pc:chgData name="ralph kemp" userId="b9b5e5f6d19aaab0" providerId="LiveId" clId="{E76598A3-A913-4822-A8F1-CB075C0F86B7}" dt="2020-06-01T12:43:52.261" v="236" actId="14100"/>
        <pc:sldMkLst>
          <pc:docMk/>
          <pc:sldMk cId="2398188027" sldId="320"/>
        </pc:sldMkLst>
        <pc:spChg chg="mod">
          <ac:chgData name="ralph kemp" userId="b9b5e5f6d19aaab0" providerId="LiveId" clId="{E76598A3-A913-4822-A8F1-CB075C0F86B7}" dt="2020-06-01T12:43:45.400" v="234" actId="1076"/>
          <ac:spMkLst>
            <pc:docMk/>
            <pc:sldMk cId="2398188027" sldId="320"/>
            <ac:spMk id="2" creationId="{00000000-0000-0000-0000-000000000000}"/>
          </ac:spMkLst>
        </pc:spChg>
        <pc:spChg chg="mod">
          <ac:chgData name="ralph kemp" userId="b9b5e5f6d19aaab0" providerId="LiveId" clId="{E76598A3-A913-4822-A8F1-CB075C0F86B7}" dt="2020-06-01T12:43:52.261" v="236" actId="14100"/>
          <ac:spMkLst>
            <pc:docMk/>
            <pc:sldMk cId="2398188027" sldId="320"/>
            <ac:spMk id="3" creationId="{00000000-0000-0000-0000-000000000000}"/>
          </ac:spMkLst>
        </pc:spChg>
      </pc:sldChg>
      <pc:sldChg chg="modSp mod modTransition">
        <pc:chgData name="ralph kemp" userId="b9b5e5f6d19aaab0" providerId="LiveId" clId="{E76598A3-A913-4822-A8F1-CB075C0F86B7}" dt="2020-06-01T12:41:42.326" v="207" actId="14100"/>
        <pc:sldMkLst>
          <pc:docMk/>
          <pc:sldMk cId="1232176280" sldId="321"/>
        </pc:sldMkLst>
        <pc:spChg chg="mod">
          <ac:chgData name="ralph kemp" userId="b9b5e5f6d19aaab0" providerId="LiveId" clId="{E76598A3-A913-4822-A8F1-CB075C0F86B7}" dt="2020-06-01T12:41:35.199" v="205" actId="1076"/>
          <ac:spMkLst>
            <pc:docMk/>
            <pc:sldMk cId="1232176280" sldId="321"/>
            <ac:spMk id="2" creationId="{00000000-0000-0000-0000-000000000000}"/>
          </ac:spMkLst>
        </pc:spChg>
        <pc:spChg chg="mod">
          <ac:chgData name="ralph kemp" userId="b9b5e5f6d19aaab0" providerId="LiveId" clId="{E76598A3-A913-4822-A8F1-CB075C0F86B7}" dt="2020-06-01T12:41:42.326" v="207" actId="14100"/>
          <ac:spMkLst>
            <pc:docMk/>
            <pc:sldMk cId="1232176280" sldId="321"/>
            <ac:spMk id="3" creationId="{00000000-0000-0000-0000-000000000000}"/>
          </ac:spMkLst>
        </pc:spChg>
      </pc:sldChg>
      <pc:sldChg chg="modTransition">
        <pc:chgData name="ralph kemp" userId="b9b5e5f6d19aaab0" providerId="LiveId" clId="{E76598A3-A913-4822-A8F1-CB075C0F86B7}" dt="2020-06-01T12:13:28.752" v="0"/>
        <pc:sldMkLst>
          <pc:docMk/>
          <pc:sldMk cId="3929557409" sldId="322"/>
        </pc:sldMkLst>
      </pc:sldChg>
      <pc:sldChg chg="modTransition">
        <pc:chgData name="ralph kemp" userId="b9b5e5f6d19aaab0" providerId="LiveId" clId="{E76598A3-A913-4822-A8F1-CB075C0F86B7}" dt="2020-06-01T12:13:28.752" v="0"/>
        <pc:sldMkLst>
          <pc:docMk/>
          <pc:sldMk cId="4134885952" sldId="323"/>
        </pc:sldMkLst>
      </pc:sldChg>
      <pc:sldChg chg="modSp mod modTransition">
        <pc:chgData name="ralph kemp" userId="b9b5e5f6d19aaab0" providerId="LiveId" clId="{E76598A3-A913-4822-A8F1-CB075C0F86B7}" dt="2020-06-01T12:42:17.996" v="215" actId="1076"/>
        <pc:sldMkLst>
          <pc:docMk/>
          <pc:sldMk cId="4136516791" sldId="324"/>
        </pc:sldMkLst>
        <pc:spChg chg="mod">
          <ac:chgData name="ralph kemp" userId="b9b5e5f6d19aaab0" providerId="LiveId" clId="{E76598A3-A913-4822-A8F1-CB075C0F86B7}" dt="2020-06-01T12:42:09.599" v="212" actId="1076"/>
          <ac:spMkLst>
            <pc:docMk/>
            <pc:sldMk cId="4136516791" sldId="324"/>
            <ac:spMk id="2" creationId="{00000000-0000-0000-0000-000000000000}"/>
          </ac:spMkLst>
        </pc:spChg>
        <pc:spChg chg="mod">
          <ac:chgData name="ralph kemp" userId="b9b5e5f6d19aaab0" providerId="LiveId" clId="{E76598A3-A913-4822-A8F1-CB075C0F86B7}" dt="2020-06-01T12:42:17.996" v="215" actId="1076"/>
          <ac:spMkLst>
            <pc:docMk/>
            <pc:sldMk cId="4136516791" sldId="324"/>
            <ac:spMk id="3" creationId="{00000000-0000-0000-0000-000000000000}"/>
          </ac:spMkLst>
        </pc:spChg>
      </pc:sldChg>
      <pc:sldChg chg="modSp mod modTransition">
        <pc:chgData name="ralph kemp" userId="b9b5e5f6d19aaab0" providerId="LiveId" clId="{E76598A3-A913-4822-A8F1-CB075C0F86B7}" dt="2020-06-01T12:44:33.906" v="243" actId="14100"/>
        <pc:sldMkLst>
          <pc:docMk/>
          <pc:sldMk cId="1160497468" sldId="326"/>
        </pc:sldMkLst>
        <pc:spChg chg="mod">
          <ac:chgData name="ralph kemp" userId="b9b5e5f6d19aaab0" providerId="LiveId" clId="{E76598A3-A913-4822-A8F1-CB075C0F86B7}" dt="2020-06-01T12:44:26.597" v="241" actId="1076"/>
          <ac:spMkLst>
            <pc:docMk/>
            <pc:sldMk cId="1160497468" sldId="326"/>
            <ac:spMk id="2" creationId="{00000000-0000-0000-0000-000000000000}"/>
          </ac:spMkLst>
        </pc:spChg>
        <pc:spChg chg="mod">
          <ac:chgData name="ralph kemp" userId="b9b5e5f6d19aaab0" providerId="LiveId" clId="{E76598A3-A913-4822-A8F1-CB075C0F86B7}" dt="2020-06-01T12:44:33.906" v="243" actId="14100"/>
          <ac:spMkLst>
            <pc:docMk/>
            <pc:sldMk cId="1160497468" sldId="326"/>
            <ac:spMk id="3" creationId="{00000000-0000-0000-0000-000000000000}"/>
          </ac:spMkLst>
        </pc:spChg>
      </pc:sldChg>
      <pc:sldChg chg="modTransition">
        <pc:chgData name="ralph kemp" userId="b9b5e5f6d19aaab0" providerId="LiveId" clId="{E76598A3-A913-4822-A8F1-CB075C0F86B7}" dt="2020-06-01T12:13:28.752" v="0"/>
        <pc:sldMkLst>
          <pc:docMk/>
          <pc:sldMk cId="3151281634" sldId="327"/>
        </pc:sldMkLst>
      </pc:sldChg>
      <pc:sldChg chg="modTransition">
        <pc:chgData name="ralph kemp" userId="b9b5e5f6d19aaab0" providerId="LiveId" clId="{E76598A3-A913-4822-A8F1-CB075C0F86B7}" dt="2020-06-01T12:13:28.752" v="0"/>
        <pc:sldMkLst>
          <pc:docMk/>
          <pc:sldMk cId="971539953" sldId="328"/>
        </pc:sldMkLst>
      </pc:sldChg>
      <pc:sldChg chg="modTransition">
        <pc:chgData name="ralph kemp" userId="b9b5e5f6d19aaab0" providerId="LiveId" clId="{E76598A3-A913-4822-A8F1-CB075C0F86B7}" dt="2020-06-01T12:13:28.752" v="0"/>
        <pc:sldMkLst>
          <pc:docMk/>
          <pc:sldMk cId="2557532438" sldId="329"/>
        </pc:sldMkLst>
      </pc:sldChg>
      <pc:sldChg chg="modTransition">
        <pc:chgData name="ralph kemp" userId="b9b5e5f6d19aaab0" providerId="LiveId" clId="{E76598A3-A913-4822-A8F1-CB075C0F86B7}" dt="2020-06-01T12:13:28.752" v="0"/>
        <pc:sldMkLst>
          <pc:docMk/>
          <pc:sldMk cId="1863611705" sldId="331"/>
        </pc:sldMkLst>
      </pc:sldChg>
      <pc:sldChg chg="modTransition">
        <pc:chgData name="ralph kemp" userId="b9b5e5f6d19aaab0" providerId="LiveId" clId="{E76598A3-A913-4822-A8F1-CB075C0F86B7}" dt="2020-06-01T12:13:28.752" v="0"/>
        <pc:sldMkLst>
          <pc:docMk/>
          <pc:sldMk cId="4227298669" sldId="332"/>
        </pc:sldMkLst>
      </pc:sldChg>
      <pc:sldChg chg="modTransition">
        <pc:chgData name="ralph kemp" userId="b9b5e5f6d19aaab0" providerId="LiveId" clId="{E76598A3-A913-4822-A8F1-CB075C0F86B7}" dt="2020-06-01T12:13:28.752" v="0"/>
        <pc:sldMkLst>
          <pc:docMk/>
          <pc:sldMk cId="2475952560" sldId="333"/>
        </pc:sldMkLst>
      </pc:sldChg>
      <pc:sldChg chg="modTransition">
        <pc:chgData name="ralph kemp" userId="b9b5e5f6d19aaab0" providerId="LiveId" clId="{E76598A3-A913-4822-A8F1-CB075C0F86B7}" dt="2020-06-01T12:13:28.752" v="0"/>
        <pc:sldMkLst>
          <pc:docMk/>
          <pc:sldMk cId="264528751" sldId="335"/>
        </pc:sldMkLst>
      </pc:sldChg>
      <pc:sldChg chg="modSp mod modTransition">
        <pc:chgData name="ralph kemp" userId="b9b5e5f6d19aaab0" providerId="LiveId" clId="{E76598A3-A913-4822-A8F1-CB075C0F86B7}" dt="2020-06-01T12:45:06.321" v="249" actId="14100"/>
        <pc:sldMkLst>
          <pc:docMk/>
          <pc:sldMk cId="3839753162" sldId="337"/>
        </pc:sldMkLst>
        <pc:spChg chg="mod">
          <ac:chgData name="ralph kemp" userId="b9b5e5f6d19aaab0" providerId="LiveId" clId="{E76598A3-A913-4822-A8F1-CB075C0F86B7}" dt="2020-06-01T12:45:00.045" v="247" actId="1076"/>
          <ac:spMkLst>
            <pc:docMk/>
            <pc:sldMk cId="3839753162" sldId="337"/>
            <ac:spMk id="2" creationId="{00000000-0000-0000-0000-000000000000}"/>
          </ac:spMkLst>
        </pc:spChg>
        <pc:spChg chg="mod">
          <ac:chgData name="ralph kemp" userId="b9b5e5f6d19aaab0" providerId="LiveId" clId="{E76598A3-A913-4822-A8F1-CB075C0F86B7}" dt="2020-06-01T12:45:06.321" v="249" actId="14100"/>
          <ac:spMkLst>
            <pc:docMk/>
            <pc:sldMk cId="3839753162" sldId="337"/>
            <ac:spMk id="3" creationId="{00000000-0000-0000-0000-000000000000}"/>
          </ac:spMkLst>
        </pc:spChg>
      </pc:sldChg>
      <pc:sldChg chg="modTransition">
        <pc:chgData name="ralph kemp" userId="b9b5e5f6d19aaab0" providerId="LiveId" clId="{E76598A3-A913-4822-A8F1-CB075C0F86B7}" dt="2020-06-01T12:13:28.752" v="0"/>
        <pc:sldMkLst>
          <pc:docMk/>
          <pc:sldMk cId="2972049134" sldId="338"/>
        </pc:sldMkLst>
      </pc:sldChg>
      <pc:sldChg chg="modTransition">
        <pc:chgData name="ralph kemp" userId="b9b5e5f6d19aaab0" providerId="LiveId" clId="{E76598A3-A913-4822-A8F1-CB075C0F86B7}" dt="2020-06-01T12:13:28.752" v="0"/>
        <pc:sldMkLst>
          <pc:docMk/>
          <pc:sldMk cId="3284780536" sldId="341"/>
        </pc:sldMkLst>
      </pc:sldChg>
      <pc:sldChg chg="modTransition">
        <pc:chgData name="ralph kemp" userId="b9b5e5f6d19aaab0" providerId="LiveId" clId="{E76598A3-A913-4822-A8F1-CB075C0F86B7}" dt="2020-06-01T12:13:28.752" v="0"/>
        <pc:sldMkLst>
          <pc:docMk/>
          <pc:sldMk cId="328619256" sldId="342"/>
        </pc:sldMkLst>
      </pc:sldChg>
      <pc:sldChg chg="modTransition">
        <pc:chgData name="ralph kemp" userId="b9b5e5f6d19aaab0" providerId="LiveId" clId="{E76598A3-A913-4822-A8F1-CB075C0F86B7}" dt="2020-06-01T12:13:28.752" v="0"/>
        <pc:sldMkLst>
          <pc:docMk/>
          <pc:sldMk cId="1643734443" sldId="343"/>
        </pc:sldMkLst>
      </pc:sldChg>
      <pc:sldChg chg="modTransition">
        <pc:chgData name="ralph kemp" userId="b9b5e5f6d19aaab0" providerId="LiveId" clId="{E76598A3-A913-4822-A8F1-CB075C0F86B7}" dt="2020-06-01T12:13:28.752" v="0"/>
        <pc:sldMkLst>
          <pc:docMk/>
          <pc:sldMk cId="1599361600" sldId="344"/>
        </pc:sldMkLst>
      </pc:sldChg>
      <pc:sldChg chg="modSp mod modTransition">
        <pc:chgData name="ralph kemp" userId="b9b5e5f6d19aaab0" providerId="LiveId" clId="{E76598A3-A913-4822-A8F1-CB075C0F86B7}" dt="2020-06-01T12:45:38.832" v="257" actId="14100"/>
        <pc:sldMkLst>
          <pc:docMk/>
          <pc:sldMk cId="645575516" sldId="345"/>
        </pc:sldMkLst>
        <pc:spChg chg="mod">
          <ac:chgData name="ralph kemp" userId="b9b5e5f6d19aaab0" providerId="LiveId" clId="{E76598A3-A913-4822-A8F1-CB075C0F86B7}" dt="2020-06-01T12:45:31.614" v="255" actId="1076"/>
          <ac:spMkLst>
            <pc:docMk/>
            <pc:sldMk cId="645575516" sldId="345"/>
            <ac:spMk id="2" creationId="{00000000-0000-0000-0000-000000000000}"/>
          </ac:spMkLst>
        </pc:spChg>
        <pc:spChg chg="mod">
          <ac:chgData name="ralph kemp" userId="b9b5e5f6d19aaab0" providerId="LiveId" clId="{E76598A3-A913-4822-A8F1-CB075C0F86B7}" dt="2020-06-01T12:45:38.832" v="257" actId="14100"/>
          <ac:spMkLst>
            <pc:docMk/>
            <pc:sldMk cId="645575516" sldId="345"/>
            <ac:spMk id="3" creationId="{00000000-0000-0000-0000-000000000000}"/>
          </ac:spMkLst>
        </pc:spChg>
      </pc:sldChg>
      <pc:sldChg chg="modTransition">
        <pc:chgData name="ralph kemp" userId="b9b5e5f6d19aaab0" providerId="LiveId" clId="{E76598A3-A913-4822-A8F1-CB075C0F86B7}" dt="2020-06-01T12:13:28.752" v="0"/>
        <pc:sldMkLst>
          <pc:docMk/>
          <pc:sldMk cId="1331112328" sldId="346"/>
        </pc:sldMkLst>
      </pc:sldChg>
      <pc:sldChg chg="modSp mod modTransition">
        <pc:chgData name="ralph kemp" userId="b9b5e5f6d19aaab0" providerId="LiveId" clId="{E76598A3-A913-4822-A8F1-CB075C0F86B7}" dt="2020-06-01T12:46:42.448" v="270" actId="14100"/>
        <pc:sldMkLst>
          <pc:docMk/>
          <pc:sldMk cId="1507173055" sldId="347"/>
        </pc:sldMkLst>
        <pc:spChg chg="mod">
          <ac:chgData name="ralph kemp" userId="b9b5e5f6d19aaab0" providerId="LiveId" clId="{E76598A3-A913-4822-A8F1-CB075C0F86B7}" dt="2020-06-01T12:45:59.684" v="261" actId="1076"/>
          <ac:spMkLst>
            <pc:docMk/>
            <pc:sldMk cId="1507173055" sldId="347"/>
            <ac:spMk id="2" creationId="{00000000-0000-0000-0000-000000000000}"/>
          </ac:spMkLst>
        </pc:spChg>
        <pc:spChg chg="mod">
          <ac:chgData name="ralph kemp" userId="b9b5e5f6d19aaab0" providerId="LiveId" clId="{E76598A3-A913-4822-A8F1-CB075C0F86B7}" dt="2020-06-01T12:46:42.448" v="270" actId="14100"/>
          <ac:spMkLst>
            <pc:docMk/>
            <pc:sldMk cId="1507173055" sldId="347"/>
            <ac:spMk id="3" creationId="{00000000-0000-0000-0000-000000000000}"/>
          </ac:spMkLst>
        </pc:spChg>
      </pc:sldChg>
      <pc:sldChg chg="modTransition">
        <pc:chgData name="ralph kemp" userId="b9b5e5f6d19aaab0" providerId="LiveId" clId="{E76598A3-A913-4822-A8F1-CB075C0F86B7}" dt="2020-06-01T12:13:28.752" v="0"/>
        <pc:sldMkLst>
          <pc:docMk/>
          <pc:sldMk cId="2304467881" sldId="348"/>
        </pc:sldMkLst>
      </pc:sldChg>
      <pc:sldChg chg="modTransition">
        <pc:chgData name="ralph kemp" userId="b9b5e5f6d19aaab0" providerId="LiveId" clId="{E76598A3-A913-4822-A8F1-CB075C0F86B7}" dt="2020-06-01T12:13:28.752" v="0"/>
        <pc:sldMkLst>
          <pc:docMk/>
          <pc:sldMk cId="3850330184" sldId="350"/>
        </pc:sldMkLst>
      </pc:sldChg>
      <pc:sldChg chg="modTransition">
        <pc:chgData name="ralph kemp" userId="b9b5e5f6d19aaab0" providerId="LiveId" clId="{E76598A3-A913-4822-A8F1-CB075C0F86B7}" dt="2020-06-01T12:13:28.752" v="0"/>
        <pc:sldMkLst>
          <pc:docMk/>
          <pc:sldMk cId="1934171882" sldId="351"/>
        </pc:sldMkLst>
      </pc:sldChg>
      <pc:sldChg chg="modSp mod modTransition">
        <pc:chgData name="ralph kemp" userId="b9b5e5f6d19aaab0" providerId="LiveId" clId="{E76598A3-A913-4822-A8F1-CB075C0F86B7}" dt="2020-06-01T12:46:34.445" v="269" actId="14100"/>
        <pc:sldMkLst>
          <pc:docMk/>
          <pc:sldMk cId="4205939445" sldId="352"/>
        </pc:sldMkLst>
        <pc:spChg chg="mod">
          <ac:chgData name="ralph kemp" userId="b9b5e5f6d19aaab0" providerId="LiveId" clId="{E76598A3-A913-4822-A8F1-CB075C0F86B7}" dt="2020-06-01T12:46:27.286" v="267" actId="1076"/>
          <ac:spMkLst>
            <pc:docMk/>
            <pc:sldMk cId="4205939445" sldId="352"/>
            <ac:spMk id="2" creationId="{00000000-0000-0000-0000-000000000000}"/>
          </ac:spMkLst>
        </pc:spChg>
        <pc:spChg chg="mod">
          <ac:chgData name="ralph kemp" userId="b9b5e5f6d19aaab0" providerId="LiveId" clId="{E76598A3-A913-4822-A8F1-CB075C0F86B7}" dt="2020-06-01T12:46:34.445" v="269" actId="14100"/>
          <ac:spMkLst>
            <pc:docMk/>
            <pc:sldMk cId="4205939445" sldId="352"/>
            <ac:spMk id="3" creationId="{00000000-0000-0000-0000-000000000000}"/>
          </ac:spMkLst>
        </pc:spChg>
      </pc:sldChg>
      <pc:sldChg chg="modTransition">
        <pc:chgData name="ralph kemp" userId="b9b5e5f6d19aaab0" providerId="LiveId" clId="{E76598A3-A913-4822-A8F1-CB075C0F86B7}" dt="2020-06-01T12:13:28.752" v="0"/>
        <pc:sldMkLst>
          <pc:docMk/>
          <pc:sldMk cId="2567278368" sldId="353"/>
        </pc:sldMkLst>
      </pc:sldChg>
      <pc:sldChg chg="modTransition">
        <pc:chgData name="ralph kemp" userId="b9b5e5f6d19aaab0" providerId="LiveId" clId="{E76598A3-A913-4822-A8F1-CB075C0F86B7}" dt="2020-06-01T12:13:28.752" v="0"/>
        <pc:sldMkLst>
          <pc:docMk/>
          <pc:sldMk cId="766531159" sldId="354"/>
        </pc:sldMkLst>
      </pc:sldChg>
      <pc:sldChg chg="modTransition">
        <pc:chgData name="ralph kemp" userId="b9b5e5f6d19aaab0" providerId="LiveId" clId="{E76598A3-A913-4822-A8F1-CB075C0F86B7}" dt="2020-06-01T12:13:28.752" v="0"/>
        <pc:sldMkLst>
          <pc:docMk/>
          <pc:sldMk cId="1936610978" sldId="355"/>
        </pc:sldMkLst>
      </pc:sldChg>
      <pc:sldChg chg="modTransition">
        <pc:chgData name="ralph kemp" userId="b9b5e5f6d19aaab0" providerId="LiveId" clId="{E76598A3-A913-4822-A8F1-CB075C0F86B7}" dt="2020-06-01T12:13:28.752" v="0"/>
        <pc:sldMkLst>
          <pc:docMk/>
          <pc:sldMk cId="2483444541" sldId="357"/>
        </pc:sldMkLst>
      </pc:sldChg>
      <pc:sldChg chg="modTransition">
        <pc:chgData name="ralph kemp" userId="b9b5e5f6d19aaab0" providerId="LiveId" clId="{E76598A3-A913-4822-A8F1-CB075C0F86B7}" dt="2020-06-01T12:13:28.752" v="0"/>
        <pc:sldMkLst>
          <pc:docMk/>
          <pc:sldMk cId="3732397597" sldId="358"/>
        </pc:sldMkLst>
      </pc:sldChg>
      <pc:sldChg chg="modSp mod modTransition">
        <pc:chgData name="ralph kemp" userId="b9b5e5f6d19aaab0" providerId="LiveId" clId="{E76598A3-A913-4822-A8F1-CB075C0F86B7}" dt="2020-06-01T12:34:30.686" v="148" actId="1076"/>
        <pc:sldMkLst>
          <pc:docMk/>
          <pc:sldMk cId="3567683259" sldId="361"/>
        </pc:sldMkLst>
        <pc:spChg chg="mod">
          <ac:chgData name="ralph kemp" userId="b9b5e5f6d19aaab0" providerId="LiveId" clId="{E76598A3-A913-4822-A8F1-CB075C0F86B7}" dt="2020-06-01T12:34:23.796" v="147" actId="1076"/>
          <ac:spMkLst>
            <pc:docMk/>
            <pc:sldMk cId="3567683259" sldId="361"/>
            <ac:spMk id="2" creationId="{68CDBF0D-96A8-41AB-A5B9-5E09640AB07B}"/>
          </ac:spMkLst>
        </pc:spChg>
        <pc:spChg chg="mod">
          <ac:chgData name="ralph kemp" userId="b9b5e5f6d19aaab0" providerId="LiveId" clId="{E76598A3-A913-4822-A8F1-CB075C0F86B7}" dt="2020-06-01T12:34:30.686" v="148" actId="1076"/>
          <ac:spMkLst>
            <pc:docMk/>
            <pc:sldMk cId="3567683259" sldId="361"/>
            <ac:spMk id="3" creationId="{D1B07D69-A409-49B8-91B9-8AE6AA720E1D}"/>
          </ac:spMkLst>
        </pc:spChg>
      </pc:sldChg>
      <pc:sldChg chg="modTransition">
        <pc:chgData name="ralph kemp" userId="b9b5e5f6d19aaab0" providerId="LiveId" clId="{E76598A3-A913-4822-A8F1-CB075C0F86B7}" dt="2020-06-01T12:13:28.752" v="0"/>
        <pc:sldMkLst>
          <pc:docMk/>
          <pc:sldMk cId="1703884431" sldId="362"/>
        </pc:sldMkLst>
      </pc:sldChg>
      <pc:sldChg chg="modTransition">
        <pc:chgData name="ralph kemp" userId="b9b5e5f6d19aaab0" providerId="LiveId" clId="{E76598A3-A913-4822-A8F1-CB075C0F86B7}" dt="2020-06-01T12:13:28.752" v="0"/>
        <pc:sldMkLst>
          <pc:docMk/>
          <pc:sldMk cId="4222241252" sldId="363"/>
        </pc:sldMkLst>
      </pc:sldChg>
      <pc:sldChg chg="modTransition">
        <pc:chgData name="ralph kemp" userId="b9b5e5f6d19aaab0" providerId="LiveId" clId="{E76598A3-A913-4822-A8F1-CB075C0F86B7}" dt="2020-06-01T12:13:28.752" v="0"/>
        <pc:sldMkLst>
          <pc:docMk/>
          <pc:sldMk cId="1001696727" sldId="364"/>
        </pc:sldMkLst>
      </pc:sldChg>
      <pc:sldChg chg="modSp mod modTransition">
        <pc:chgData name="ralph kemp" userId="b9b5e5f6d19aaab0" providerId="LiveId" clId="{E76598A3-A913-4822-A8F1-CB075C0F86B7}" dt="2020-06-01T12:37:16.078" v="161" actId="1076"/>
        <pc:sldMkLst>
          <pc:docMk/>
          <pc:sldMk cId="1545210314" sldId="365"/>
        </pc:sldMkLst>
        <pc:spChg chg="mod">
          <ac:chgData name="ralph kemp" userId="b9b5e5f6d19aaab0" providerId="LiveId" clId="{E76598A3-A913-4822-A8F1-CB075C0F86B7}" dt="2020-06-01T12:37:07.855" v="160" actId="1076"/>
          <ac:spMkLst>
            <pc:docMk/>
            <pc:sldMk cId="1545210314" sldId="365"/>
            <ac:spMk id="2" creationId="{32B3D774-C43D-446E-9800-DF7EB43F5E3F}"/>
          </ac:spMkLst>
        </pc:spChg>
        <pc:spChg chg="mod">
          <ac:chgData name="ralph kemp" userId="b9b5e5f6d19aaab0" providerId="LiveId" clId="{E76598A3-A913-4822-A8F1-CB075C0F86B7}" dt="2020-06-01T12:37:16.078" v="161" actId="1076"/>
          <ac:spMkLst>
            <pc:docMk/>
            <pc:sldMk cId="1545210314" sldId="365"/>
            <ac:spMk id="3" creationId="{B18BE60D-E78B-4C56-8EF0-A98DC3C2372C}"/>
          </ac:spMkLst>
        </pc:spChg>
      </pc:sldChg>
      <pc:sldChg chg="modTransition">
        <pc:chgData name="ralph kemp" userId="b9b5e5f6d19aaab0" providerId="LiveId" clId="{E76598A3-A913-4822-A8F1-CB075C0F86B7}" dt="2020-06-01T12:13:28.752" v="0"/>
        <pc:sldMkLst>
          <pc:docMk/>
          <pc:sldMk cId="207066477" sldId="366"/>
        </pc:sldMkLst>
      </pc:sldChg>
      <pc:sldChg chg="modTransition">
        <pc:chgData name="ralph kemp" userId="b9b5e5f6d19aaab0" providerId="LiveId" clId="{E76598A3-A913-4822-A8F1-CB075C0F86B7}" dt="2020-06-01T12:13:28.752" v="0"/>
        <pc:sldMkLst>
          <pc:docMk/>
          <pc:sldMk cId="1416648217" sldId="367"/>
        </pc:sldMkLst>
      </pc:sldChg>
      <pc:sldChg chg="modSp mod modTransition">
        <pc:chgData name="ralph kemp" userId="b9b5e5f6d19aaab0" providerId="LiveId" clId="{E76598A3-A913-4822-A8F1-CB075C0F86B7}" dt="2020-06-01T12:39:29.549" v="184" actId="14100"/>
        <pc:sldMkLst>
          <pc:docMk/>
          <pc:sldMk cId="601660888" sldId="368"/>
        </pc:sldMkLst>
        <pc:spChg chg="mod">
          <ac:chgData name="ralph kemp" userId="b9b5e5f6d19aaab0" providerId="LiveId" clId="{E76598A3-A913-4822-A8F1-CB075C0F86B7}" dt="2020-06-01T12:39:23.610" v="182" actId="1076"/>
          <ac:spMkLst>
            <pc:docMk/>
            <pc:sldMk cId="601660888" sldId="368"/>
            <ac:spMk id="2" creationId="{07908575-1C45-4BFB-B116-0EDC023034AB}"/>
          </ac:spMkLst>
        </pc:spChg>
        <pc:spChg chg="mod">
          <ac:chgData name="ralph kemp" userId="b9b5e5f6d19aaab0" providerId="LiveId" clId="{E76598A3-A913-4822-A8F1-CB075C0F86B7}" dt="2020-06-01T12:39:29.549" v="184" actId="14100"/>
          <ac:spMkLst>
            <pc:docMk/>
            <pc:sldMk cId="601660888" sldId="368"/>
            <ac:spMk id="3" creationId="{4A2BC565-F9F0-41CE-A4F0-7355B520FAA5}"/>
          </ac:spMkLst>
        </pc:spChg>
      </pc:sldChg>
      <pc:sldChg chg="modTransition">
        <pc:chgData name="ralph kemp" userId="b9b5e5f6d19aaab0" providerId="LiveId" clId="{E76598A3-A913-4822-A8F1-CB075C0F86B7}" dt="2020-06-01T12:13:28.752" v="0"/>
        <pc:sldMkLst>
          <pc:docMk/>
          <pc:sldMk cId="3361327146" sldId="369"/>
        </pc:sldMkLst>
      </pc:sldChg>
      <pc:sldChg chg="modTransition">
        <pc:chgData name="ralph kemp" userId="b9b5e5f6d19aaab0" providerId="LiveId" clId="{E76598A3-A913-4822-A8F1-CB075C0F86B7}" dt="2020-06-01T12:13:28.752" v="0"/>
        <pc:sldMkLst>
          <pc:docMk/>
          <pc:sldMk cId="1757389547" sldId="370"/>
        </pc:sldMkLst>
      </pc:sldChg>
      <pc:sldChg chg="modSp mod modTransition">
        <pc:chgData name="ralph kemp" userId="b9b5e5f6d19aaab0" providerId="LiveId" clId="{E76598A3-A913-4822-A8F1-CB075C0F86B7}" dt="2020-06-01T12:47:15.886" v="276" actId="14100"/>
        <pc:sldMkLst>
          <pc:docMk/>
          <pc:sldMk cId="3587715963" sldId="371"/>
        </pc:sldMkLst>
        <pc:spChg chg="mod">
          <ac:chgData name="ralph kemp" userId="b9b5e5f6d19aaab0" providerId="LiveId" clId="{E76598A3-A913-4822-A8F1-CB075C0F86B7}" dt="2020-06-01T12:47:09.494" v="274" actId="1076"/>
          <ac:spMkLst>
            <pc:docMk/>
            <pc:sldMk cId="3587715963" sldId="371"/>
            <ac:spMk id="2" creationId="{9B8402EB-46F7-43DF-B19F-535E1A578482}"/>
          </ac:spMkLst>
        </pc:spChg>
        <pc:spChg chg="mod">
          <ac:chgData name="ralph kemp" userId="b9b5e5f6d19aaab0" providerId="LiveId" clId="{E76598A3-A913-4822-A8F1-CB075C0F86B7}" dt="2020-06-01T12:47:15.886" v="276" actId="14100"/>
          <ac:spMkLst>
            <pc:docMk/>
            <pc:sldMk cId="3587715963" sldId="371"/>
            <ac:spMk id="3" creationId="{3375DA01-26A3-4286-B00E-6677D7B9A8D4}"/>
          </ac:spMkLst>
        </pc:spChg>
      </pc:sldChg>
      <pc:sldChg chg="modTransition">
        <pc:chgData name="ralph kemp" userId="b9b5e5f6d19aaab0" providerId="LiveId" clId="{E76598A3-A913-4822-A8F1-CB075C0F86B7}" dt="2020-06-01T12:13:28.752" v="0"/>
        <pc:sldMkLst>
          <pc:docMk/>
          <pc:sldMk cId="3274128297" sldId="372"/>
        </pc:sldMkLst>
      </pc:sldChg>
      <pc:sldChg chg="modTransition">
        <pc:chgData name="ralph kemp" userId="b9b5e5f6d19aaab0" providerId="LiveId" clId="{E76598A3-A913-4822-A8F1-CB075C0F86B7}" dt="2020-06-01T12:13:28.752" v="0"/>
        <pc:sldMkLst>
          <pc:docMk/>
          <pc:sldMk cId="496615968" sldId="373"/>
        </pc:sldMkLst>
      </pc:sldChg>
      <pc:sldChg chg="modTransition">
        <pc:chgData name="ralph kemp" userId="b9b5e5f6d19aaab0" providerId="LiveId" clId="{E76598A3-A913-4822-A8F1-CB075C0F86B7}" dt="2020-06-01T12:13:28.752" v="0"/>
        <pc:sldMkLst>
          <pc:docMk/>
          <pc:sldMk cId="71382832" sldId="374"/>
        </pc:sldMkLst>
      </pc:sldChg>
      <pc:sldChg chg="modTransition">
        <pc:chgData name="ralph kemp" userId="b9b5e5f6d19aaab0" providerId="LiveId" clId="{E76598A3-A913-4822-A8F1-CB075C0F86B7}" dt="2020-06-01T12:13:28.752" v="0"/>
        <pc:sldMkLst>
          <pc:docMk/>
          <pc:sldMk cId="1692836413" sldId="375"/>
        </pc:sldMkLst>
      </pc:sldChg>
      <pc:sldChg chg="modSp mod modTransition">
        <pc:chgData name="ralph kemp" userId="b9b5e5f6d19aaab0" providerId="LiveId" clId="{E76598A3-A913-4822-A8F1-CB075C0F86B7}" dt="2020-06-01T12:47:47.660" v="282" actId="14100"/>
        <pc:sldMkLst>
          <pc:docMk/>
          <pc:sldMk cId="2064718107" sldId="376"/>
        </pc:sldMkLst>
        <pc:spChg chg="mod">
          <ac:chgData name="ralph kemp" userId="b9b5e5f6d19aaab0" providerId="LiveId" clId="{E76598A3-A913-4822-A8F1-CB075C0F86B7}" dt="2020-06-01T12:47:39.718" v="280" actId="1076"/>
          <ac:spMkLst>
            <pc:docMk/>
            <pc:sldMk cId="2064718107" sldId="376"/>
            <ac:spMk id="2" creationId="{9B8402EB-46F7-43DF-B19F-535E1A578482}"/>
          </ac:spMkLst>
        </pc:spChg>
        <pc:spChg chg="mod">
          <ac:chgData name="ralph kemp" userId="b9b5e5f6d19aaab0" providerId="LiveId" clId="{E76598A3-A913-4822-A8F1-CB075C0F86B7}" dt="2020-06-01T12:47:47.660" v="282" actId="14100"/>
          <ac:spMkLst>
            <pc:docMk/>
            <pc:sldMk cId="2064718107" sldId="376"/>
            <ac:spMk id="3" creationId="{3375DA01-26A3-4286-B00E-6677D7B9A8D4}"/>
          </ac:spMkLst>
        </pc:spChg>
      </pc:sldChg>
      <pc:sldChg chg="modTransition">
        <pc:chgData name="ralph kemp" userId="b9b5e5f6d19aaab0" providerId="LiveId" clId="{E76598A3-A913-4822-A8F1-CB075C0F86B7}" dt="2020-06-01T12:13:28.752" v="0"/>
        <pc:sldMkLst>
          <pc:docMk/>
          <pc:sldMk cId="942535379" sldId="377"/>
        </pc:sldMkLst>
      </pc:sldChg>
      <pc:sldChg chg="modTransition">
        <pc:chgData name="ralph kemp" userId="b9b5e5f6d19aaab0" providerId="LiveId" clId="{E76598A3-A913-4822-A8F1-CB075C0F86B7}" dt="2020-06-01T12:13:28.752" v="0"/>
        <pc:sldMkLst>
          <pc:docMk/>
          <pc:sldMk cId="344518562" sldId="378"/>
        </pc:sldMkLst>
      </pc:sldChg>
      <pc:sldChg chg="modTransition">
        <pc:chgData name="ralph kemp" userId="b9b5e5f6d19aaab0" providerId="LiveId" clId="{E76598A3-A913-4822-A8F1-CB075C0F86B7}" dt="2020-06-01T12:13:28.752" v="0"/>
        <pc:sldMkLst>
          <pc:docMk/>
          <pc:sldMk cId="4288113910" sldId="379"/>
        </pc:sldMkLst>
      </pc:sldChg>
      <pc:sldChg chg="modSp mod modTransition">
        <pc:chgData name="ralph kemp" userId="b9b5e5f6d19aaab0" providerId="LiveId" clId="{E76598A3-A913-4822-A8F1-CB075C0F86B7}" dt="2020-06-01T12:48:18.584" v="287" actId="1076"/>
        <pc:sldMkLst>
          <pc:docMk/>
          <pc:sldMk cId="2973172349" sldId="380"/>
        </pc:sldMkLst>
        <pc:spChg chg="mod">
          <ac:chgData name="ralph kemp" userId="b9b5e5f6d19aaab0" providerId="LiveId" clId="{E76598A3-A913-4822-A8F1-CB075C0F86B7}" dt="2020-06-01T12:48:08.075" v="284" actId="1076"/>
          <ac:spMkLst>
            <pc:docMk/>
            <pc:sldMk cId="2973172349" sldId="380"/>
            <ac:spMk id="2" creationId="{9B8402EB-46F7-43DF-B19F-535E1A578482}"/>
          </ac:spMkLst>
        </pc:spChg>
        <pc:spChg chg="mod">
          <ac:chgData name="ralph kemp" userId="b9b5e5f6d19aaab0" providerId="LiveId" clId="{E76598A3-A913-4822-A8F1-CB075C0F86B7}" dt="2020-06-01T12:48:18.584" v="287" actId="1076"/>
          <ac:spMkLst>
            <pc:docMk/>
            <pc:sldMk cId="2973172349" sldId="380"/>
            <ac:spMk id="3" creationId="{3375DA01-26A3-4286-B00E-6677D7B9A8D4}"/>
          </ac:spMkLst>
        </pc:spChg>
      </pc:sldChg>
      <pc:sldChg chg="modTransition">
        <pc:chgData name="ralph kemp" userId="b9b5e5f6d19aaab0" providerId="LiveId" clId="{E76598A3-A913-4822-A8F1-CB075C0F86B7}" dt="2020-06-01T12:13:28.752" v="0"/>
        <pc:sldMkLst>
          <pc:docMk/>
          <pc:sldMk cId="2443015215" sldId="381"/>
        </pc:sldMkLst>
      </pc:sldChg>
      <pc:sldChg chg="modSp mod modTransition">
        <pc:chgData name="ralph kemp" userId="b9b5e5f6d19aaab0" providerId="LiveId" clId="{E76598A3-A913-4822-A8F1-CB075C0F86B7}" dt="2020-06-01T12:48:45.842" v="293" actId="14100"/>
        <pc:sldMkLst>
          <pc:docMk/>
          <pc:sldMk cId="826154884" sldId="382"/>
        </pc:sldMkLst>
        <pc:spChg chg="mod">
          <ac:chgData name="ralph kemp" userId="b9b5e5f6d19aaab0" providerId="LiveId" clId="{E76598A3-A913-4822-A8F1-CB075C0F86B7}" dt="2020-06-01T12:48:39.569" v="291" actId="1076"/>
          <ac:spMkLst>
            <pc:docMk/>
            <pc:sldMk cId="826154884" sldId="382"/>
            <ac:spMk id="2" creationId="{DC75DCB0-0E87-4C8D-814B-7C79AFC7C4F3}"/>
          </ac:spMkLst>
        </pc:spChg>
        <pc:spChg chg="mod">
          <ac:chgData name="ralph kemp" userId="b9b5e5f6d19aaab0" providerId="LiveId" clId="{E76598A3-A913-4822-A8F1-CB075C0F86B7}" dt="2020-06-01T12:48:45.842" v="293" actId="14100"/>
          <ac:spMkLst>
            <pc:docMk/>
            <pc:sldMk cId="826154884" sldId="382"/>
            <ac:spMk id="3" creationId="{64ED7A10-D128-47DF-BCD4-618A41DE3F8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4302625" cy="340265"/>
          </a:xfrm>
          <a:prstGeom prst="rect">
            <a:avLst/>
          </a:prstGeom>
        </p:spPr>
        <p:txBody>
          <a:bodyPr vert="horz" lIns="91440" tIns="45720" rIns="91440" bIns="45720" rtlCol="0"/>
          <a:lstStyle>
            <a:lvl1pPr algn="l">
              <a:defRPr sz="1200"/>
            </a:lvl1pPr>
          </a:lstStyle>
          <a:p>
            <a:endParaRPr lang="fr-FR"/>
          </a:p>
        </p:txBody>
      </p:sp>
      <p:sp>
        <p:nvSpPr>
          <p:cNvPr id="3" name="Datumsplatzhalter 2"/>
          <p:cNvSpPr>
            <a:spLocks noGrp="1"/>
          </p:cNvSpPr>
          <p:nvPr>
            <p:ph type="dt" sz="quarter" idx="1"/>
          </p:nvPr>
        </p:nvSpPr>
        <p:spPr>
          <a:xfrm>
            <a:off x="5621696" y="0"/>
            <a:ext cx="4302625" cy="340265"/>
          </a:xfrm>
          <a:prstGeom prst="rect">
            <a:avLst/>
          </a:prstGeom>
        </p:spPr>
        <p:txBody>
          <a:bodyPr vert="horz" lIns="91440" tIns="45720" rIns="91440" bIns="45720" rtlCol="0"/>
          <a:lstStyle>
            <a:lvl1pPr algn="r">
              <a:defRPr sz="1200"/>
            </a:lvl1pPr>
          </a:lstStyle>
          <a:p>
            <a:fld id="{8735EDD1-F4B2-4837-943F-B92A6950B73F}" type="datetimeFigureOut">
              <a:rPr lang="fr-FR" smtClean="0"/>
              <a:t>04/10/2024</a:t>
            </a:fld>
            <a:endParaRPr lang="fr-FR"/>
          </a:p>
        </p:txBody>
      </p:sp>
      <p:sp>
        <p:nvSpPr>
          <p:cNvPr id="4" name="Fußzeilenplatzhalter 3"/>
          <p:cNvSpPr>
            <a:spLocks noGrp="1"/>
          </p:cNvSpPr>
          <p:nvPr>
            <p:ph type="ftr" sz="quarter" idx="2"/>
          </p:nvPr>
        </p:nvSpPr>
        <p:spPr>
          <a:xfrm>
            <a:off x="0" y="6457410"/>
            <a:ext cx="4302625" cy="340265"/>
          </a:xfrm>
          <a:prstGeom prst="rect">
            <a:avLst/>
          </a:prstGeom>
        </p:spPr>
        <p:txBody>
          <a:bodyPr vert="horz" lIns="91440" tIns="45720" rIns="91440" bIns="45720" rtlCol="0" anchor="b"/>
          <a:lstStyle>
            <a:lvl1pPr algn="l">
              <a:defRPr sz="1200"/>
            </a:lvl1pPr>
          </a:lstStyle>
          <a:p>
            <a:endParaRPr lang="fr-FR"/>
          </a:p>
        </p:txBody>
      </p:sp>
      <p:sp>
        <p:nvSpPr>
          <p:cNvPr id="5" name="Foliennummernplatzhalter 4"/>
          <p:cNvSpPr>
            <a:spLocks noGrp="1"/>
          </p:cNvSpPr>
          <p:nvPr>
            <p:ph type="sldNum" sz="quarter" idx="3"/>
          </p:nvPr>
        </p:nvSpPr>
        <p:spPr>
          <a:xfrm>
            <a:off x="5621696" y="6457410"/>
            <a:ext cx="4302625" cy="340265"/>
          </a:xfrm>
          <a:prstGeom prst="rect">
            <a:avLst/>
          </a:prstGeom>
        </p:spPr>
        <p:txBody>
          <a:bodyPr vert="horz" lIns="91440" tIns="45720" rIns="91440" bIns="45720" rtlCol="0" anchor="b"/>
          <a:lstStyle>
            <a:lvl1pPr algn="r">
              <a:defRPr sz="1200"/>
            </a:lvl1pPr>
          </a:lstStyle>
          <a:p>
            <a:fld id="{05B7DF24-659C-4F88-A6D6-07D32B2C7E9D}" type="slidenum">
              <a:rPr lang="fr-FR" smtClean="0"/>
              <a:t>‹#›</a:t>
            </a:fld>
            <a:endParaRPr lang="fr-FR"/>
          </a:p>
        </p:txBody>
      </p:sp>
    </p:spTree>
    <p:extLst>
      <p:ext uri="{BB962C8B-B14F-4D97-AF65-F5344CB8AC3E}">
        <p14:creationId xmlns:p14="http://schemas.microsoft.com/office/powerpoint/2010/main" val="25021004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4301543" cy="341064"/>
          </a:xfrm>
          <a:prstGeom prst="rect">
            <a:avLst/>
          </a:prstGeom>
        </p:spPr>
        <p:txBody>
          <a:bodyPr vert="horz" lIns="91440" tIns="45720" rIns="91440" bIns="45720" rtlCol="0"/>
          <a:lstStyle>
            <a:lvl1pPr algn="l">
              <a:defRPr sz="1200"/>
            </a:lvl1pPr>
          </a:lstStyle>
          <a:p>
            <a:endParaRPr lang="lb-LU"/>
          </a:p>
        </p:txBody>
      </p:sp>
      <p:sp>
        <p:nvSpPr>
          <p:cNvPr id="3" name="Espace réservé de la date 2"/>
          <p:cNvSpPr>
            <a:spLocks noGrp="1"/>
          </p:cNvSpPr>
          <p:nvPr>
            <p:ph type="dt" idx="1"/>
          </p:nvPr>
        </p:nvSpPr>
        <p:spPr>
          <a:xfrm>
            <a:off x="5622799" y="0"/>
            <a:ext cx="4301543" cy="341064"/>
          </a:xfrm>
          <a:prstGeom prst="rect">
            <a:avLst/>
          </a:prstGeom>
        </p:spPr>
        <p:txBody>
          <a:bodyPr vert="horz" lIns="91440" tIns="45720" rIns="91440" bIns="45720" rtlCol="0"/>
          <a:lstStyle>
            <a:lvl1pPr algn="r">
              <a:defRPr sz="1200"/>
            </a:lvl1pPr>
          </a:lstStyle>
          <a:p>
            <a:fld id="{81F1B515-D64E-4A6D-86DE-D44065EC59AD}" type="datetimeFigureOut">
              <a:rPr lang="lb-LU" smtClean="0"/>
              <a:t>04.10.24</a:t>
            </a:fld>
            <a:endParaRPr lang="lb-LU"/>
          </a:p>
        </p:txBody>
      </p:sp>
      <p:sp>
        <p:nvSpPr>
          <p:cNvPr id="4" name="Espace réservé de l'image des diapositives 3"/>
          <p:cNvSpPr>
            <a:spLocks noGrp="1" noRot="1" noChangeAspect="1"/>
          </p:cNvSpPr>
          <p:nvPr>
            <p:ph type="sldImg" idx="2"/>
          </p:nvPr>
        </p:nvSpPr>
        <p:spPr>
          <a:xfrm>
            <a:off x="2925763" y="850900"/>
            <a:ext cx="4075112" cy="2292350"/>
          </a:xfrm>
          <a:prstGeom prst="rect">
            <a:avLst/>
          </a:prstGeom>
          <a:noFill/>
          <a:ln w="12700">
            <a:solidFill>
              <a:prstClr val="black"/>
            </a:solidFill>
          </a:ln>
        </p:spPr>
        <p:txBody>
          <a:bodyPr vert="horz" lIns="91440" tIns="45720" rIns="91440" bIns="45720" rtlCol="0" anchor="ctr"/>
          <a:lstStyle/>
          <a:p>
            <a:endParaRPr lang="lb-LU"/>
          </a:p>
        </p:txBody>
      </p:sp>
      <p:sp>
        <p:nvSpPr>
          <p:cNvPr id="5" name="Espace réservé des notes 4"/>
          <p:cNvSpPr>
            <a:spLocks noGrp="1"/>
          </p:cNvSpPr>
          <p:nvPr>
            <p:ph type="body" sz="quarter" idx="3"/>
          </p:nvPr>
        </p:nvSpPr>
        <p:spPr>
          <a:xfrm>
            <a:off x="992665" y="3271381"/>
            <a:ext cx="7941310" cy="2676585"/>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6" name="Espace réservé du pied de page 5"/>
          <p:cNvSpPr>
            <a:spLocks noGrp="1"/>
          </p:cNvSpPr>
          <p:nvPr>
            <p:ph type="ftr" sz="quarter" idx="4"/>
          </p:nvPr>
        </p:nvSpPr>
        <p:spPr>
          <a:xfrm>
            <a:off x="1" y="6456612"/>
            <a:ext cx="4301543" cy="341064"/>
          </a:xfrm>
          <a:prstGeom prst="rect">
            <a:avLst/>
          </a:prstGeom>
        </p:spPr>
        <p:txBody>
          <a:bodyPr vert="horz" lIns="91440" tIns="45720" rIns="91440" bIns="45720" rtlCol="0" anchor="b"/>
          <a:lstStyle>
            <a:lvl1pPr algn="l">
              <a:defRPr sz="1200"/>
            </a:lvl1pPr>
          </a:lstStyle>
          <a:p>
            <a:endParaRPr lang="lb-LU"/>
          </a:p>
        </p:txBody>
      </p:sp>
      <p:sp>
        <p:nvSpPr>
          <p:cNvPr id="7" name="Espace réservé du numéro de diapositive 6"/>
          <p:cNvSpPr>
            <a:spLocks noGrp="1"/>
          </p:cNvSpPr>
          <p:nvPr>
            <p:ph type="sldNum" sz="quarter" idx="5"/>
          </p:nvPr>
        </p:nvSpPr>
        <p:spPr>
          <a:xfrm>
            <a:off x="5622799" y="6456612"/>
            <a:ext cx="4301543" cy="341064"/>
          </a:xfrm>
          <a:prstGeom prst="rect">
            <a:avLst/>
          </a:prstGeom>
        </p:spPr>
        <p:txBody>
          <a:bodyPr vert="horz" lIns="91440" tIns="45720" rIns="91440" bIns="45720" rtlCol="0" anchor="b"/>
          <a:lstStyle>
            <a:lvl1pPr algn="r">
              <a:defRPr sz="1200"/>
            </a:lvl1pPr>
          </a:lstStyle>
          <a:p>
            <a:fld id="{BA5962E4-1040-4138-BC49-5558BF59E7C5}" type="slidenum">
              <a:rPr lang="lb-LU" smtClean="0"/>
              <a:t>‹#›</a:t>
            </a:fld>
            <a:endParaRPr lang="lb-LU"/>
          </a:p>
        </p:txBody>
      </p:sp>
    </p:spTree>
    <p:extLst>
      <p:ext uri="{BB962C8B-B14F-4D97-AF65-F5344CB8AC3E}">
        <p14:creationId xmlns:p14="http://schemas.microsoft.com/office/powerpoint/2010/main" val="90235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lb-LU"/>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19553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05E49347-3AF1-433D-A682-80E91A771D46}"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50758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lb-LU"/>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72073C46-185D-4256-90CD-D943250C7625}"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048763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3E70FD8A-EB44-4576-A5EB-59CF14C2E478}"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678963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lb-LU"/>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7" name="Espace réservé de la date 6"/>
          <p:cNvSpPr>
            <a:spLocks noGrp="1"/>
          </p:cNvSpPr>
          <p:nvPr>
            <p:ph type="dt" sz="half" idx="10"/>
          </p:nvPr>
        </p:nvSpPr>
        <p:spPr>
          <a:xfrm>
            <a:off x="838200" y="6356350"/>
            <a:ext cx="2743200" cy="365125"/>
          </a:xfrm>
          <a:prstGeom prst="rect">
            <a:avLst/>
          </a:prstGeom>
        </p:spPr>
        <p:txBody>
          <a:bodyPr/>
          <a:lstStyle/>
          <a:p>
            <a:fld id="{B9B4AD55-9D76-419E-82AD-D8F8B1803E1E}" type="datetime1">
              <a:rPr lang="lb-LU" smtClean="0"/>
              <a:t>04.10.24</a:t>
            </a:fld>
            <a:endParaRPr lang="lb-LU"/>
          </a:p>
        </p:txBody>
      </p:sp>
      <p:sp>
        <p:nvSpPr>
          <p:cNvPr id="8" name="Espace réservé du pied de page 7"/>
          <p:cNvSpPr>
            <a:spLocks noGrp="1"/>
          </p:cNvSpPr>
          <p:nvPr>
            <p:ph type="ftr" sz="quarter" idx="11"/>
          </p:nvPr>
        </p:nvSpPr>
        <p:spPr>
          <a:xfrm>
            <a:off x="4038600" y="6356350"/>
            <a:ext cx="4114800" cy="365125"/>
          </a:xfrm>
          <a:prstGeom prst="rect">
            <a:avLst/>
          </a:prstGeom>
        </p:spPr>
        <p:txBody>
          <a:bodyPr/>
          <a:lstStyle/>
          <a:p>
            <a:endParaRPr lang="lb-LU"/>
          </a:p>
        </p:txBody>
      </p:sp>
      <p:sp>
        <p:nvSpPr>
          <p:cNvPr id="9" name="Espace réservé du numéro de diapositive 8"/>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327699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e la date 2"/>
          <p:cNvSpPr>
            <a:spLocks noGrp="1"/>
          </p:cNvSpPr>
          <p:nvPr>
            <p:ph type="dt" sz="half" idx="10"/>
          </p:nvPr>
        </p:nvSpPr>
        <p:spPr>
          <a:xfrm>
            <a:off x="838200" y="6356350"/>
            <a:ext cx="2743200" cy="365125"/>
          </a:xfrm>
          <a:prstGeom prst="rect">
            <a:avLst/>
          </a:prstGeom>
        </p:spPr>
        <p:txBody>
          <a:bodyPr/>
          <a:lstStyle/>
          <a:p>
            <a:fld id="{353E7AE7-6380-4DBB-8393-DA4B838F9DF2}" type="datetime1">
              <a:rPr lang="lb-LU" smtClean="0"/>
              <a:t>04.10.24</a:t>
            </a:fld>
            <a:endParaRPr lang="lb-LU"/>
          </a:p>
        </p:txBody>
      </p:sp>
      <p:sp>
        <p:nvSpPr>
          <p:cNvPr id="4" name="Espace réservé du pied de page 3"/>
          <p:cNvSpPr>
            <a:spLocks noGrp="1"/>
          </p:cNvSpPr>
          <p:nvPr>
            <p:ph type="ftr" sz="quarter" idx="11"/>
          </p:nvPr>
        </p:nvSpPr>
        <p:spPr>
          <a:xfrm>
            <a:off x="4038600" y="6356350"/>
            <a:ext cx="4114800" cy="365125"/>
          </a:xfrm>
          <a:prstGeom prst="rect">
            <a:avLst/>
          </a:prstGeom>
        </p:spPr>
        <p:txBody>
          <a:bodyPr/>
          <a:lstStyle/>
          <a:p>
            <a:endParaRPr lang="lb-LU"/>
          </a:p>
        </p:txBody>
      </p:sp>
      <p:sp>
        <p:nvSpPr>
          <p:cNvPr id="5" name="Espace réservé du numéro de diapositive 4"/>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999345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838200" y="6356350"/>
            <a:ext cx="2743200" cy="365125"/>
          </a:xfrm>
          <a:prstGeom prst="rect">
            <a:avLst/>
          </a:prstGeom>
        </p:spPr>
        <p:txBody>
          <a:bodyPr/>
          <a:lstStyle/>
          <a:p>
            <a:fld id="{8C3A6886-80EF-4C3D-B97B-EB4BA09BA0D9}" type="datetime1">
              <a:rPr lang="lb-LU" smtClean="0"/>
              <a:t>04.10.24</a:t>
            </a:fld>
            <a:endParaRPr lang="lb-LU"/>
          </a:p>
        </p:txBody>
      </p:sp>
      <p:sp>
        <p:nvSpPr>
          <p:cNvPr id="3" name="Espace réservé du pied de page 2"/>
          <p:cNvSpPr>
            <a:spLocks noGrp="1"/>
          </p:cNvSpPr>
          <p:nvPr>
            <p:ph type="ftr" sz="quarter" idx="11"/>
          </p:nvPr>
        </p:nvSpPr>
        <p:spPr>
          <a:xfrm>
            <a:off x="4038600" y="6356350"/>
            <a:ext cx="4114800" cy="365125"/>
          </a:xfrm>
          <a:prstGeom prst="rect">
            <a:avLst/>
          </a:prstGeom>
        </p:spPr>
        <p:txBody>
          <a:bodyPr/>
          <a:lstStyle/>
          <a:p>
            <a:endParaRPr lang="lb-LU"/>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36144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lb-LU"/>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6B07343E-EECC-477D-ADB1-BE348E75B209}"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56458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lb-LU"/>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FF41995F-23F3-4ACB-B0E6-81B3B11AF4D1}"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96593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D9AF1255-0305-47BF-B8FF-F11D3278E29F}"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665576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lb-LU"/>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BAA19295-06D0-4606-8969-0296AE3C0540}"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956616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Image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29625" y="1294065"/>
            <a:ext cx="3744806" cy="5563935"/>
          </a:xfrm>
          <a:prstGeom prst="rect">
            <a:avLst/>
          </a:prstGeom>
        </p:spPr>
      </p:pic>
      <p:sp>
        <p:nvSpPr>
          <p:cNvPr id="2" name="Espace réservé du titre 1"/>
          <p:cNvSpPr>
            <a:spLocks noGrp="1"/>
          </p:cNvSpPr>
          <p:nvPr>
            <p:ph type="title"/>
          </p:nvPr>
        </p:nvSpPr>
        <p:spPr>
          <a:xfrm>
            <a:off x="838200" y="1060450"/>
            <a:ext cx="10515600" cy="662187"/>
          </a:xfrm>
          <a:prstGeom prst="rect">
            <a:avLst/>
          </a:prstGeom>
        </p:spPr>
        <p:txBody>
          <a:bodyPr vert="horz" lIns="91440" tIns="45720" rIns="91440" bIns="45720" rtlCol="0" anchor="ctr">
            <a:normAutofit/>
          </a:bodyPr>
          <a:lstStyle/>
          <a:p>
            <a:r>
              <a:rPr lang="fr-FR"/>
              <a:t>Modifiez le style du titre</a:t>
            </a:r>
            <a:endParaRPr lang="lb-LU"/>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lb-LU" dirty="0"/>
          </a:p>
        </p:txBody>
      </p:sp>
      <p:pic>
        <p:nvPicPr>
          <p:cNvPr id="7"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5976851"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331229" y="102988"/>
            <a:ext cx="3347258" cy="815640"/>
          </a:xfrm>
          <a:prstGeom prst="rect">
            <a:avLst/>
          </a:prstGeom>
        </p:spPr>
      </p:pic>
      <p:sp>
        <p:nvSpPr>
          <p:cNvPr id="6" name="Espace réservé du numéro de diapositive 5"/>
          <p:cNvSpPr>
            <a:spLocks noGrp="1"/>
          </p:cNvSpPr>
          <p:nvPr>
            <p:ph type="sldNum" sz="quarter" idx="4"/>
          </p:nvPr>
        </p:nvSpPr>
        <p:spPr>
          <a:xfrm>
            <a:off x="9324108" y="328245"/>
            <a:ext cx="2743200" cy="365125"/>
          </a:xfrm>
          <a:prstGeom prst="rect">
            <a:avLst/>
          </a:prstGeom>
        </p:spPr>
        <p:txBody>
          <a:bodyPr vert="horz" lIns="91440" tIns="45720" rIns="91440" bIns="45720" rtlCol="0" anchor="ctr"/>
          <a:lstStyle>
            <a:lvl1pPr algn="r">
              <a:defRPr sz="1400">
                <a:solidFill>
                  <a:schemeClr val="bg1"/>
                </a:solidFill>
              </a:defRPr>
            </a:lvl1pPr>
          </a:lstStyle>
          <a:p>
            <a:fld id="{C58F520E-0D3C-4C73-96DF-B271C0F692B0}" type="slidenum">
              <a:rPr lang="lb-LU" smtClean="0"/>
              <a:pPr/>
              <a:t>‹#›</a:t>
            </a:fld>
            <a:endParaRPr lang="lb-LU" dirty="0"/>
          </a:p>
        </p:txBody>
      </p:sp>
      <p:pic>
        <p:nvPicPr>
          <p:cNvPr id="10" name="Imag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2442"/>
            <a:ext cx="1389210" cy="1019174"/>
          </a:xfrm>
          <a:prstGeom prst="rect">
            <a:avLst/>
          </a:prstGeom>
        </p:spPr>
      </p:pic>
    </p:spTree>
    <p:extLst>
      <p:ext uri="{BB962C8B-B14F-4D97-AF65-F5344CB8AC3E}">
        <p14:creationId xmlns:p14="http://schemas.microsoft.com/office/powerpoint/2010/main" val="3962272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ur-lex.europa.eu/legal-content/fr/TXT/?uri=CELEX%3A32015R2446" TargetMode="External"/><Relationship Id="rId2" Type="http://schemas.openxmlformats.org/officeDocument/2006/relationships/hyperlink" Target="https://eur-lex.europa.eu/legal-content/fr/ALL/?uri=CELEX:32013R0952" TargetMode="External"/><Relationship Id="rId1" Type="http://schemas.openxmlformats.org/officeDocument/2006/relationships/slideLayout" Target="../slideLayouts/slideLayout2.xml"/><Relationship Id="rId5" Type="http://schemas.openxmlformats.org/officeDocument/2006/relationships/hyperlink" Target="https://eur-lex.europa.eu/legal-content/EN/TXT/?uri=CELEX%3A02016R0341-20210315" TargetMode="External"/><Relationship Id="rId4" Type="http://schemas.openxmlformats.org/officeDocument/2006/relationships/hyperlink" Target="https://eur-lex.europa.eu/legal-content/fr/TXT/?uri=CELEX%3A32015R2447"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taxation-customs.ec.europa.eu/territorial-status-eu-countries-and-certain-territories_fr"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ouanes.public.lu/fr/commerce-international/numero-eori.html" TargetMode="External"/><Relationship Id="rId2" Type="http://schemas.openxmlformats.org/officeDocument/2006/relationships/hyperlink" Target="https://douanes.public.lu/content/dam/douanes/formulaires/commerce-international/eori/formulaire-eori-operateur-lux-fr-v2.doc"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douanes.public.lu/fr.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err="1"/>
              <a:t>Législation</a:t>
            </a:r>
            <a:r>
              <a:rPr lang="en-US" dirty="0"/>
              <a:t> </a:t>
            </a:r>
            <a:r>
              <a:rPr lang="en-US" dirty="0" err="1"/>
              <a:t>douanière</a:t>
            </a:r>
            <a:endParaRPr lang="en-US" dirty="0"/>
          </a:p>
        </p:txBody>
      </p:sp>
      <p:sp>
        <p:nvSpPr>
          <p:cNvPr id="3" name="Untertitel 2"/>
          <p:cNvSpPr>
            <a:spLocks noGrp="1"/>
          </p:cNvSpPr>
          <p:nvPr>
            <p:ph type="subTitle" idx="1"/>
          </p:nvPr>
        </p:nvSpPr>
        <p:spPr/>
        <p:txBody>
          <a:bodyPr/>
          <a:lstStyle/>
          <a:p>
            <a:r>
              <a:rPr lang="en-US" dirty="0" err="1"/>
              <a:t>Généralités</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a:t>
            </a:fld>
            <a:endParaRPr lang="lb-LU"/>
          </a:p>
        </p:txBody>
      </p:sp>
    </p:spTree>
    <p:extLst>
      <p:ext uri="{BB962C8B-B14F-4D97-AF65-F5344CB8AC3E}">
        <p14:creationId xmlns:p14="http://schemas.microsoft.com/office/powerpoint/2010/main" val="3679166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a:t>Missions de la </a:t>
            </a:r>
            <a:r>
              <a:rPr lang="en-US" dirty="0" err="1"/>
              <a:t>douane</a:t>
            </a:r>
            <a:endParaRPr lang="en-US" dirty="0"/>
          </a:p>
        </p:txBody>
      </p:sp>
      <p:sp>
        <p:nvSpPr>
          <p:cNvPr id="3" name="Inhaltsplatzhalter 2"/>
          <p:cNvSpPr>
            <a:spLocks noGrp="1"/>
          </p:cNvSpPr>
          <p:nvPr>
            <p:ph idx="1"/>
          </p:nvPr>
        </p:nvSpPr>
        <p:spPr/>
        <p:txBody>
          <a:bodyPr/>
          <a:lstStyle/>
          <a:p>
            <a:r>
              <a:rPr lang="en-US" dirty="0"/>
              <a:t>Les </a:t>
            </a:r>
            <a:r>
              <a:rPr lang="en-US" dirty="0" err="1"/>
              <a:t>autorités</a:t>
            </a:r>
            <a:r>
              <a:rPr lang="en-US" dirty="0"/>
              <a:t> </a:t>
            </a:r>
            <a:r>
              <a:rPr lang="en-US" dirty="0" err="1"/>
              <a:t>douanières</a:t>
            </a:r>
            <a:r>
              <a:rPr lang="en-US" dirty="0"/>
              <a:t> </a:t>
            </a:r>
            <a:r>
              <a:rPr lang="en-US" dirty="0" err="1"/>
              <a:t>instaurent</a:t>
            </a:r>
            <a:r>
              <a:rPr lang="en-US" dirty="0"/>
              <a:t> des </a:t>
            </a:r>
            <a:r>
              <a:rPr lang="en-US" dirty="0" err="1"/>
              <a:t>mesures</a:t>
            </a:r>
            <a:r>
              <a:rPr lang="en-US" dirty="0"/>
              <a:t> pour </a:t>
            </a:r>
            <a:r>
              <a:rPr lang="en-US" dirty="0" err="1"/>
              <a:t>surveiller</a:t>
            </a:r>
            <a:r>
              <a:rPr lang="en-US" dirty="0"/>
              <a:t> le commerce international de </a:t>
            </a:r>
            <a:r>
              <a:rPr lang="en-US" dirty="0" err="1"/>
              <a:t>l’UE</a:t>
            </a:r>
            <a:r>
              <a:rPr lang="en-US" dirty="0"/>
              <a:t>, </a:t>
            </a:r>
            <a:r>
              <a:rPr lang="en-US" dirty="0" err="1"/>
              <a:t>ceci</a:t>
            </a:r>
            <a:r>
              <a:rPr lang="en-US" dirty="0"/>
              <a:t> pour:</a:t>
            </a:r>
          </a:p>
          <a:p>
            <a:pPr lvl="1">
              <a:buFontTx/>
              <a:buChar char="-"/>
            </a:pPr>
            <a:r>
              <a:rPr lang="en-US" dirty="0" err="1"/>
              <a:t>protéger</a:t>
            </a:r>
            <a:r>
              <a:rPr lang="en-US" dirty="0"/>
              <a:t> les </a:t>
            </a:r>
            <a:r>
              <a:rPr lang="en-US" dirty="0" err="1"/>
              <a:t>intérêts</a:t>
            </a:r>
            <a:r>
              <a:rPr lang="en-US" dirty="0"/>
              <a:t> financiers de </a:t>
            </a:r>
            <a:r>
              <a:rPr lang="en-US" dirty="0" err="1"/>
              <a:t>l’UE</a:t>
            </a:r>
            <a:r>
              <a:rPr lang="en-US" dirty="0"/>
              <a:t> et de </a:t>
            </a:r>
            <a:r>
              <a:rPr lang="en-US" dirty="0" err="1"/>
              <a:t>ses</a:t>
            </a:r>
            <a:r>
              <a:rPr lang="en-US" dirty="0"/>
              <a:t> </a:t>
            </a:r>
            <a:r>
              <a:rPr lang="en-US" dirty="0" err="1"/>
              <a:t>Etats</a:t>
            </a:r>
            <a:r>
              <a:rPr lang="en-US" dirty="0"/>
              <a:t> </a:t>
            </a:r>
            <a:r>
              <a:rPr lang="en-US" dirty="0" err="1"/>
              <a:t>membres</a:t>
            </a:r>
            <a:endParaRPr lang="en-US" dirty="0"/>
          </a:p>
          <a:p>
            <a:pPr lvl="1">
              <a:buFontTx/>
              <a:buChar char="-"/>
            </a:pPr>
            <a:r>
              <a:rPr lang="en-US" dirty="0" err="1"/>
              <a:t>protéger</a:t>
            </a:r>
            <a:r>
              <a:rPr lang="en-US" dirty="0"/>
              <a:t> </a:t>
            </a:r>
            <a:r>
              <a:rPr lang="en-US" dirty="0" err="1"/>
              <a:t>l’Union</a:t>
            </a:r>
            <a:r>
              <a:rPr lang="en-US" dirty="0"/>
              <a:t> </a:t>
            </a:r>
            <a:r>
              <a:rPr lang="en-US" dirty="0" err="1"/>
              <a:t>européenne</a:t>
            </a:r>
            <a:r>
              <a:rPr lang="en-US" dirty="0"/>
              <a:t> du commerce </a:t>
            </a:r>
            <a:r>
              <a:rPr lang="en-US" dirty="0" err="1"/>
              <a:t>déloyal</a:t>
            </a:r>
            <a:r>
              <a:rPr lang="en-US" dirty="0"/>
              <a:t> et illegal tout </a:t>
            </a:r>
            <a:r>
              <a:rPr lang="en-US" dirty="0" err="1"/>
              <a:t>en</a:t>
            </a:r>
            <a:r>
              <a:rPr lang="en-US" dirty="0"/>
              <a:t> </a:t>
            </a:r>
            <a:r>
              <a:rPr lang="en-US" dirty="0" err="1"/>
              <a:t>encourageant</a:t>
            </a:r>
            <a:r>
              <a:rPr lang="en-US" dirty="0"/>
              <a:t> les </a:t>
            </a:r>
            <a:r>
              <a:rPr lang="en-US" dirty="0" err="1"/>
              <a:t>activités</a:t>
            </a:r>
            <a:r>
              <a:rPr lang="en-US" dirty="0"/>
              <a:t> </a:t>
            </a:r>
            <a:r>
              <a:rPr lang="en-US" dirty="0" err="1"/>
              <a:t>économiques</a:t>
            </a:r>
            <a:r>
              <a:rPr lang="en-US" dirty="0"/>
              <a:t> </a:t>
            </a:r>
            <a:r>
              <a:rPr lang="en-US" dirty="0" err="1"/>
              <a:t>légitimes</a:t>
            </a:r>
            <a:endParaRPr lang="en-US" dirty="0"/>
          </a:p>
          <a:p>
            <a:pPr lvl="1">
              <a:buFontTx/>
              <a:buChar char="-"/>
            </a:pPr>
            <a:r>
              <a:rPr lang="en-US" dirty="0" err="1"/>
              <a:t>garantir</a:t>
            </a:r>
            <a:r>
              <a:rPr lang="en-US" dirty="0"/>
              <a:t> la </a:t>
            </a:r>
            <a:r>
              <a:rPr lang="en-US" dirty="0" err="1"/>
              <a:t>sécurité</a:t>
            </a:r>
            <a:r>
              <a:rPr lang="en-US" dirty="0"/>
              <a:t> et la </a:t>
            </a:r>
            <a:r>
              <a:rPr lang="en-US" dirty="0" err="1"/>
              <a:t>sureté</a:t>
            </a:r>
            <a:r>
              <a:rPr lang="en-US" dirty="0"/>
              <a:t> de </a:t>
            </a:r>
            <a:r>
              <a:rPr lang="en-US" dirty="0" err="1"/>
              <a:t>l’UE</a:t>
            </a:r>
            <a:r>
              <a:rPr lang="en-US" dirty="0"/>
              <a:t> et de des </a:t>
            </a:r>
            <a:r>
              <a:rPr lang="en-US" dirty="0" err="1"/>
              <a:t>résidents</a:t>
            </a:r>
            <a:r>
              <a:rPr lang="en-US" dirty="0"/>
              <a:t> </a:t>
            </a:r>
            <a:r>
              <a:rPr lang="en-US" dirty="0" err="1"/>
              <a:t>ainsi</a:t>
            </a:r>
            <a:r>
              <a:rPr lang="en-US" dirty="0"/>
              <a:t> que la protection de </a:t>
            </a:r>
            <a:r>
              <a:rPr lang="en-US" dirty="0" err="1"/>
              <a:t>l’environnement</a:t>
            </a:r>
            <a:r>
              <a:rPr lang="en-US" dirty="0"/>
              <a:t>, </a:t>
            </a:r>
            <a:r>
              <a:rPr lang="en-US" dirty="0" err="1"/>
              <a:t>ceci</a:t>
            </a:r>
            <a:r>
              <a:rPr lang="en-US" dirty="0"/>
              <a:t> </a:t>
            </a:r>
            <a:r>
              <a:rPr lang="en-US" dirty="0" err="1"/>
              <a:t>en</a:t>
            </a:r>
            <a:r>
              <a:rPr lang="en-US" dirty="0"/>
              <a:t> cooperation </a:t>
            </a:r>
            <a:r>
              <a:rPr lang="en-US" dirty="0" err="1"/>
              <a:t>étroite</a:t>
            </a:r>
            <a:r>
              <a:rPr lang="en-US" dirty="0"/>
              <a:t> avec </a:t>
            </a:r>
            <a:r>
              <a:rPr lang="en-US" dirty="0" err="1"/>
              <a:t>d’autres</a:t>
            </a:r>
            <a:r>
              <a:rPr lang="en-US" dirty="0"/>
              <a:t> </a:t>
            </a:r>
            <a:r>
              <a:rPr lang="en-US" dirty="0" err="1"/>
              <a:t>autorités</a:t>
            </a:r>
            <a:endParaRPr lang="en-US" dirty="0"/>
          </a:p>
          <a:p>
            <a:pPr lvl="1">
              <a:buFontTx/>
              <a:buChar char="-"/>
            </a:pPr>
            <a:r>
              <a:rPr lang="en-US" dirty="0" err="1"/>
              <a:t>maintenir</a:t>
            </a:r>
            <a:r>
              <a:rPr lang="en-US" dirty="0"/>
              <a:t> un </a:t>
            </a:r>
            <a:r>
              <a:rPr lang="en-US" dirty="0" err="1"/>
              <a:t>équilibre</a:t>
            </a:r>
            <a:r>
              <a:rPr lang="en-US" dirty="0"/>
              <a:t> </a:t>
            </a:r>
            <a:r>
              <a:rPr lang="en-US" dirty="0" err="1"/>
              <a:t>adéquat</a:t>
            </a:r>
            <a:r>
              <a:rPr lang="en-US" dirty="0"/>
              <a:t> entre les </a:t>
            </a:r>
            <a:r>
              <a:rPr lang="en-US" dirty="0" err="1"/>
              <a:t>contrôles</a:t>
            </a:r>
            <a:r>
              <a:rPr lang="en-US" dirty="0"/>
              <a:t> douaniers et la facilitation du commerce </a:t>
            </a:r>
            <a:r>
              <a:rPr lang="en-US" dirty="0" err="1"/>
              <a:t>légitime</a:t>
            </a:r>
            <a:r>
              <a:rPr lang="en-US" dirty="0"/>
              <a:t>.</a:t>
            </a:r>
          </a:p>
          <a:p>
            <a:pPr lvl="1">
              <a:buFontTx/>
              <a:buChar char="-"/>
            </a:pPr>
            <a:endParaRPr lang="en-US" dirty="0"/>
          </a:p>
          <a:p>
            <a:pPr lvl="1">
              <a:buFontTx/>
              <a:buChar char="-"/>
            </a:pP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2</a:t>
            </a:fld>
            <a:endParaRPr lang="lb-LU"/>
          </a:p>
        </p:txBody>
      </p:sp>
    </p:spTree>
    <p:extLst>
      <p:ext uri="{BB962C8B-B14F-4D97-AF65-F5344CB8AC3E}">
        <p14:creationId xmlns:p14="http://schemas.microsoft.com/office/powerpoint/2010/main" val="2732457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u="sng" dirty="0"/>
              <a:t>Objet et champ </a:t>
            </a:r>
            <a:r>
              <a:rPr lang="en-US" u="sng" dirty="0" err="1"/>
              <a:t>d’application</a:t>
            </a:r>
            <a:r>
              <a:rPr lang="en-US" u="sng" dirty="0"/>
              <a:t> de la </a:t>
            </a:r>
            <a:r>
              <a:rPr lang="en-US" u="sng" dirty="0" err="1"/>
              <a:t>législation</a:t>
            </a:r>
            <a:r>
              <a:rPr lang="en-US" u="sng" dirty="0"/>
              <a:t> </a:t>
            </a:r>
            <a:r>
              <a:rPr lang="en-US" u="sng" dirty="0" err="1"/>
              <a:t>douanière</a:t>
            </a:r>
            <a:endParaRPr lang="en-US" u="sng" dirty="0"/>
          </a:p>
        </p:txBody>
      </p:sp>
      <p:sp>
        <p:nvSpPr>
          <p:cNvPr id="3" name="Inhaltsplatzhalter 2"/>
          <p:cNvSpPr>
            <a:spLocks noGrp="1"/>
          </p:cNvSpPr>
          <p:nvPr>
            <p:ph idx="1"/>
          </p:nvPr>
        </p:nvSpPr>
        <p:spPr/>
        <p:txBody>
          <a:bodyPr/>
          <a:lstStyle/>
          <a:p>
            <a:r>
              <a:rPr lang="en-US" dirty="0"/>
              <a:t>Les </a:t>
            </a:r>
            <a:r>
              <a:rPr lang="en-US" dirty="0" err="1"/>
              <a:t>règles</a:t>
            </a:r>
            <a:r>
              <a:rPr lang="en-US" dirty="0"/>
              <a:t> et </a:t>
            </a:r>
            <a:r>
              <a:rPr lang="en-US" dirty="0" err="1"/>
              <a:t>procédures</a:t>
            </a:r>
            <a:r>
              <a:rPr lang="en-US" dirty="0"/>
              <a:t> </a:t>
            </a:r>
            <a:r>
              <a:rPr lang="en-US" dirty="0" err="1"/>
              <a:t>générales</a:t>
            </a:r>
            <a:r>
              <a:rPr lang="en-US" dirty="0"/>
              <a:t> </a:t>
            </a:r>
            <a:r>
              <a:rPr lang="en-US" dirty="0" err="1"/>
              <a:t>en</a:t>
            </a:r>
            <a:r>
              <a:rPr lang="en-US" dirty="0"/>
              <a:t> </a:t>
            </a:r>
            <a:r>
              <a:rPr lang="en-US" dirty="0" err="1"/>
              <a:t>matière</a:t>
            </a:r>
            <a:r>
              <a:rPr lang="en-US" dirty="0"/>
              <a:t> </a:t>
            </a:r>
            <a:r>
              <a:rPr lang="en-US" dirty="0" err="1"/>
              <a:t>douanière</a:t>
            </a:r>
            <a:r>
              <a:rPr lang="en-US" dirty="0"/>
              <a:t> </a:t>
            </a:r>
            <a:r>
              <a:rPr lang="en-US" dirty="0" err="1"/>
              <a:t>applicables</a:t>
            </a:r>
            <a:r>
              <a:rPr lang="en-US" dirty="0"/>
              <a:t> sur tout le </a:t>
            </a:r>
            <a:r>
              <a:rPr lang="en-US" dirty="0" err="1"/>
              <a:t>territoire</a:t>
            </a:r>
            <a:r>
              <a:rPr lang="en-US" dirty="0"/>
              <a:t> </a:t>
            </a:r>
            <a:r>
              <a:rPr lang="en-US" dirty="0" err="1"/>
              <a:t>douanier</a:t>
            </a:r>
            <a:r>
              <a:rPr lang="en-US" dirty="0"/>
              <a:t> de </a:t>
            </a:r>
            <a:r>
              <a:rPr lang="en-US" dirty="0" err="1"/>
              <a:t>l’UE</a:t>
            </a:r>
            <a:r>
              <a:rPr lang="en-US" dirty="0"/>
              <a:t> </a:t>
            </a:r>
            <a:r>
              <a:rPr lang="en-US" dirty="0" err="1"/>
              <a:t>sont</a:t>
            </a:r>
            <a:r>
              <a:rPr lang="en-US" dirty="0"/>
              <a:t> </a:t>
            </a:r>
            <a:r>
              <a:rPr lang="en-US" dirty="0" err="1"/>
              <a:t>fixées</a:t>
            </a:r>
            <a:r>
              <a:rPr lang="en-US" dirty="0"/>
              <a:t> </a:t>
            </a:r>
            <a:r>
              <a:rPr lang="en-US" dirty="0" err="1"/>
              <a:t>dans</a:t>
            </a:r>
            <a:r>
              <a:rPr lang="en-US" dirty="0"/>
              <a:t>:</a:t>
            </a:r>
          </a:p>
          <a:p>
            <a:pPr marL="0" indent="0">
              <a:buNone/>
            </a:pPr>
            <a:r>
              <a:rPr lang="en-US" dirty="0"/>
              <a:t>	- le code des douanes de </a:t>
            </a:r>
            <a:r>
              <a:rPr lang="en-US" dirty="0" err="1"/>
              <a:t>l’Union</a:t>
            </a:r>
            <a:r>
              <a:rPr lang="en-US" dirty="0"/>
              <a:t> (</a:t>
            </a:r>
            <a:r>
              <a:rPr lang="en-US" dirty="0" err="1">
                <a:hlinkClick r:id="rId2"/>
              </a:rPr>
              <a:t>Règlement</a:t>
            </a:r>
            <a:r>
              <a:rPr lang="en-US" dirty="0">
                <a:hlinkClick r:id="rId2"/>
              </a:rPr>
              <a:t> UE N°952/2013</a:t>
            </a:r>
            <a:r>
              <a:rPr lang="en-US" dirty="0"/>
              <a:t>)</a:t>
            </a:r>
          </a:p>
          <a:p>
            <a:pPr marL="0" indent="0">
              <a:buNone/>
            </a:pPr>
            <a:r>
              <a:rPr lang="en-US" dirty="0"/>
              <a:t>	- le </a:t>
            </a:r>
            <a:r>
              <a:rPr lang="en-US" dirty="0" err="1"/>
              <a:t>règlement</a:t>
            </a:r>
            <a:r>
              <a:rPr lang="en-US" dirty="0"/>
              <a:t> </a:t>
            </a:r>
            <a:r>
              <a:rPr lang="en-US" dirty="0" err="1"/>
              <a:t>délégué</a:t>
            </a:r>
            <a:r>
              <a:rPr lang="en-US" dirty="0"/>
              <a:t> </a:t>
            </a:r>
            <a:r>
              <a:rPr lang="en-US" dirty="0" err="1"/>
              <a:t>complétant</a:t>
            </a:r>
            <a:r>
              <a:rPr lang="en-US" dirty="0"/>
              <a:t> le code des Douanes de 		</a:t>
            </a:r>
            <a:r>
              <a:rPr lang="en-US" dirty="0" err="1"/>
              <a:t>l’Union</a:t>
            </a:r>
            <a:r>
              <a:rPr lang="en-US" dirty="0"/>
              <a:t> (</a:t>
            </a:r>
            <a:r>
              <a:rPr lang="en-US" dirty="0" err="1">
                <a:hlinkClick r:id="rId3"/>
              </a:rPr>
              <a:t>Règlement</a:t>
            </a:r>
            <a:r>
              <a:rPr lang="en-US" dirty="0">
                <a:hlinkClick r:id="rId3"/>
              </a:rPr>
              <a:t> UE 2015/2446</a:t>
            </a:r>
            <a:r>
              <a:rPr lang="en-US" dirty="0"/>
              <a:t>)</a:t>
            </a:r>
          </a:p>
          <a:p>
            <a:pPr marL="0" indent="0">
              <a:buNone/>
            </a:pPr>
            <a:r>
              <a:rPr lang="en-US" dirty="0"/>
              <a:t>	- le </a:t>
            </a:r>
            <a:r>
              <a:rPr lang="en-US" dirty="0" err="1"/>
              <a:t>règlement</a:t>
            </a:r>
            <a:r>
              <a:rPr lang="en-US" dirty="0"/>
              <a:t> </a:t>
            </a:r>
            <a:r>
              <a:rPr lang="en-US" dirty="0" err="1"/>
              <a:t>d’exécution</a:t>
            </a:r>
            <a:r>
              <a:rPr lang="en-US" dirty="0"/>
              <a:t> </a:t>
            </a:r>
            <a:r>
              <a:rPr lang="en-US" dirty="0" err="1"/>
              <a:t>établissant</a:t>
            </a:r>
            <a:r>
              <a:rPr lang="en-US" dirty="0"/>
              <a:t> les </a:t>
            </a:r>
            <a:r>
              <a:rPr lang="en-US" dirty="0" err="1"/>
              <a:t>modalités</a:t>
            </a:r>
            <a:r>
              <a:rPr lang="en-US" dirty="0"/>
              <a:t> </a:t>
            </a:r>
            <a:r>
              <a:rPr lang="en-US" dirty="0" err="1"/>
              <a:t>d’application</a:t>
            </a:r>
            <a:r>
              <a:rPr lang="en-US" dirty="0"/>
              <a:t>  	du code des Douanes de </a:t>
            </a:r>
            <a:r>
              <a:rPr lang="en-US" dirty="0" err="1"/>
              <a:t>l’Union</a:t>
            </a:r>
            <a:r>
              <a:rPr lang="en-US" dirty="0"/>
              <a:t> (</a:t>
            </a:r>
            <a:r>
              <a:rPr lang="en-US" dirty="0" err="1">
                <a:hlinkClick r:id="rId4"/>
              </a:rPr>
              <a:t>Règlement</a:t>
            </a:r>
            <a:r>
              <a:rPr lang="en-US" dirty="0">
                <a:hlinkClick r:id="rId4"/>
              </a:rPr>
              <a:t> UE 2015/2447</a:t>
            </a:r>
            <a:r>
              <a:rPr lang="en-US" dirty="0"/>
              <a:t>)</a:t>
            </a:r>
          </a:p>
          <a:p>
            <a:pPr marL="896938" indent="-896938">
              <a:buNone/>
            </a:pPr>
            <a:r>
              <a:rPr lang="en-US" dirty="0"/>
              <a:t>	- le </a:t>
            </a:r>
            <a:r>
              <a:rPr lang="en-US" dirty="0" err="1"/>
              <a:t>règlement</a:t>
            </a:r>
            <a:r>
              <a:rPr lang="en-US" dirty="0"/>
              <a:t> </a:t>
            </a:r>
            <a:r>
              <a:rPr lang="en-US" dirty="0" err="1"/>
              <a:t>délégué</a:t>
            </a:r>
            <a:r>
              <a:rPr lang="en-US" dirty="0"/>
              <a:t> </a:t>
            </a:r>
            <a:r>
              <a:rPr lang="en-US" dirty="0" err="1"/>
              <a:t>transitoire</a:t>
            </a:r>
            <a:r>
              <a:rPr lang="en-US" dirty="0"/>
              <a:t> (</a:t>
            </a:r>
            <a:r>
              <a:rPr lang="en-US" dirty="0" err="1">
                <a:hlinkClick r:id="rId5"/>
              </a:rPr>
              <a:t>Règlement</a:t>
            </a:r>
            <a:r>
              <a:rPr lang="en-US" dirty="0">
                <a:hlinkClick r:id="rId5"/>
              </a:rPr>
              <a:t> UE 2016/341</a:t>
            </a:r>
            <a:r>
              <a:rPr lang="en-US" dirty="0"/>
              <a:t>) </a:t>
            </a:r>
            <a:r>
              <a:rPr lang="en-US" dirty="0" err="1"/>
              <a:t>établissant</a:t>
            </a:r>
            <a:r>
              <a:rPr lang="en-US" dirty="0"/>
              <a:t> les </a:t>
            </a:r>
            <a:r>
              <a:rPr lang="en-US" dirty="0" err="1"/>
              <a:t>règles</a:t>
            </a:r>
            <a:r>
              <a:rPr lang="en-US" dirty="0"/>
              <a:t> </a:t>
            </a:r>
            <a:r>
              <a:rPr lang="en-US" dirty="0" err="1"/>
              <a:t>transitoires</a:t>
            </a:r>
            <a:r>
              <a:rPr lang="en-US" dirty="0"/>
              <a:t> </a:t>
            </a:r>
          </a:p>
        </p:txBody>
      </p:sp>
      <p:sp>
        <p:nvSpPr>
          <p:cNvPr id="4" name="Foliennummernplatzhalter 3"/>
          <p:cNvSpPr>
            <a:spLocks noGrp="1"/>
          </p:cNvSpPr>
          <p:nvPr>
            <p:ph type="sldNum" sz="quarter" idx="12"/>
          </p:nvPr>
        </p:nvSpPr>
        <p:spPr/>
        <p:txBody>
          <a:bodyPr/>
          <a:lstStyle/>
          <a:p>
            <a:fld id="{C58F520E-0D3C-4C73-96DF-B271C0F692B0}" type="slidenum">
              <a:rPr lang="lb-LU" smtClean="0"/>
              <a:t>3</a:t>
            </a:fld>
            <a:endParaRPr lang="lb-LU"/>
          </a:p>
        </p:txBody>
      </p:sp>
    </p:spTree>
    <p:extLst>
      <p:ext uri="{BB962C8B-B14F-4D97-AF65-F5344CB8AC3E}">
        <p14:creationId xmlns:p14="http://schemas.microsoft.com/office/powerpoint/2010/main" val="182440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a:t>La </a:t>
            </a:r>
            <a:r>
              <a:rPr lang="fr-FR" smtClean="0"/>
              <a:t>législation </a:t>
            </a:r>
            <a:r>
              <a:rPr lang="fr-FR" dirty="0"/>
              <a:t>douanière</a:t>
            </a:r>
          </a:p>
        </p:txBody>
      </p:sp>
      <p:sp>
        <p:nvSpPr>
          <p:cNvPr id="3" name="Inhaltsplatzhalter 2"/>
          <p:cNvSpPr>
            <a:spLocks noGrp="1"/>
          </p:cNvSpPr>
          <p:nvPr>
            <p:ph idx="1"/>
          </p:nvPr>
        </p:nvSpPr>
        <p:spPr/>
        <p:txBody>
          <a:bodyPr>
            <a:normAutofit/>
          </a:bodyPr>
          <a:lstStyle/>
          <a:p>
            <a:r>
              <a:rPr lang="fr-CH"/>
              <a:t>Le code des douanes de l’Union (CDU) est l’acte de base, il a remplacé le code des douanes communautaire, ceci depuis le 1</a:t>
            </a:r>
            <a:r>
              <a:rPr lang="fr-CH" baseline="30000"/>
              <a:t>er</a:t>
            </a:r>
            <a:r>
              <a:rPr lang="fr-CH"/>
              <a:t> mai 2016. </a:t>
            </a:r>
          </a:p>
          <a:p>
            <a:r>
              <a:rPr lang="fr-CH"/>
              <a:t>Le règlement délégué du CDU complète certains éléments non essentiels du CDU.</a:t>
            </a:r>
          </a:p>
          <a:p>
            <a:r>
              <a:rPr lang="fr-CH"/>
              <a:t>Le règlement d’exécution du CDU vise à garantir l’existence de conditions uniformes pour la mise en œuvre du CDU et une application harmonisée des procédures par tous les États membres.</a:t>
            </a:r>
          </a:p>
          <a:p>
            <a:r>
              <a:rPr lang="fr-CH"/>
              <a:t>L’acte délégué transitoire du CDU établit des règles transitoires pour les OE et la douane dans l’attente de la mise à niveau ou du développement des systèmes informatiques concernés.</a:t>
            </a:r>
          </a:p>
          <a:p>
            <a:endParaRPr lang="fr-CH"/>
          </a:p>
          <a:p>
            <a:endParaRPr lang="fr-CH"/>
          </a:p>
          <a:p>
            <a:endParaRPr lang="fr-CH"/>
          </a:p>
        </p:txBody>
      </p:sp>
      <p:sp>
        <p:nvSpPr>
          <p:cNvPr id="4" name="Foliennummernplatzhalter 3"/>
          <p:cNvSpPr>
            <a:spLocks noGrp="1"/>
          </p:cNvSpPr>
          <p:nvPr>
            <p:ph type="sldNum" sz="quarter" idx="12"/>
          </p:nvPr>
        </p:nvSpPr>
        <p:spPr/>
        <p:txBody>
          <a:bodyPr/>
          <a:lstStyle/>
          <a:p>
            <a:fld id="{C58F520E-0D3C-4C73-96DF-B271C0F692B0}" type="slidenum">
              <a:rPr lang="lb-LU" smtClean="0"/>
              <a:t>4</a:t>
            </a:fld>
            <a:endParaRPr lang="lb-LU"/>
          </a:p>
        </p:txBody>
      </p:sp>
    </p:spTree>
    <p:extLst>
      <p:ext uri="{BB962C8B-B14F-4D97-AF65-F5344CB8AC3E}">
        <p14:creationId xmlns:p14="http://schemas.microsoft.com/office/powerpoint/2010/main" val="49888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a:t>L’ Arc du Code</a:t>
            </a:r>
          </a:p>
        </p:txBody>
      </p:sp>
      <p:pic>
        <p:nvPicPr>
          <p:cNvPr id="5" name="Inhaltsplatzhalter 4"/>
          <p:cNvPicPr>
            <a:picLocks noGrp="1" noChangeAspect="1"/>
          </p:cNvPicPr>
          <p:nvPr>
            <p:ph idx="1"/>
          </p:nvPr>
        </p:nvPicPr>
        <p:blipFill>
          <a:blip r:embed="rId2"/>
          <a:stretch>
            <a:fillRect/>
          </a:stretch>
        </p:blipFill>
        <p:spPr>
          <a:xfrm>
            <a:off x="3164891" y="1825625"/>
            <a:ext cx="5862218" cy="4351338"/>
          </a:xfrm>
          <a:prstGeom prst="rect">
            <a:avLst/>
          </a:prstGeom>
        </p:spPr>
      </p:pic>
      <p:sp>
        <p:nvSpPr>
          <p:cNvPr id="4" name="Foliennummernplatzhalter 3"/>
          <p:cNvSpPr>
            <a:spLocks noGrp="1"/>
          </p:cNvSpPr>
          <p:nvPr>
            <p:ph type="sldNum" sz="quarter" idx="12"/>
          </p:nvPr>
        </p:nvSpPr>
        <p:spPr/>
        <p:txBody>
          <a:bodyPr/>
          <a:lstStyle/>
          <a:p>
            <a:fld id="{C58F520E-0D3C-4C73-96DF-B271C0F692B0}" type="slidenum">
              <a:rPr lang="lb-LU" smtClean="0"/>
              <a:t>5</a:t>
            </a:fld>
            <a:endParaRPr lang="lb-LU"/>
          </a:p>
        </p:txBody>
      </p:sp>
    </p:spTree>
    <p:extLst>
      <p:ext uri="{BB962C8B-B14F-4D97-AF65-F5344CB8AC3E}">
        <p14:creationId xmlns:p14="http://schemas.microsoft.com/office/powerpoint/2010/main" val="2081087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err="1"/>
              <a:t>Territoire</a:t>
            </a:r>
            <a:r>
              <a:rPr lang="en-US" dirty="0"/>
              <a:t> </a:t>
            </a:r>
            <a:r>
              <a:rPr lang="en-US" dirty="0" err="1"/>
              <a:t>douanier</a:t>
            </a:r>
            <a:r>
              <a:rPr lang="en-US" dirty="0"/>
              <a:t> de </a:t>
            </a:r>
            <a:r>
              <a:rPr lang="en-US" err="1"/>
              <a:t>l’Union</a:t>
            </a:r>
            <a:r>
              <a:rPr lang="en-US"/>
              <a:t> </a:t>
            </a:r>
            <a:endParaRPr lang="en-US" dirty="0"/>
          </a:p>
        </p:txBody>
      </p:sp>
      <p:sp>
        <p:nvSpPr>
          <p:cNvPr id="3" name="Inhaltsplatzhalter 2"/>
          <p:cNvSpPr>
            <a:spLocks noGrp="1"/>
          </p:cNvSpPr>
          <p:nvPr>
            <p:ph idx="1"/>
          </p:nvPr>
        </p:nvSpPr>
        <p:spPr/>
        <p:txBody>
          <a:bodyPr/>
          <a:lstStyle/>
          <a:p>
            <a:r>
              <a:rPr lang="en-US" dirty="0" err="1"/>
              <a:t>En</a:t>
            </a:r>
            <a:r>
              <a:rPr lang="en-US" dirty="0"/>
              <a:t> </a:t>
            </a:r>
            <a:r>
              <a:rPr lang="en-US" dirty="0" err="1"/>
              <a:t>général</a:t>
            </a:r>
            <a:r>
              <a:rPr lang="en-US" dirty="0"/>
              <a:t>, le </a:t>
            </a:r>
            <a:r>
              <a:rPr lang="en-US" dirty="0" err="1"/>
              <a:t>territoire</a:t>
            </a:r>
            <a:r>
              <a:rPr lang="en-US" dirty="0"/>
              <a:t> douanier de </a:t>
            </a:r>
            <a:r>
              <a:rPr lang="en-US" dirty="0" err="1"/>
              <a:t>l’UE</a:t>
            </a:r>
            <a:r>
              <a:rPr lang="en-US" dirty="0"/>
              <a:t> </a:t>
            </a:r>
            <a:r>
              <a:rPr lang="en-US" dirty="0" err="1"/>
              <a:t>comprend</a:t>
            </a:r>
            <a:r>
              <a:rPr lang="en-US" dirty="0"/>
              <a:t> le </a:t>
            </a:r>
            <a:r>
              <a:rPr lang="en-US" dirty="0" err="1"/>
              <a:t>territoire</a:t>
            </a:r>
            <a:r>
              <a:rPr lang="en-US" dirty="0"/>
              <a:t> des 27 </a:t>
            </a:r>
            <a:r>
              <a:rPr lang="en-US" dirty="0" err="1"/>
              <a:t>membres</a:t>
            </a:r>
            <a:r>
              <a:rPr lang="en-US" dirty="0"/>
              <a:t> de </a:t>
            </a:r>
            <a:r>
              <a:rPr lang="en-US" dirty="0" err="1"/>
              <a:t>l’UE</a:t>
            </a:r>
            <a:r>
              <a:rPr lang="en-US" dirty="0"/>
              <a:t>. </a:t>
            </a:r>
          </a:p>
          <a:p>
            <a:r>
              <a:rPr lang="en-US" dirty="0" err="1"/>
              <a:t>Toutefois</a:t>
            </a:r>
            <a:r>
              <a:rPr lang="en-US" dirty="0"/>
              <a:t> </a:t>
            </a:r>
            <a:r>
              <a:rPr lang="en-US" dirty="0" err="1"/>
              <a:t>quelques</a:t>
            </a:r>
            <a:r>
              <a:rPr lang="en-US" dirty="0"/>
              <a:t> </a:t>
            </a:r>
            <a:r>
              <a:rPr lang="en-US" dirty="0" err="1"/>
              <a:t>territoires</a:t>
            </a:r>
            <a:r>
              <a:rPr lang="en-US" dirty="0"/>
              <a:t> qui font </a:t>
            </a:r>
            <a:r>
              <a:rPr lang="en-US" dirty="0" err="1"/>
              <a:t>partie</a:t>
            </a:r>
            <a:r>
              <a:rPr lang="en-US" dirty="0"/>
              <a:t> de </a:t>
            </a:r>
            <a:r>
              <a:rPr lang="en-US" dirty="0" err="1"/>
              <a:t>l’UE</a:t>
            </a:r>
            <a:r>
              <a:rPr lang="en-US" dirty="0"/>
              <a:t> ne font pas </a:t>
            </a:r>
            <a:r>
              <a:rPr lang="en-US" dirty="0" err="1"/>
              <a:t>partie</a:t>
            </a:r>
            <a:r>
              <a:rPr lang="en-US" dirty="0"/>
              <a:t> du </a:t>
            </a:r>
            <a:r>
              <a:rPr lang="en-US" dirty="0" err="1"/>
              <a:t>territoire</a:t>
            </a:r>
            <a:r>
              <a:rPr lang="en-US" dirty="0"/>
              <a:t> douanier de </a:t>
            </a:r>
            <a:r>
              <a:rPr lang="en-US" dirty="0" err="1"/>
              <a:t>l’UE</a:t>
            </a:r>
            <a:r>
              <a:rPr lang="en-US" dirty="0"/>
              <a:t>.</a:t>
            </a:r>
          </a:p>
          <a:p>
            <a:r>
              <a:rPr lang="en-US" dirty="0" err="1"/>
              <a:t>Aussi</a:t>
            </a:r>
            <a:r>
              <a:rPr lang="en-US" dirty="0"/>
              <a:t> </a:t>
            </a:r>
            <a:r>
              <a:rPr lang="en-US" dirty="0" err="1"/>
              <a:t>quelques</a:t>
            </a:r>
            <a:r>
              <a:rPr lang="en-US" dirty="0"/>
              <a:t> </a:t>
            </a:r>
            <a:r>
              <a:rPr lang="en-US" dirty="0" err="1"/>
              <a:t>territoires</a:t>
            </a:r>
            <a:r>
              <a:rPr lang="en-US" dirty="0"/>
              <a:t> qui ne font pas </a:t>
            </a:r>
            <a:r>
              <a:rPr lang="en-US" dirty="0" err="1"/>
              <a:t>partie</a:t>
            </a:r>
            <a:r>
              <a:rPr lang="en-US" dirty="0"/>
              <a:t> de </a:t>
            </a:r>
            <a:r>
              <a:rPr lang="en-US" dirty="0" err="1"/>
              <a:t>l’UE</a:t>
            </a:r>
            <a:r>
              <a:rPr lang="en-US" dirty="0"/>
              <a:t> font </a:t>
            </a:r>
            <a:r>
              <a:rPr lang="en-US" dirty="0" err="1"/>
              <a:t>partie</a:t>
            </a:r>
            <a:r>
              <a:rPr lang="en-US" dirty="0"/>
              <a:t> du </a:t>
            </a:r>
            <a:r>
              <a:rPr lang="en-US" dirty="0" err="1"/>
              <a:t>territoire</a:t>
            </a:r>
            <a:r>
              <a:rPr lang="en-US" dirty="0"/>
              <a:t> douanier de </a:t>
            </a:r>
            <a:r>
              <a:rPr lang="en-US" dirty="0" err="1"/>
              <a:t>l’UE</a:t>
            </a:r>
            <a:r>
              <a:rPr lang="en-US" dirty="0"/>
              <a:t>.</a:t>
            </a:r>
          </a:p>
          <a:p>
            <a:endParaRPr lang="en-US" dirty="0"/>
          </a:p>
          <a:p>
            <a:pPr marL="457200" lvl="1" indent="0">
              <a:buNone/>
            </a:pPr>
            <a:endParaRPr lang="en-US" dirty="0"/>
          </a:p>
          <a:p>
            <a:pPr marL="0" indent="0">
              <a:buNone/>
            </a:pP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6</a:t>
            </a:fld>
            <a:endParaRPr lang="lb-LU"/>
          </a:p>
        </p:txBody>
      </p:sp>
    </p:spTree>
    <p:extLst>
      <p:ext uri="{BB962C8B-B14F-4D97-AF65-F5344CB8AC3E}">
        <p14:creationId xmlns:p14="http://schemas.microsoft.com/office/powerpoint/2010/main" val="129093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a:t>Le </a:t>
            </a:r>
            <a:r>
              <a:rPr lang="en-US" dirty="0" err="1"/>
              <a:t>territoire</a:t>
            </a:r>
            <a:r>
              <a:rPr lang="en-US" dirty="0"/>
              <a:t> fiscal et le </a:t>
            </a:r>
            <a:r>
              <a:rPr lang="en-US" dirty="0" err="1"/>
              <a:t>territoire</a:t>
            </a:r>
            <a:r>
              <a:rPr lang="en-US" dirty="0"/>
              <a:t> </a:t>
            </a:r>
            <a:r>
              <a:rPr lang="en-US" dirty="0" err="1"/>
              <a:t>accisien</a:t>
            </a:r>
            <a:r>
              <a:rPr lang="en-US" dirty="0"/>
              <a:t> de </a:t>
            </a:r>
            <a:r>
              <a:rPr lang="en-US" dirty="0" err="1"/>
              <a:t>l’Union</a:t>
            </a:r>
            <a:endParaRPr lang="en-US" dirty="0"/>
          </a:p>
        </p:txBody>
      </p:sp>
      <p:sp>
        <p:nvSpPr>
          <p:cNvPr id="3" name="Inhaltsplatzhalter 2"/>
          <p:cNvSpPr>
            <a:spLocks noGrp="1"/>
          </p:cNvSpPr>
          <p:nvPr>
            <p:ph idx="1"/>
          </p:nvPr>
        </p:nvSpPr>
        <p:spPr/>
        <p:txBody>
          <a:bodyPr>
            <a:normAutofit lnSpcReduction="10000"/>
          </a:bodyPr>
          <a:lstStyle/>
          <a:p>
            <a:r>
              <a:rPr lang="en-US" dirty="0" err="1"/>
              <a:t>Sauf</a:t>
            </a:r>
            <a:r>
              <a:rPr lang="en-US" dirty="0"/>
              <a:t> exceptions les </a:t>
            </a:r>
            <a:r>
              <a:rPr lang="en-US" dirty="0" err="1"/>
              <a:t>territoires</a:t>
            </a:r>
            <a:r>
              <a:rPr lang="en-US" dirty="0"/>
              <a:t> qui font </a:t>
            </a:r>
            <a:r>
              <a:rPr lang="en-US" dirty="0" err="1"/>
              <a:t>partie</a:t>
            </a:r>
            <a:r>
              <a:rPr lang="en-US" dirty="0"/>
              <a:t> du </a:t>
            </a:r>
            <a:r>
              <a:rPr lang="en-US" dirty="0" err="1"/>
              <a:t>territoire</a:t>
            </a:r>
            <a:r>
              <a:rPr lang="en-US" dirty="0"/>
              <a:t> </a:t>
            </a:r>
            <a:r>
              <a:rPr lang="en-US" dirty="0" err="1"/>
              <a:t>douanier</a:t>
            </a:r>
            <a:r>
              <a:rPr lang="en-US" dirty="0"/>
              <a:t> de </a:t>
            </a:r>
            <a:r>
              <a:rPr lang="en-US" dirty="0" err="1"/>
              <a:t>l’UE</a:t>
            </a:r>
            <a:r>
              <a:rPr lang="en-US" dirty="0"/>
              <a:t> font </a:t>
            </a:r>
            <a:r>
              <a:rPr lang="en-US" dirty="0" err="1"/>
              <a:t>aussi</a:t>
            </a:r>
            <a:r>
              <a:rPr lang="en-US" dirty="0"/>
              <a:t> </a:t>
            </a:r>
            <a:r>
              <a:rPr lang="en-US" dirty="0" err="1"/>
              <a:t>partie</a:t>
            </a:r>
            <a:r>
              <a:rPr lang="en-US" dirty="0"/>
              <a:t> du </a:t>
            </a:r>
            <a:r>
              <a:rPr lang="en-US" dirty="0" err="1"/>
              <a:t>territoire</a:t>
            </a:r>
            <a:r>
              <a:rPr lang="en-US" dirty="0"/>
              <a:t> fiscal et du </a:t>
            </a:r>
            <a:r>
              <a:rPr lang="en-US" dirty="0" err="1"/>
              <a:t>territoire</a:t>
            </a:r>
            <a:r>
              <a:rPr lang="en-US" dirty="0"/>
              <a:t> </a:t>
            </a:r>
            <a:r>
              <a:rPr lang="en-US" dirty="0" err="1"/>
              <a:t>accisien</a:t>
            </a:r>
            <a:r>
              <a:rPr lang="en-US" dirty="0"/>
              <a:t> de </a:t>
            </a:r>
            <a:r>
              <a:rPr lang="en-US" dirty="0" err="1"/>
              <a:t>l’UE</a:t>
            </a:r>
            <a:r>
              <a:rPr lang="en-US" dirty="0"/>
              <a:t>.</a:t>
            </a:r>
          </a:p>
          <a:p>
            <a:r>
              <a:rPr lang="en-US" dirty="0"/>
              <a:t>Sur le </a:t>
            </a:r>
            <a:r>
              <a:rPr lang="en-US" dirty="0" err="1"/>
              <a:t>territoire</a:t>
            </a:r>
            <a:r>
              <a:rPr lang="en-US" dirty="0"/>
              <a:t> fiscal de </a:t>
            </a:r>
            <a:r>
              <a:rPr lang="en-US" dirty="0" err="1"/>
              <a:t>l’UE</a:t>
            </a:r>
            <a:r>
              <a:rPr lang="en-US" dirty="0"/>
              <a:t>, la </a:t>
            </a:r>
            <a:r>
              <a:rPr lang="en-US" dirty="0" err="1"/>
              <a:t>législation</a:t>
            </a:r>
            <a:r>
              <a:rPr lang="en-US" dirty="0"/>
              <a:t> de </a:t>
            </a:r>
            <a:r>
              <a:rPr lang="en-US" dirty="0" err="1"/>
              <a:t>l’UE</a:t>
            </a:r>
            <a:r>
              <a:rPr lang="en-US" dirty="0"/>
              <a:t> </a:t>
            </a:r>
            <a:r>
              <a:rPr lang="en-US" dirty="0" err="1"/>
              <a:t>en</a:t>
            </a:r>
            <a:r>
              <a:rPr lang="en-US" dirty="0"/>
              <a:t> </a:t>
            </a:r>
            <a:r>
              <a:rPr lang="en-US" dirty="0" err="1"/>
              <a:t>matière</a:t>
            </a:r>
            <a:r>
              <a:rPr lang="en-US" dirty="0"/>
              <a:t> de TVA </a:t>
            </a:r>
            <a:r>
              <a:rPr lang="en-US" dirty="0" err="1"/>
              <a:t>s’applique</a:t>
            </a:r>
            <a:r>
              <a:rPr lang="en-US" dirty="0"/>
              <a:t>.</a:t>
            </a:r>
          </a:p>
          <a:p>
            <a:r>
              <a:rPr lang="en-US" dirty="0"/>
              <a:t>Sur le </a:t>
            </a:r>
            <a:r>
              <a:rPr lang="en-US" dirty="0" err="1"/>
              <a:t>territoire</a:t>
            </a:r>
            <a:r>
              <a:rPr lang="en-US" dirty="0"/>
              <a:t> </a:t>
            </a:r>
            <a:r>
              <a:rPr lang="en-US" dirty="0" err="1"/>
              <a:t>accisien</a:t>
            </a:r>
            <a:r>
              <a:rPr lang="en-US" dirty="0"/>
              <a:t> de </a:t>
            </a:r>
            <a:r>
              <a:rPr lang="en-US" dirty="0" err="1"/>
              <a:t>l’UE</a:t>
            </a:r>
            <a:r>
              <a:rPr lang="en-US" dirty="0"/>
              <a:t>, la </a:t>
            </a:r>
            <a:r>
              <a:rPr lang="en-US" dirty="0" err="1"/>
              <a:t>législation</a:t>
            </a:r>
            <a:r>
              <a:rPr lang="en-US" dirty="0"/>
              <a:t> </a:t>
            </a:r>
            <a:r>
              <a:rPr lang="en-US" dirty="0" err="1"/>
              <a:t>accisienne</a:t>
            </a:r>
            <a:r>
              <a:rPr lang="en-US" dirty="0"/>
              <a:t> de </a:t>
            </a:r>
            <a:r>
              <a:rPr lang="en-US" dirty="0" err="1"/>
              <a:t>l’UE</a:t>
            </a:r>
            <a:r>
              <a:rPr lang="en-US" dirty="0"/>
              <a:t> </a:t>
            </a:r>
            <a:r>
              <a:rPr lang="en-US" dirty="0" err="1"/>
              <a:t>s’applique</a:t>
            </a:r>
            <a:r>
              <a:rPr lang="en-US" dirty="0"/>
              <a:t>.</a:t>
            </a:r>
          </a:p>
          <a:p>
            <a:r>
              <a:rPr lang="en-US" dirty="0"/>
              <a:t>Sur le site de la </a:t>
            </a:r>
            <a:r>
              <a:rPr lang="en-US" dirty="0" err="1"/>
              <a:t>Commision</a:t>
            </a:r>
            <a:r>
              <a:rPr lang="en-US" dirty="0"/>
              <a:t> </a:t>
            </a:r>
            <a:r>
              <a:rPr lang="en-US" dirty="0" err="1"/>
              <a:t>européenne</a:t>
            </a:r>
            <a:r>
              <a:rPr lang="en-US" dirty="0"/>
              <a:t>, on </a:t>
            </a:r>
            <a:r>
              <a:rPr lang="en-US" dirty="0" err="1"/>
              <a:t>trouve</a:t>
            </a:r>
            <a:r>
              <a:rPr lang="en-US" dirty="0"/>
              <a:t> </a:t>
            </a:r>
            <a:r>
              <a:rPr lang="en-US" dirty="0">
                <a:hlinkClick r:id="rId2"/>
              </a:rPr>
              <a:t>un tableau </a:t>
            </a:r>
            <a:r>
              <a:rPr lang="en-US" dirty="0" err="1">
                <a:hlinkClick r:id="rId2"/>
              </a:rPr>
              <a:t>detaillé</a:t>
            </a:r>
            <a:r>
              <a:rPr lang="en-US" dirty="0">
                <a:hlinkClick r:id="rId2"/>
              </a:rPr>
              <a:t> </a:t>
            </a:r>
            <a:r>
              <a:rPr lang="en-US" dirty="0"/>
              <a:t>des </a:t>
            </a:r>
            <a:r>
              <a:rPr lang="en-US" dirty="0" err="1"/>
              <a:t>territoires</a:t>
            </a:r>
            <a:r>
              <a:rPr lang="en-US" dirty="0"/>
              <a:t> de </a:t>
            </a:r>
            <a:r>
              <a:rPr lang="en-US" dirty="0" err="1"/>
              <a:t>l’UE</a:t>
            </a:r>
            <a:r>
              <a:rPr lang="en-US" dirty="0"/>
              <a:t>.</a:t>
            </a:r>
          </a:p>
          <a:p>
            <a:pPr marL="0" indent="0">
              <a:buNone/>
            </a:pPr>
            <a:r>
              <a:rPr lang="en-US" dirty="0"/>
              <a:t> </a:t>
            </a:r>
          </a:p>
        </p:txBody>
      </p:sp>
      <p:sp>
        <p:nvSpPr>
          <p:cNvPr id="4" name="Foliennummernplatzhalter 3"/>
          <p:cNvSpPr>
            <a:spLocks noGrp="1"/>
          </p:cNvSpPr>
          <p:nvPr>
            <p:ph type="sldNum" sz="quarter" idx="12"/>
          </p:nvPr>
        </p:nvSpPr>
        <p:spPr/>
        <p:txBody>
          <a:bodyPr/>
          <a:lstStyle/>
          <a:p>
            <a:fld id="{C58F520E-0D3C-4C73-96DF-B271C0F692B0}" type="slidenum">
              <a:rPr lang="lb-LU" smtClean="0"/>
              <a:t>7</a:t>
            </a:fld>
            <a:endParaRPr lang="lb-LU"/>
          </a:p>
        </p:txBody>
      </p:sp>
    </p:spTree>
    <p:extLst>
      <p:ext uri="{BB962C8B-B14F-4D97-AF65-F5344CB8AC3E}">
        <p14:creationId xmlns:p14="http://schemas.microsoft.com/office/powerpoint/2010/main" val="4093786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CH" dirty="0"/>
              <a:t>Le numéro EORI</a:t>
            </a:r>
            <a:endParaRPr lang="en-US" dirty="0"/>
          </a:p>
        </p:txBody>
      </p:sp>
      <p:sp>
        <p:nvSpPr>
          <p:cNvPr id="3" name="Inhaltsplatzhalter 2"/>
          <p:cNvSpPr>
            <a:spLocks noGrp="1"/>
          </p:cNvSpPr>
          <p:nvPr>
            <p:ph idx="1"/>
          </p:nvPr>
        </p:nvSpPr>
        <p:spPr/>
        <p:txBody>
          <a:bodyPr>
            <a:normAutofit lnSpcReduction="10000"/>
          </a:bodyPr>
          <a:lstStyle/>
          <a:p>
            <a:r>
              <a:rPr lang="fr-CH" dirty="0"/>
              <a:t>Tout opérateur économique doit s’enregistrer auprès de la douane.</a:t>
            </a:r>
          </a:p>
          <a:p>
            <a:r>
              <a:rPr lang="fr-CH" dirty="0"/>
              <a:t>En général, les personnes privées n’ont pas besoin de s'enregistrer.</a:t>
            </a:r>
          </a:p>
          <a:p>
            <a:r>
              <a:rPr lang="fr-CH" dirty="0"/>
              <a:t>Pour pouvoir s’enregistrer, l’opérateur économique doit remplir un </a:t>
            </a:r>
            <a:r>
              <a:rPr lang="fr-CH" dirty="0">
                <a:hlinkClick r:id="rId2"/>
              </a:rPr>
              <a:t>formulaire de demande</a:t>
            </a:r>
            <a:r>
              <a:rPr lang="fr-CH" dirty="0"/>
              <a:t> pour l’obtention d’un </a:t>
            </a:r>
            <a:r>
              <a:rPr lang="fr-CH" dirty="0">
                <a:hlinkClick r:id="rId3"/>
              </a:rPr>
              <a:t>numéro EORI</a:t>
            </a:r>
            <a:r>
              <a:rPr lang="fr-CH" dirty="0"/>
              <a:t> (</a:t>
            </a:r>
            <a:r>
              <a:rPr lang="fr-CH" dirty="0" err="1"/>
              <a:t>Economic</a:t>
            </a:r>
            <a:r>
              <a:rPr lang="fr-CH" dirty="0"/>
              <a:t> </a:t>
            </a:r>
            <a:r>
              <a:rPr lang="fr-CH" dirty="0" err="1"/>
              <a:t>Operator</a:t>
            </a:r>
            <a:r>
              <a:rPr lang="fr-CH" dirty="0"/>
              <a:t> Registration and Identification </a:t>
            </a:r>
            <a:r>
              <a:rPr lang="fr-CH" dirty="0" err="1"/>
              <a:t>number</a:t>
            </a:r>
            <a:r>
              <a:rPr lang="fr-CH" dirty="0"/>
              <a:t>).</a:t>
            </a:r>
            <a:endParaRPr lang="en-US" dirty="0"/>
          </a:p>
          <a:p>
            <a:r>
              <a:rPr lang="fr-CH" dirty="0"/>
              <a:t> L’OE demande son numéro EORI auprès des autorités douanières compétentes pour le lieu où il est établi.</a:t>
            </a:r>
          </a:p>
          <a:p>
            <a:r>
              <a:rPr lang="fr-CH" dirty="0"/>
              <a:t>Un OE non établi sur le territoire douanier de l’UE demande son numéro EORI auprès des autorités compétentes pour le lieu où il dépose une déclaration ou sollicite une décision en premier.</a:t>
            </a:r>
          </a:p>
          <a:p>
            <a:endParaRPr lang="fr-CH" dirty="0"/>
          </a:p>
        </p:txBody>
      </p:sp>
      <p:sp>
        <p:nvSpPr>
          <p:cNvPr id="4" name="Foliennummernplatzhalter 3"/>
          <p:cNvSpPr>
            <a:spLocks noGrp="1"/>
          </p:cNvSpPr>
          <p:nvPr>
            <p:ph type="sldNum" sz="quarter" idx="12"/>
          </p:nvPr>
        </p:nvSpPr>
        <p:spPr/>
        <p:txBody>
          <a:bodyPr/>
          <a:lstStyle/>
          <a:p>
            <a:fld id="{C58F520E-0D3C-4C73-96DF-B271C0F692B0}" type="slidenum">
              <a:rPr lang="lb-LU" smtClean="0"/>
              <a:t>8</a:t>
            </a:fld>
            <a:endParaRPr lang="lb-LU"/>
          </a:p>
        </p:txBody>
      </p:sp>
    </p:spTree>
    <p:extLst>
      <p:ext uri="{BB962C8B-B14F-4D97-AF65-F5344CB8AC3E}">
        <p14:creationId xmlns:p14="http://schemas.microsoft.com/office/powerpoint/2010/main" val="144780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a:t>Invalidation du numéro EORI</a:t>
            </a:r>
          </a:p>
        </p:txBody>
      </p:sp>
      <p:sp>
        <p:nvSpPr>
          <p:cNvPr id="3" name="Inhaltsplatzhalter 2"/>
          <p:cNvSpPr>
            <a:spLocks noGrp="1"/>
          </p:cNvSpPr>
          <p:nvPr>
            <p:ph idx="1"/>
          </p:nvPr>
        </p:nvSpPr>
        <p:spPr/>
        <p:txBody>
          <a:bodyPr>
            <a:normAutofit/>
          </a:bodyPr>
          <a:lstStyle/>
          <a:p>
            <a:r>
              <a:rPr lang="fr-CH"/>
              <a:t>Les autorités douanières invalident un numéro EORI dans les cas suivants: </a:t>
            </a:r>
          </a:p>
          <a:p>
            <a:pPr lvl="1"/>
            <a:r>
              <a:rPr lang="fr-CH"/>
              <a:t>à la demande de la personne enregistrée</a:t>
            </a:r>
          </a:p>
          <a:p>
            <a:pPr lvl="1"/>
            <a:r>
              <a:rPr lang="fr-CH"/>
              <a:t>lorsque l’autorité douanière sait que la personne enregistrée a cessé d’exercer les activités qui exigent l’enregistrement</a:t>
            </a:r>
          </a:p>
          <a:p>
            <a:r>
              <a:rPr lang="fr-CH"/>
              <a:t>L’ autorité douanière enregistre la date d’invalidation du numéro EORI et la notifie à la personne enregistrée.</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9</a:t>
            </a:fld>
            <a:endParaRPr lang="lb-LU"/>
          </a:p>
        </p:txBody>
      </p:sp>
    </p:spTree>
    <p:extLst>
      <p:ext uri="{BB962C8B-B14F-4D97-AF65-F5344CB8AC3E}">
        <p14:creationId xmlns:p14="http://schemas.microsoft.com/office/powerpoint/2010/main" val="4216348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a:t>Communication d’informations</a:t>
            </a:r>
          </a:p>
        </p:txBody>
      </p:sp>
      <p:sp>
        <p:nvSpPr>
          <p:cNvPr id="3" name="Inhaltsplatzhalter 2"/>
          <p:cNvSpPr>
            <a:spLocks noGrp="1"/>
          </p:cNvSpPr>
          <p:nvPr>
            <p:ph idx="1"/>
          </p:nvPr>
        </p:nvSpPr>
        <p:spPr/>
        <p:txBody>
          <a:bodyPr/>
          <a:lstStyle/>
          <a:p>
            <a:r>
              <a:rPr lang="fr-CH"/>
              <a:t>En général tout échange d'informations telles que des déclarations, demandes ou décisions entre les autorités douanières et les opérateurs économiques est effectué par voie informatique.</a:t>
            </a:r>
          </a:p>
          <a:p>
            <a:r>
              <a:rPr lang="fr-CH"/>
              <a:t>Des moyens d'échange autre qu’informatique peuvent toutefois être utilisés:</a:t>
            </a:r>
          </a:p>
          <a:p>
            <a:pPr lvl="1"/>
            <a:r>
              <a:rPr lang="fr-CH"/>
              <a:t>en cas de panne temporaire des systèmes informatiques des autorités douanières ou des opérateurs économiques</a:t>
            </a:r>
          </a:p>
          <a:p>
            <a:pPr lvl="1"/>
            <a:r>
              <a:rPr lang="fr-CH"/>
              <a:t>dans des cas dûment justifiés par le type de trafic concerné ou lorsque les procédés électroniques de traitement des données ne sont pas appropriés aux fins des formalités douanières concernées.</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10</a:t>
            </a:fld>
            <a:endParaRPr lang="lb-LU"/>
          </a:p>
        </p:txBody>
      </p:sp>
    </p:spTree>
    <p:extLst>
      <p:ext uri="{BB962C8B-B14F-4D97-AF65-F5344CB8AC3E}">
        <p14:creationId xmlns:p14="http://schemas.microsoft.com/office/powerpoint/2010/main" val="2681112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Communication d’informations et échange de données</a:t>
            </a:r>
          </a:p>
        </p:txBody>
      </p:sp>
      <p:sp>
        <p:nvSpPr>
          <p:cNvPr id="3" name="Inhaltsplatzhalter 2"/>
          <p:cNvSpPr>
            <a:spLocks noGrp="1"/>
          </p:cNvSpPr>
          <p:nvPr>
            <p:ph idx="1"/>
          </p:nvPr>
        </p:nvSpPr>
        <p:spPr/>
        <p:txBody>
          <a:bodyPr>
            <a:normAutofit lnSpcReduction="10000"/>
          </a:bodyPr>
          <a:lstStyle/>
          <a:p>
            <a:r>
              <a:rPr lang="fr-CH"/>
              <a:t>Toute information de nature confidentielle obtenue par les autorités douanières dans le cadre de l'accomplissement de leurs tâches est couverte par le secret professionnel. Elle ne peut pas être divulguée par les autorités douanières, sauf avec la permission expresse de la personne ou de l'autorité qui l'a fournie.</a:t>
            </a:r>
          </a:p>
          <a:p>
            <a:r>
              <a:rPr lang="fr-CH"/>
              <a:t>Toutefois, ces informations peuvent être transmise sans permission lorsque les autorités douanières y sont contraintes dans le cadre de procédures judiciaires.</a:t>
            </a:r>
          </a:p>
          <a:p>
            <a:r>
              <a:rPr lang="fr-CH"/>
              <a:t>Ces informations confidentielles peuvent aussi être communiquées, dans le cadre de la coopération douanière, avec d’autres administrations douanières. </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11</a:t>
            </a:fld>
            <a:endParaRPr lang="lb-LU"/>
          </a:p>
        </p:txBody>
      </p:sp>
    </p:spTree>
    <p:extLst>
      <p:ext uri="{BB962C8B-B14F-4D97-AF65-F5344CB8AC3E}">
        <p14:creationId xmlns:p14="http://schemas.microsoft.com/office/powerpoint/2010/main" val="1180312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CH" dirty="0"/>
              <a:t>Echange d’informations entre les autorités douanières et l’OE</a:t>
            </a:r>
            <a:endParaRPr lang="en-US" dirty="0"/>
          </a:p>
        </p:txBody>
      </p:sp>
      <p:sp>
        <p:nvSpPr>
          <p:cNvPr id="3" name="Inhaltsplatzhalter 2"/>
          <p:cNvSpPr>
            <a:spLocks noGrp="1"/>
          </p:cNvSpPr>
          <p:nvPr>
            <p:ph idx="1"/>
          </p:nvPr>
        </p:nvSpPr>
        <p:spPr/>
        <p:txBody>
          <a:bodyPr>
            <a:normAutofit/>
          </a:bodyPr>
          <a:lstStyle/>
          <a:p>
            <a:r>
              <a:rPr lang="fr-CH"/>
              <a:t>Les autorités douanières et les opérateurs économiques peuvent échanger des informations qui ne sont pas expressément exigées par la législation douanière, en particulier lorsque ces informations sont échangées aux fins de la coopération mutuelle visant à identifier et à contrecarrer les risques. </a:t>
            </a:r>
          </a:p>
          <a:p>
            <a:r>
              <a:rPr lang="fr-CH"/>
              <a:t>Ces </a:t>
            </a:r>
            <a:r>
              <a:rPr lang="fr-CH" dirty="0"/>
              <a:t>informations sont considérées comme confidentielles.</a:t>
            </a:r>
          </a:p>
          <a:p>
            <a:pPr marL="0" indent="0">
              <a:buNone/>
            </a:pPr>
            <a:r>
              <a:rPr lang="fr-CH" dirty="0"/>
              <a:t>   </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12</a:t>
            </a:fld>
            <a:endParaRPr lang="lb-LU"/>
          </a:p>
        </p:txBody>
      </p:sp>
    </p:spTree>
    <p:extLst>
      <p:ext uri="{BB962C8B-B14F-4D97-AF65-F5344CB8AC3E}">
        <p14:creationId xmlns:p14="http://schemas.microsoft.com/office/powerpoint/2010/main" val="4041805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CH" dirty="0"/>
              <a:t>Communication d’informations par les autorités douanières</a:t>
            </a:r>
            <a:endParaRPr lang="en-US" dirty="0"/>
          </a:p>
        </p:txBody>
      </p:sp>
      <p:sp>
        <p:nvSpPr>
          <p:cNvPr id="3" name="Inhaltsplatzhalter 2"/>
          <p:cNvSpPr>
            <a:spLocks noGrp="1"/>
          </p:cNvSpPr>
          <p:nvPr>
            <p:ph idx="1"/>
          </p:nvPr>
        </p:nvSpPr>
        <p:spPr/>
        <p:txBody>
          <a:bodyPr>
            <a:normAutofit/>
          </a:bodyPr>
          <a:lstStyle/>
          <a:p>
            <a:r>
              <a:rPr lang="fr-CH" dirty="0"/>
              <a:t>Toute personne peut demander aux autorités douanières des renseignements concernant l'application de la législation douanière.</a:t>
            </a:r>
          </a:p>
          <a:p>
            <a:r>
              <a:rPr lang="fr-CH" dirty="0"/>
              <a:t>Une telle demande peut être refusée si elle ne se rapporte pas à une activité en matière de commerce international de marchandises qui est effectivement envisagée.</a:t>
            </a:r>
          </a:p>
          <a:p>
            <a:r>
              <a:rPr lang="fr-CH" dirty="0"/>
              <a:t>La douane communique des informations relatives à la législation douanière, y inclus les formulaires de demande en vue de l’obtention des différentes autorisations douanières, sur le </a:t>
            </a:r>
            <a:r>
              <a:rPr lang="fr-CH" dirty="0">
                <a:hlinkClick r:id="rId2"/>
              </a:rPr>
              <a:t>site internet de l’Administration des douanes et accises</a:t>
            </a:r>
            <a:r>
              <a:rPr lang="fr-CH" dirty="0"/>
              <a:t>.</a:t>
            </a:r>
          </a:p>
          <a:p>
            <a:pPr marL="0" indent="0">
              <a:buNone/>
            </a:pPr>
            <a:r>
              <a:rPr lang="fr-CH" dirty="0"/>
              <a:t>   </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13</a:t>
            </a:fld>
            <a:endParaRPr lang="lb-LU"/>
          </a:p>
        </p:txBody>
      </p:sp>
    </p:spTree>
    <p:extLst>
      <p:ext uri="{BB962C8B-B14F-4D97-AF65-F5344CB8AC3E}">
        <p14:creationId xmlns:p14="http://schemas.microsoft.com/office/powerpoint/2010/main" val="514681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CH" dirty="0"/>
              <a:t>Communication d’informations aux autorités douanières</a:t>
            </a:r>
            <a:endParaRPr lang="en-US" dirty="0"/>
          </a:p>
        </p:txBody>
      </p:sp>
      <p:sp>
        <p:nvSpPr>
          <p:cNvPr id="3" name="Inhaltsplatzhalter 2"/>
          <p:cNvSpPr>
            <a:spLocks noGrp="1"/>
          </p:cNvSpPr>
          <p:nvPr>
            <p:ph idx="1"/>
          </p:nvPr>
        </p:nvSpPr>
        <p:spPr/>
        <p:txBody>
          <a:bodyPr>
            <a:normAutofit fontScale="62500" lnSpcReduction="20000"/>
          </a:bodyPr>
          <a:lstStyle/>
          <a:p>
            <a:pPr marL="379413" indent="-149225"/>
            <a:r>
              <a:rPr lang="fr-CH" sz="3600"/>
              <a:t>Toute personne qui accomplit des formalités douanières fournit aux autorités douanières tout document requis et toute information requise.</a:t>
            </a:r>
          </a:p>
          <a:p>
            <a:pPr marL="379413" indent="-149225"/>
            <a:r>
              <a:rPr lang="fr-CH" sz="3600"/>
              <a:t> Le dépôt d'une déclaration douanière rend le déclarant responsable:</a:t>
            </a:r>
          </a:p>
          <a:p>
            <a:pPr marL="836613" lvl="1" indent="-149225"/>
            <a:r>
              <a:rPr lang="fr-CH" sz="3200"/>
              <a:t>de l'exactitude et du caractère complet des renseignements fournis dans la déclaration</a:t>
            </a:r>
          </a:p>
          <a:p>
            <a:pPr marL="836613" lvl="1" indent="-149225"/>
            <a:r>
              <a:rPr lang="fr-CH" sz="3200"/>
              <a:t>de l'authenticité, de l'exactitude et de la validité des documents accompagnant la déclaration</a:t>
            </a:r>
          </a:p>
          <a:p>
            <a:pPr marL="836613" lvl="1" indent="-149225"/>
            <a:r>
              <a:rPr lang="fr-CH" sz="3200"/>
              <a:t>de la conformité à l'ensemble des obligations se rapportant au placement des marchandises en question sous le régime douanier en cause</a:t>
            </a:r>
          </a:p>
          <a:p>
            <a:pPr marL="230188" indent="0">
              <a:buNone/>
            </a:pPr>
            <a:endParaRPr lang="fr-CH" sz="3600"/>
          </a:p>
          <a:p>
            <a:pPr marL="379413" indent="-149225"/>
            <a:r>
              <a:rPr lang="fr-CH" sz="3700"/>
              <a:t>En cas de représentation, ce qui précède vaut aussi pour le représentant.</a:t>
            </a:r>
          </a:p>
          <a:p>
            <a:pPr marL="379413" indent="-149225"/>
            <a:endParaRPr lang="fr-CH"/>
          </a:p>
          <a:p>
            <a:pPr marL="379413" indent="-149225"/>
            <a:endParaRPr lang="fr-CH"/>
          </a:p>
          <a:p>
            <a:pPr marL="379413" indent="-149225"/>
            <a:endParaRPr lang="fr-CH"/>
          </a:p>
          <a:p>
            <a:pPr marL="379413" indent="-9525">
              <a:buNone/>
            </a:pPr>
            <a:r>
              <a:rPr lang="fr-CH"/>
              <a:t>                                                                     </a:t>
            </a:r>
            <a:endParaRPr lang="fr-CH" dirty="0"/>
          </a:p>
          <a:p>
            <a:pPr marL="222250" indent="-222250">
              <a:buNone/>
            </a:pPr>
            <a:endParaRPr lang="fr-CH" dirty="0"/>
          </a:p>
          <a:p>
            <a:pPr marL="0" indent="0">
              <a:buNone/>
            </a:pPr>
            <a:endParaRPr lang="fr-CH" dirty="0"/>
          </a:p>
          <a:p>
            <a:pPr marL="0" indent="0">
              <a:buNone/>
            </a:pP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14</a:t>
            </a:fld>
            <a:endParaRPr lang="lb-LU"/>
          </a:p>
        </p:txBody>
      </p:sp>
    </p:spTree>
    <p:extLst>
      <p:ext uri="{BB962C8B-B14F-4D97-AF65-F5344CB8AC3E}">
        <p14:creationId xmlns:p14="http://schemas.microsoft.com/office/powerpoint/2010/main" val="684303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8338C6-3F5D-8E5D-34CA-2781EC21C89F}"/>
              </a:ext>
            </a:extLst>
          </p:cNvPr>
          <p:cNvSpPr>
            <a:spLocks noGrp="1"/>
          </p:cNvSpPr>
          <p:nvPr>
            <p:ph type="title"/>
          </p:nvPr>
        </p:nvSpPr>
        <p:spPr/>
        <p:txBody>
          <a:bodyPr/>
          <a:lstStyle/>
          <a:p>
            <a:endParaRPr lang="de-LU"/>
          </a:p>
        </p:txBody>
      </p:sp>
      <p:sp>
        <p:nvSpPr>
          <p:cNvPr id="3" name="Inhaltsplatzhalter 2">
            <a:extLst>
              <a:ext uri="{FF2B5EF4-FFF2-40B4-BE49-F238E27FC236}">
                <a16:creationId xmlns:a16="http://schemas.microsoft.com/office/drawing/2014/main" id="{E15066C2-C488-2601-B9F8-1252FC4654AC}"/>
              </a:ext>
            </a:extLst>
          </p:cNvPr>
          <p:cNvSpPr>
            <a:spLocks noGrp="1"/>
          </p:cNvSpPr>
          <p:nvPr>
            <p:ph idx="1"/>
          </p:nvPr>
        </p:nvSpPr>
        <p:spPr>
          <a:xfrm>
            <a:off x="838200" y="2284214"/>
            <a:ext cx="10515600" cy="4351338"/>
          </a:xfrm>
        </p:spPr>
        <p:txBody>
          <a:bodyPr/>
          <a:lstStyle/>
          <a:p>
            <a:endParaRPr lang="de-LU" dirty="0"/>
          </a:p>
          <a:p>
            <a:endParaRPr lang="de-LU" dirty="0"/>
          </a:p>
          <a:p>
            <a:endParaRPr lang="de-LU" dirty="0"/>
          </a:p>
          <a:p>
            <a:pPr marL="0" indent="0" algn="ctr">
              <a:buNone/>
            </a:pPr>
            <a:r>
              <a:rPr lang="de-LU" sz="5400" dirty="0"/>
              <a:t>Questions?</a:t>
            </a:r>
          </a:p>
          <a:p>
            <a:pPr marL="0" indent="0" algn="ctr">
              <a:buNone/>
            </a:pPr>
            <a:endParaRPr lang="de-LU" sz="5400" dirty="0"/>
          </a:p>
        </p:txBody>
      </p:sp>
      <p:sp>
        <p:nvSpPr>
          <p:cNvPr id="4" name="Foliennummernplatzhalter 3">
            <a:extLst>
              <a:ext uri="{FF2B5EF4-FFF2-40B4-BE49-F238E27FC236}">
                <a16:creationId xmlns:a16="http://schemas.microsoft.com/office/drawing/2014/main" id="{DA56CBB9-B908-E09E-9107-4EB2FFE38433}"/>
              </a:ext>
            </a:extLst>
          </p:cNvPr>
          <p:cNvSpPr>
            <a:spLocks noGrp="1"/>
          </p:cNvSpPr>
          <p:nvPr>
            <p:ph type="sldNum" sz="quarter" idx="12"/>
          </p:nvPr>
        </p:nvSpPr>
        <p:spPr/>
        <p:txBody>
          <a:bodyPr/>
          <a:lstStyle/>
          <a:p>
            <a:fld id="{C58F520E-0D3C-4C73-96DF-B271C0F692B0}" type="slidenum">
              <a:rPr lang="lb-LU" smtClean="0"/>
              <a:t>15</a:t>
            </a:fld>
            <a:endParaRPr lang="lb-LU"/>
          </a:p>
        </p:txBody>
      </p:sp>
      <p:pic>
        <p:nvPicPr>
          <p:cNvPr id="1026" name="Picture 2" descr="Question Face Cliparts - Cliparts Zone">
            <a:extLst>
              <a:ext uri="{FF2B5EF4-FFF2-40B4-BE49-F238E27FC236}">
                <a16:creationId xmlns:a16="http://schemas.microsoft.com/office/drawing/2014/main" id="{2574E119-58AD-CD9B-15FA-3DF5389CA4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089718"/>
            <a:ext cx="1828800" cy="1927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329731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1047</Words>
  <Application>Microsoft Office PowerPoint</Application>
  <PresentationFormat>Widescreen</PresentationFormat>
  <Paragraphs>93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Thème Office</vt:lpstr>
      <vt:lpstr>Législation douanière</vt:lpstr>
      <vt:lpstr>Missions de la douane</vt:lpstr>
      <vt:lpstr>Objet et champ d’application de la législation douanière</vt:lpstr>
      <vt:lpstr>La législation douanière</vt:lpstr>
      <vt:lpstr>L’ Arc du Code</vt:lpstr>
      <vt:lpstr>Territoire douanier de l’Union </vt:lpstr>
      <vt:lpstr>Le territoire fiscal et le territoire accisien de l’Union</vt:lpstr>
      <vt:lpstr>Le numéro EORI</vt:lpstr>
      <vt:lpstr>Invalidation du numéro EORI</vt:lpstr>
      <vt:lpstr>Communication d’informations</vt:lpstr>
      <vt:lpstr>Communication d’informations et échange de données</vt:lpstr>
      <vt:lpstr>Echange d’informations entre les autorités douanières et l’OE</vt:lpstr>
      <vt:lpstr>Communication d’informations par les autorités douanières</vt:lpstr>
      <vt:lpstr>Communication d’informations aux autorités douanières</vt:lpstr>
      <vt:lpstr>PowerPoint Presentation</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ferring</dc:creator>
  <cp:lastModifiedBy>schweitzer</cp:lastModifiedBy>
  <cp:revision>215</cp:revision>
  <cp:lastPrinted>2022-09-30T13:38:24Z</cp:lastPrinted>
  <dcterms:created xsi:type="dcterms:W3CDTF">2018-09-26T09:04:10Z</dcterms:created>
  <dcterms:modified xsi:type="dcterms:W3CDTF">2024-10-04T07:59:45Z</dcterms:modified>
</cp:coreProperties>
</file>